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4"/>
  </p:notesMasterIdLst>
  <p:handoutMasterIdLst>
    <p:handoutMasterId r:id="rId15"/>
  </p:handoutMasterIdLst>
  <p:sldIdLst>
    <p:sldId id="256" r:id="rId5"/>
    <p:sldId id="797" r:id="rId6"/>
    <p:sldId id="756" r:id="rId7"/>
    <p:sldId id="268" r:id="rId8"/>
    <p:sldId id="801" r:id="rId9"/>
    <p:sldId id="799" r:id="rId10"/>
    <p:sldId id="802" r:id="rId11"/>
    <p:sldId id="800" r:id="rId12"/>
    <p:sldId id="791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97960D-FBE7-4417-8149-B9960B8F742F}" v="7" dt="2024-10-02T14:25:56.950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44" autoAdjust="0"/>
    <p:restoredTop sz="94637" autoAdjust="0"/>
  </p:normalViewPr>
  <p:slideViewPr>
    <p:cSldViewPr showGuides="1">
      <p:cViewPr varScale="1">
        <p:scale>
          <a:sx n="115" d="100"/>
          <a:sy n="115" d="100"/>
        </p:scale>
        <p:origin x="900" y="114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phia BUI" userId="5388e7d4eb368e7c" providerId="LiveId" clId="{1D97960D-FBE7-4417-8149-B9960B8F742F}"/>
    <pc:docChg chg="custSel addSld delSld modSld">
      <pc:chgData name="Sophia BUI" userId="5388e7d4eb368e7c" providerId="LiveId" clId="{1D97960D-FBE7-4417-8149-B9960B8F742F}" dt="2024-10-02T14:25:59.136" v="65" actId="1076"/>
      <pc:docMkLst>
        <pc:docMk/>
      </pc:docMkLst>
      <pc:sldChg chg="delSp del mod">
        <pc:chgData name="Sophia BUI" userId="5388e7d4eb368e7c" providerId="LiveId" clId="{1D97960D-FBE7-4417-8149-B9960B8F742F}" dt="2024-10-02T14:22:13.724" v="12" actId="2696"/>
        <pc:sldMkLst>
          <pc:docMk/>
          <pc:sldMk cId="3401786857" sldId="261"/>
        </pc:sldMkLst>
        <pc:picChg chg="del">
          <ac:chgData name="Sophia BUI" userId="5388e7d4eb368e7c" providerId="LiveId" clId="{1D97960D-FBE7-4417-8149-B9960B8F742F}" dt="2024-10-02T14:21:49.363" v="6" actId="21"/>
          <ac:picMkLst>
            <pc:docMk/>
            <pc:sldMk cId="3401786857" sldId="261"/>
            <ac:picMk id="6" creationId="{F7EA3FD2-8372-3B75-03C7-BFD7E4F5675F}"/>
          </ac:picMkLst>
        </pc:picChg>
      </pc:sldChg>
      <pc:sldChg chg="addSp delSp modSp mod">
        <pc:chgData name="Sophia BUI" userId="5388e7d4eb368e7c" providerId="LiveId" clId="{1D97960D-FBE7-4417-8149-B9960B8F742F}" dt="2024-10-02T14:25:59.136" v="65" actId="1076"/>
        <pc:sldMkLst>
          <pc:docMk/>
          <pc:sldMk cId="4131043853" sldId="268"/>
        </pc:sldMkLst>
        <pc:spChg chg="mod">
          <ac:chgData name="Sophia BUI" userId="5388e7d4eb368e7c" providerId="LiveId" clId="{1D97960D-FBE7-4417-8149-B9960B8F742F}" dt="2024-10-02T14:21:24.514" v="2"/>
          <ac:spMkLst>
            <pc:docMk/>
            <pc:sldMk cId="4131043853" sldId="268"/>
            <ac:spMk id="2" creationId="{E75976DE-E665-3F90-84C7-CAFC032C46AA}"/>
          </ac:spMkLst>
        </pc:spChg>
        <pc:spChg chg="mod">
          <ac:chgData name="Sophia BUI" userId="5388e7d4eb368e7c" providerId="LiveId" clId="{1D97960D-FBE7-4417-8149-B9960B8F742F}" dt="2024-10-02T14:25:47.327" v="61" actId="20577"/>
          <ac:spMkLst>
            <pc:docMk/>
            <pc:sldMk cId="4131043853" sldId="268"/>
            <ac:spMk id="3" creationId="{DF859FBD-B23B-9F35-CAF4-32ADE6896152}"/>
          </ac:spMkLst>
        </pc:spChg>
        <pc:spChg chg="mod">
          <ac:chgData name="Sophia BUI" userId="5388e7d4eb368e7c" providerId="LiveId" clId="{1D97960D-FBE7-4417-8149-B9960B8F742F}" dt="2024-10-02T14:22:02.303" v="11" actId="27636"/>
          <ac:spMkLst>
            <pc:docMk/>
            <pc:sldMk cId="4131043853" sldId="268"/>
            <ac:spMk id="43" creationId="{595E72A1-679F-D2B1-EF6D-4B6062F50812}"/>
          </ac:spMkLst>
        </pc:spChg>
        <pc:graphicFrameChg chg="add del mod">
          <ac:chgData name="Sophia BUI" userId="5388e7d4eb368e7c" providerId="LiveId" clId="{1D97960D-FBE7-4417-8149-B9960B8F742F}" dt="2024-10-02T14:24:28.899" v="57" actId="478"/>
          <ac:graphicFrameMkLst>
            <pc:docMk/>
            <pc:sldMk cId="4131043853" sldId="268"/>
            <ac:graphicFrameMk id="4" creationId="{7619A353-8955-EEC0-71CA-4786875C3FD9}"/>
          </ac:graphicFrameMkLst>
        </pc:graphicFrameChg>
        <pc:graphicFrameChg chg="add mod">
          <ac:chgData name="Sophia BUI" userId="5388e7d4eb368e7c" providerId="LiveId" clId="{1D97960D-FBE7-4417-8149-B9960B8F742F}" dt="2024-10-02T14:25:59.136" v="65" actId="1076"/>
          <ac:graphicFrameMkLst>
            <pc:docMk/>
            <pc:sldMk cId="4131043853" sldId="268"/>
            <ac:graphicFrameMk id="7" creationId="{1E1332F4-870A-1FA3-F045-4CBF74DA192E}"/>
          </ac:graphicFrameMkLst>
        </pc:graphicFrameChg>
        <pc:picChg chg="del">
          <ac:chgData name="Sophia BUI" userId="5388e7d4eb368e7c" providerId="LiveId" clId="{1D97960D-FBE7-4417-8149-B9960B8F742F}" dt="2024-10-02T14:21:45.797" v="5" actId="478"/>
          <ac:picMkLst>
            <pc:docMk/>
            <pc:sldMk cId="4131043853" sldId="268"/>
            <ac:picMk id="5" creationId="{F71C2678-D1FA-B9F1-35EE-1CE5BE83C540}"/>
          </ac:picMkLst>
        </pc:picChg>
        <pc:picChg chg="add mod">
          <ac:chgData name="Sophia BUI" userId="5388e7d4eb368e7c" providerId="LiveId" clId="{1D97960D-FBE7-4417-8149-B9960B8F742F}" dt="2024-10-02T14:24:06.166" v="52" actId="1076"/>
          <ac:picMkLst>
            <pc:docMk/>
            <pc:sldMk cId="4131043853" sldId="268"/>
            <ac:picMk id="6" creationId="{F7EA3FD2-8372-3B75-03C7-BFD7E4F5675F}"/>
          </ac:picMkLst>
        </pc:picChg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4124713233" sldId="269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3112041912" sldId="675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658555902" sldId="677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054240606" sldId="694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256951833" sldId="695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888777383" sldId="696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641959255" sldId="697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3790073736" sldId="698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530302754" sldId="713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643701336" sldId="721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700836537" sldId="725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158019689" sldId="726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773969669" sldId="727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307223527" sldId="728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40273313" sldId="734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627758853" sldId="735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248891355" sldId="738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717320308" sldId="739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3716327144" sldId="740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3651386016" sldId="741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908241126" sldId="744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3497710902" sldId="745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3322875326" sldId="746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944239270" sldId="747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14566620" sldId="748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471208041" sldId="749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3805855459" sldId="750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3662816544" sldId="755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784119700" sldId="765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777887330" sldId="766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382260364" sldId="767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3874109525" sldId="774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753060418" sldId="775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721791988" sldId="776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533367262" sldId="777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436057891" sldId="778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878311739" sldId="779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4051681896" sldId="780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462938476" sldId="781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503248073" sldId="785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907023870" sldId="787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4144062661" sldId="790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841766988" sldId="792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159831446" sldId="793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504646374" sldId="794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959123882" sldId="795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525361384" sldId="796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447968824" sldId="798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687158045" sldId="801"/>
        </pc:sldMkLst>
      </pc:sldChg>
      <pc:sldChg chg="add">
        <pc:chgData name="Sophia BUI" userId="5388e7d4eb368e7c" providerId="LiveId" clId="{1D97960D-FBE7-4417-8149-B9960B8F742F}" dt="2024-10-02T14:21:12.668" v="1" actId="2890"/>
        <pc:sldMkLst>
          <pc:docMk/>
          <pc:sldMk cId="4289140129" sldId="801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29043641" sldId="803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954267317" sldId="804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640856659" sldId="805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767351131" sldId="806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3254541903" sldId="807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724452535" sldId="808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134397231" sldId="809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90707066" sldId="810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480516764" sldId="811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13695958" sldId="812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76347042" sldId="813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883452287" sldId="814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663672317" sldId="816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3741102398" sldId="818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623669341" sldId="819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2113514254" sldId="820"/>
        </pc:sldMkLst>
      </pc:sldChg>
      <pc:sldChg chg="del">
        <pc:chgData name="Sophia BUI" userId="5388e7d4eb368e7c" providerId="LiveId" clId="{1D97960D-FBE7-4417-8149-B9960B8F742F}" dt="2024-10-02T14:20:50.076" v="0" actId="47"/>
        <pc:sldMkLst>
          <pc:docMk/>
          <pc:sldMk cId="1324948922" sldId="821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200k</a:t>
            </a:r>
            <a:r>
              <a:rPr lang="en-US" dirty="0"/>
              <a:t>/</a:t>
            </a:r>
            <a:r>
              <a:rPr lang="en-US" dirty="0" err="1"/>
              <a:t>1.5h</a:t>
            </a:r>
            <a:endParaRPr lang="en-US" dirty="0"/>
          </a:p>
          <a:p>
            <a:r>
              <a:rPr lang="en-US" dirty="0" err="1"/>
              <a:t>120h</a:t>
            </a:r>
            <a:r>
              <a:rPr lang="en-US" dirty="0"/>
              <a:t>/</a:t>
            </a:r>
            <a:r>
              <a:rPr lang="en-US" dirty="0" err="1"/>
              <a:t>1h</a:t>
            </a:r>
            <a:r>
              <a:rPr lang="en-US" dirty="0"/>
              <a:t> qua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sư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694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3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45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4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31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2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5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9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5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156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EJCGstBklvk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youtu.be/EJCGstBklvk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YvcrRvFzgiU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-0vQnod9roc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 err="1"/>
              <a:t>Xây</a:t>
            </a:r>
            <a:r>
              <a:rPr lang="en-US" sz="5400" dirty="0"/>
              <a:t> </a:t>
            </a:r>
            <a:r>
              <a:rPr lang="en-US" sz="5400" dirty="0" err="1"/>
              <a:t>dựng</a:t>
            </a:r>
            <a:r>
              <a:rPr lang="en-US" sz="5400" dirty="0"/>
              <a:t> </a:t>
            </a:r>
            <a:r>
              <a:rPr lang="en-US" dirty="0"/>
              <a:t>website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sz="5400" dirty="0"/>
              <a:t> ASP.NET MVC5 Entity Framework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ThS</a:t>
            </a:r>
            <a:r>
              <a:rPr lang="en-US" dirty="0"/>
              <a:t>. Bùi </a:t>
            </a:r>
            <a:r>
              <a:rPr lang="en-US" dirty="0" err="1"/>
              <a:t>Thị</a:t>
            </a:r>
            <a:r>
              <a:rPr lang="en-US" dirty="0"/>
              <a:t> Thanh Tú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D3F632B-7062-701A-BB42-F2D9B6AC5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DANH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F75C978-D244-D0D5-09A2-63F403B6E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26C44F-5C75-1EC0-5659-35867B6F29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trang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FF00"/>
                </a:solidFill>
              </a:rPr>
              <a:t>Customer Layout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tái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endParaRPr lang="en-US" sz="2400" dirty="0"/>
          </a:p>
          <a:p>
            <a:r>
              <a:rPr lang="en-US" sz="2400" dirty="0" err="1"/>
              <a:t>Xem</a:t>
            </a:r>
            <a:r>
              <a:rPr lang="en-US" sz="2400" dirty="0"/>
              <a:t> </a:t>
            </a:r>
            <a:r>
              <a:rPr lang="en-US" sz="2400" dirty="0" err="1"/>
              <a:t>trang</a:t>
            </a:r>
            <a:r>
              <a:rPr lang="en-US" sz="2400" dirty="0"/>
              <a:t> Home (</a:t>
            </a:r>
            <a:r>
              <a:rPr lang="en-US" sz="2400" dirty="0" err="1"/>
              <a:t>thiết</a:t>
            </a:r>
            <a:r>
              <a:rPr lang="en-US" sz="2400" dirty="0"/>
              <a:t> </a:t>
            </a:r>
            <a:r>
              <a:rPr lang="en-US" sz="2400" dirty="0" err="1"/>
              <a:t>kế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01 </a:t>
            </a:r>
            <a:r>
              <a:rPr lang="en-US" sz="2400" dirty="0" err="1"/>
              <a:t>trong</a:t>
            </a:r>
            <a:r>
              <a:rPr lang="en-US" sz="2400" dirty="0"/>
              <a:t> 10 </a:t>
            </a:r>
            <a:r>
              <a:rPr lang="en-US" sz="2400" dirty="0" err="1"/>
              <a:t>mẫu</a:t>
            </a:r>
            <a:r>
              <a:rPr lang="en-US" sz="2400" dirty="0"/>
              <a:t> </a:t>
            </a:r>
            <a:r>
              <a:rPr lang="en-US" sz="2400" dirty="0" err="1"/>
              <a:t>đã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)</a:t>
            </a:r>
          </a:p>
          <a:p>
            <a:r>
              <a:rPr lang="en-US" sz="2400" dirty="0" err="1"/>
              <a:t>Xem</a:t>
            </a:r>
            <a:r>
              <a:rPr lang="en-US" sz="2400" dirty="0"/>
              <a:t> Chi </a:t>
            </a:r>
            <a:r>
              <a:rPr lang="en-US" sz="2400" dirty="0" err="1"/>
              <a:t>tiết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 (Product Detail)</a:t>
            </a:r>
          </a:p>
          <a:p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, </a:t>
            </a:r>
          </a:p>
          <a:p>
            <a:r>
              <a:rPr lang="en-US" sz="2400" dirty="0" err="1"/>
              <a:t>Sắp</a:t>
            </a:r>
            <a:r>
              <a:rPr lang="en-US" sz="2400" dirty="0"/>
              <a:t> </a:t>
            </a:r>
            <a:r>
              <a:rPr lang="en-US" sz="2400" dirty="0" err="1"/>
              <a:t>xếp</a:t>
            </a:r>
            <a:r>
              <a:rPr lang="en-US" sz="2400" dirty="0"/>
              <a:t>,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trang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endParaRPr lang="en-US" sz="2400" dirty="0"/>
          </a:p>
          <a:p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Giỏ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en-US" sz="2400" dirty="0"/>
          </a:p>
          <a:p>
            <a:r>
              <a:rPr lang="en-US" sz="2400" dirty="0"/>
              <a:t>Thanh </a:t>
            </a:r>
            <a:r>
              <a:rPr lang="en-US" sz="2400" dirty="0" err="1"/>
              <a:t>toán</a:t>
            </a:r>
            <a:endParaRPr lang="en-US" sz="2400" dirty="0"/>
          </a:p>
          <a:p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nhận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en-US" sz="2400" dirty="0"/>
          </a:p>
          <a:p>
            <a:r>
              <a:rPr lang="en-US" sz="2400" dirty="0" err="1"/>
              <a:t>Tra</a:t>
            </a:r>
            <a:r>
              <a:rPr lang="en-US" sz="2400" dirty="0"/>
              <a:t> </a:t>
            </a:r>
            <a:r>
              <a:rPr lang="en-US" sz="2400" dirty="0" err="1"/>
              <a:t>cứu</a:t>
            </a:r>
            <a:r>
              <a:rPr lang="en-US" sz="2400" dirty="0"/>
              <a:t> </a:t>
            </a:r>
            <a:r>
              <a:rPr lang="en-US" sz="2400" dirty="0" err="1"/>
              <a:t>Lịch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mua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en-US" sz="2400" dirty="0"/>
          </a:p>
          <a:p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ký</a:t>
            </a:r>
            <a:r>
              <a:rPr lang="en-US" sz="2400" dirty="0"/>
              <a:t>,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nhập</a:t>
            </a:r>
            <a:r>
              <a:rPr lang="en-US" sz="2400" dirty="0"/>
              <a:t>,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xuất</a:t>
            </a:r>
            <a:endParaRPr lang="en-US" sz="2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F1D72E-272C-9038-9441-921B2EFFA1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Admin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AA39B0F-1E0D-24B6-EABC-8D81AA42510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trang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FF00"/>
                </a:solidFill>
              </a:rPr>
              <a:t>Admin Layout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tái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endParaRPr lang="en-US" sz="2400" dirty="0"/>
          </a:p>
          <a:p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danh</a:t>
            </a:r>
            <a:r>
              <a:rPr lang="en-US" sz="2400" dirty="0"/>
              <a:t> </a:t>
            </a:r>
            <a:r>
              <a:rPr lang="en-US" sz="2400" dirty="0" err="1"/>
              <a:t>mục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 (CRUD)</a:t>
            </a:r>
          </a:p>
          <a:p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 (CRUD,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, </a:t>
            </a:r>
            <a:r>
              <a:rPr lang="en-US" sz="2400" dirty="0" err="1"/>
              <a:t>Sắp</a:t>
            </a:r>
            <a:r>
              <a:rPr lang="en-US" sz="2400" dirty="0"/>
              <a:t> </a:t>
            </a:r>
            <a:r>
              <a:rPr lang="en-US" sz="2400" dirty="0" err="1"/>
              <a:t>xếp</a:t>
            </a:r>
            <a:r>
              <a:rPr lang="en-US" sz="2400" dirty="0"/>
              <a:t>,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trang</a:t>
            </a:r>
            <a:r>
              <a:rPr lang="en-US" sz="2400" dirty="0"/>
              <a:t>)</a:t>
            </a:r>
          </a:p>
          <a:p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tài</a:t>
            </a:r>
            <a:r>
              <a:rPr lang="en-US" sz="2400" dirty="0"/>
              <a:t> </a:t>
            </a:r>
            <a:r>
              <a:rPr lang="en-US" sz="2400" dirty="0" err="1"/>
              <a:t>khoản</a:t>
            </a:r>
            <a:r>
              <a:rPr lang="en-US" sz="2400" dirty="0"/>
              <a:t> Admin (CRUD,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,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trang</a:t>
            </a:r>
            <a:r>
              <a:rPr lang="en-US" sz="2400" dirty="0"/>
              <a:t>)</a:t>
            </a:r>
          </a:p>
          <a:p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tài</a:t>
            </a:r>
            <a:r>
              <a:rPr lang="en-US" sz="2400" dirty="0"/>
              <a:t> </a:t>
            </a:r>
            <a:r>
              <a:rPr lang="en-US" sz="2400" dirty="0" err="1"/>
              <a:t>khoản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</a:p>
          <a:p>
            <a:pPr lvl="1"/>
            <a:r>
              <a:rPr lang="en-US" sz="2000" dirty="0" err="1"/>
              <a:t>xem</a:t>
            </a:r>
            <a:r>
              <a:rPr lang="en-US" sz="2000" dirty="0"/>
              <a:t>, </a:t>
            </a:r>
            <a:r>
              <a:rPr lang="en-US" sz="2000" dirty="0" err="1"/>
              <a:t>tìm</a:t>
            </a:r>
            <a:r>
              <a:rPr lang="en-US" sz="2000" dirty="0"/>
              <a:t> </a:t>
            </a:r>
            <a:r>
              <a:rPr lang="en-US" sz="2000" dirty="0" err="1"/>
              <a:t>kiếm</a:t>
            </a:r>
            <a:r>
              <a:rPr lang="en-US" sz="2000" dirty="0"/>
              <a:t>, </a:t>
            </a:r>
            <a:r>
              <a:rPr lang="en-US" sz="2000" dirty="0" err="1"/>
              <a:t>sắp</a:t>
            </a:r>
            <a:r>
              <a:rPr lang="en-US" sz="2000" dirty="0"/>
              <a:t> </a:t>
            </a:r>
            <a:r>
              <a:rPr lang="en-US" sz="2000" dirty="0" err="1"/>
              <a:t>xếp</a:t>
            </a:r>
            <a:r>
              <a:rPr lang="en-US" sz="2000" dirty="0"/>
              <a:t>, </a:t>
            </a:r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trang</a:t>
            </a:r>
            <a:r>
              <a:rPr lang="en-US" sz="2000" dirty="0"/>
              <a:t> </a:t>
            </a:r>
            <a:r>
              <a:rPr lang="en-US" sz="2000" dirty="0" err="1"/>
              <a:t>tài</a:t>
            </a:r>
            <a:r>
              <a:rPr lang="en-US" sz="2000" dirty="0"/>
              <a:t> </a:t>
            </a:r>
            <a:r>
              <a:rPr lang="en-US" sz="2000" dirty="0" err="1"/>
              <a:t>khoản</a:t>
            </a:r>
            <a:endParaRPr lang="en-US" sz="2000" dirty="0"/>
          </a:p>
          <a:p>
            <a:pPr lvl="1"/>
            <a:r>
              <a:rPr lang="en-US" sz="2000" dirty="0" err="1"/>
              <a:t>Xem</a:t>
            </a:r>
            <a:r>
              <a:rPr lang="en-US" sz="2000" dirty="0"/>
              <a:t> </a:t>
            </a:r>
            <a:r>
              <a:rPr lang="en-US" sz="2000" dirty="0" err="1"/>
              <a:t>danh</a:t>
            </a:r>
            <a:r>
              <a:rPr lang="en-US" sz="2000" dirty="0"/>
              <a:t> </a:t>
            </a:r>
            <a:r>
              <a:rPr lang="en-US" sz="2000" dirty="0" err="1"/>
              <a:t>sách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chi </a:t>
            </a:r>
            <a:r>
              <a:rPr lang="en-US" sz="2000" dirty="0" err="1"/>
              <a:t>tiết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1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 </a:t>
            </a:r>
            <a:r>
              <a:rPr lang="en-US" sz="2000" dirty="0" err="1"/>
              <a:t>cụ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endParaRPr lang="en-US" sz="2000" dirty="0"/>
          </a:p>
          <a:p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nhập</a:t>
            </a:r>
            <a:r>
              <a:rPr lang="en-US" sz="2400" dirty="0"/>
              <a:t>,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xuất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13847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3275AD-CFF8-8506-94A0-ADBC57B6EC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61" b="1"/>
          <a:stretch/>
        </p:blipFill>
        <p:spPr>
          <a:xfrm>
            <a:off x="0" y="0"/>
            <a:ext cx="12185778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713B1E-85D5-AA04-F3AE-AEBE35B6F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502" y="1685677"/>
            <a:ext cx="6963910" cy="23626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CHUẨN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BỊ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DỰ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ÁN</a:t>
            </a:r>
            <a:endParaRPr lang="en-US" sz="5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422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976DE-E665-3F90-84C7-CAFC032C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28" y="548640"/>
            <a:ext cx="3599923" cy="5431536"/>
          </a:xfrm>
        </p:spPr>
        <p:txBody>
          <a:bodyPr>
            <a:normAutofit/>
          </a:bodyPr>
          <a:lstStyle/>
          <a:p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Khởi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tạo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Database</a:t>
            </a:r>
            <a:endParaRPr lang="en-US" sz="5400" dirty="0"/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2737" y="3258717"/>
            <a:ext cx="4480560" cy="18283"/>
          </a:xfrm>
          <a:custGeom>
            <a:avLst/>
            <a:gdLst>
              <a:gd name="connsiteX0" fmla="*/ 0 w 4480560"/>
              <a:gd name="connsiteY0" fmla="*/ 0 h 18283"/>
              <a:gd name="connsiteX1" fmla="*/ 595274 w 4480560"/>
              <a:gd name="connsiteY1" fmla="*/ 0 h 18283"/>
              <a:gd name="connsiteX2" fmla="*/ 1100938 w 4480560"/>
              <a:gd name="connsiteY2" fmla="*/ 0 h 18283"/>
              <a:gd name="connsiteX3" fmla="*/ 1651406 w 4480560"/>
              <a:gd name="connsiteY3" fmla="*/ 0 h 18283"/>
              <a:gd name="connsiteX4" fmla="*/ 2336292 w 4480560"/>
              <a:gd name="connsiteY4" fmla="*/ 0 h 18283"/>
              <a:gd name="connsiteX5" fmla="*/ 2931566 w 4480560"/>
              <a:gd name="connsiteY5" fmla="*/ 0 h 18283"/>
              <a:gd name="connsiteX6" fmla="*/ 3482035 w 4480560"/>
              <a:gd name="connsiteY6" fmla="*/ 0 h 18283"/>
              <a:gd name="connsiteX7" fmla="*/ 4480560 w 4480560"/>
              <a:gd name="connsiteY7" fmla="*/ 0 h 18283"/>
              <a:gd name="connsiteX8" fmla="*/ 4480560 w 4480560"/>
              <a:gd name="connsiteY8" fmla="*/ 18283 h 18283"/>
              <a:gd name="connsiteX9" fmla="*/ 3840480 w 4480560"/>
              <a:gd name="connsiteY9" fmla="*/ 18283 h 18283"/>
              <a:gd name="connsiteX10" fmla="*/ 3290011 w 4480560"/>
              <a:gd name="connsiteY10" fmla="*/ 18283 h 18283"/>
              <a:gd name="connsiteX11" fmla="*/ 2560320 w 4480560"/>
              <a:gd name="connsiteY11" fmla="*/ 18283 h 18283"/>
              <a:gd name="connsiteX12" fmla="*/ 1965046 w 4480560"/>
              <a:gd name="connsiteY12" fmla="*/ 18283 h 18283"/>
              <a:gd name="connsiteX13" fmla="*/ 1459382 w 4480560"/>
              <a:gd name="connsiteY13" fmla="*/ 18283 h 18283"/>
              <a:gd name="connsiteX14" fmla="*/ 774497 w 4480560"/>
              <a:gd name="connsiteY14" fmla="*/ 18283 h 18283"/>
              <a:gd name="connsiteX15" fmla="*/ 0 w 4480560"/>
              <a:gd name="connsiteY15" fmla="*/ 18283 h 18283"/>
              <a:gd name="connsiteX16" fmla="*/ 0 w 4480560"/>
              <a:gd name="connsiteY16" fmla="*/ 0 h 18283"/>
              <a:gd name="connsiteX0" fmla="*/ 0 w 4480560"/>
              <a:gd name="connsiteY0" fmla="*/ 0 h 18283"/>
              <a:gd name="connsiteX1" fmla="*/ 595274 w 4480560"/>
              <a:gd name="connsiteY1" fmla="*/ 0 h 18283"/>
              <a:gd name="connsiteX2" fmla="*/ 1100938 w 4480560"/>
              <a:gd name="connsiteY2" fmla="*/ 0 h 18283"/>
              <a:gd name="connsiteX3" fmla="*/ 1830629 w 4480560"/>
              <a:gd name="connsiteY3" fmla="*/ 0 h 18283"/>
              <a:gd name="connsiteX4" fmla="*/ 2425903 w 4480560"/>
              <a:gd name="connsiteY4" fmla="*/ 0 h 18283"/>
              <a:gd name="connsiteX5" fmla="*/ 3021178 w 4480560"/>
              <a:gd name="connsiteY5" fmla="*/ 0 h 18283"/>
              <a:gd name="connsiteX6" fmla="*/ 3750869 w 4480560"/>
              <a:gd name="connsiteY6" fmla="*/ 0 h 18283"/>
              <a:gd name="connsiteX7" fmla="*/ 4480560 w 4480560"/>
              <a:gd name="connsiteY7" fmla="*/ 0 h 18283"/>
              <a:gd name="connsiteX8" fmla="*/ 4480560 w 4480560"/>
              <a:gd name="connsiteY8" fmla="*/ 18283 h 18283"/>
              <a:gd name="connsiteX9" fmla="*/ 3930091 w 4480560"/>
              <a:gd name="connsiteY9" fmla="*/ 18283 h 18283"/>
              <a:gd name="connsiteX10" fmla="*/ 3290011 w 4480560"/>
              <a:gd name="connsiteY10" fmla="*/ 18283 h 18283"/>
              <a:gd name="connsiteX11" fmla="*/ 2649931 w 4480560"/>
              <a:gd name="connsiteY11" fmla="*/ 18283 h 18283"/>
              <a:gd name="connsiteX12" fmla="*/ 2054657 w 4480560"/>
              <a:gd name="connsiteY12" fmla="*/ 18283 h 18283"/>
              <a:gd name="connsiteX13" fmla="*/ 1324966 w 4480560"/>
              <a:gd name="connsiteY13" fmla="*/ 18283 h 18283"/>
              <a:gd name="connsiteX14" fmla="*/ 595274 w 4480560"/>
              <a:gd name="connsiteY14" fmla="*/ 18283 h 18283"/>
              <a:gd name="connsiteX15" fmla="*/ 0 w 4480560"/>
              <a:gd name="connsiteY15" fmla="*/ 18283 h 18283"/>
              <a:gd name="connsiteX16" fmla="*/ 0 w 4480560"/>
              <a:gd name="connsiteY16" fmla="*/ 0 h 18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3" fill="none" extrusionOk="0">
                <a:moveTo>
                  <a:pt x="0" y="0"/>
                </a:moveTo>
                <a:cubicBezTo>
                  <a:pt x="267574" y="14606"/>
                  <a:pt x="338605" y="-40"/>
                  <a:pt x="595274" y="0"/>
                </a:cubicBezTo>
                <a:cubicBezTo>
                  <a:pt x="856171" y="-2198"/>
                  <a:pt x="863435" y="-13333"/>
                  <a:pt x="1100938" y="0"/>
                </a:cubicBezTo>
                <a:cubicBezTo>
                  <a:pt x="1340270" y="17713"/>
                  <a:pt x="1418448" y="-18893"/>
                  <a:pt x="1651406" y="0"/>
                </a:cubicBezTo>
                <a:cubicBezTo>
                  <a:pt x="1875387" y="1627"/>
                  <a:pt x="2153037" y="22688"/>
                  <a:pt x="2336292" y="0"/>
                </a:cubicBezTo>
                <a:cubicBezTo>
                  <a:pt x="2522206" y="-4211"/>
                  <a:pt x="2718333" y="34959"/>
                  <a:pt x="2931566" y="0"/>
                </a:cubicBezTo>
                <a:cubicBezTo>
                  <a:pt x="3137043" y="-17106"/>
                  <a:pt x="3304331" y="1415"/>
                  <a:pt x="3482035" y="0"/>
                </a:cubicBezTo>
                <a:cubicBezTo>
                  <a:pt x="3649837" y="-24078"/>
                  <a:pt x="4010577" y="-51921"/>
                  <a:pt x="4480560" y="0"/>
                </a:cubicBezTo>
                <a:cubicBezTo>
                  <a:pt x="4482398" y="6776"/>
                  <a:pt x="4480263" y="12574"/>
                  <a:pt x="4480560" y="18283"/>
                </a:cubicBezTo>
                <a:cubicBezTo>
                  <a:pt x="4305601" y="41515"/>
                  <a:pt x="4025154" y="26457"/>
                  <a:pt x="3840480" y="18283"/>
                </a:cubicBezTo>
                <a:cubicBezTo>
                  <a:pt x="3668919" y="-12336"/>
                  <a:pt x="3556555" y="-12679"/>
                  <a:pt x="3290011" y="18283"/>
                </a:cubicBezTo>
                <a:cubicBezTo>
                  <a:pt x="2991827" y="18167"/>
                  <a:pt x="2862038" y="-22527"/>
                  <a:pt x="2560320" y="18283"/>
                </a:cubicBezTo>
                <a:cubicBezTo>
                  <a:pt x="2273396" y="37371"/>
                  <a:pt x="2159701" y="39993"/>
                  <a:pt x="1965046" y="18283"/>
                </a:cubicBezTo>
                <a:cubicBezTo>
                  <a:pt x="1785994" y="29183"/>
                  <a:pt x="1686680" y="52315"/>
                  <a:pt x="1459382" y="18283"/>
                </a:cubicBezTo>
                <a:cubicBezTo>
                  <a:pt x="1260610" y="4965"/>
                  <a:pt x="913962" y="31527"/>
                  <a:pt x="774497" y="18283"/>
                </a:cubicBezTo>
                <a:cubicBezTo>
                  <a:pt x="689426" y="1848"/>
                  <a:pt x="378264" y="6318"/>
                  <a:pt x="0" y="18283"/>
                </a:cubicBezTo>
                <a:cubicBezTo>
                  <a:pt x="65" y="12033"/>
                  <a:pt x="-93" y="4430"/>
                  <a:pt x="0" y="0"/>
                </a:cubicBezTo>
                <a:close/>
              </a:path>
              <a:path w="4480560" h="18283" stroke="0" extrusionOk="0">
                <a:moveTo>
                  <a:pt x="0" y="0"/>
                </a:moveTo>
                <a:cubicBezTo>
                  <a:pt x="290844" y="5546"/>
                  <a:pt x="318443" y="10543"/>
                  <a:pt x="595274" y="0"/>
                </a:cubicBezTo>
                <a:cubicBezTo>
                  <a:pt x="862223" y="-10630"/>
                  <a:pt x="1008164" y="-6970"/>
                  <a:pt x="1100938" y="0"/>
                </a:cubicBezTo>
                <a:cubicBezTo>
                  <a:pt x="1231751" y="-9052"/>
                  <a:pt x="1563421" y="-55931"/>
                  <a:pt x="1830629" y="0"/>
                </a:cubicBezTo>
                <a:cubicBezTo>
                  <a:pt x="2081843" y="38764"/>
                  <a:pt x="2181743" y="16966"/>
                  <a:pt x="2425903" y="0"/>
                </a:cubicBezTo>
                <a:cubicBezTo>
                  <a:pt x="2657412" y="-20059"/>
                  <a:pt x="2795431" y="8423"/>
                  <a:pt x="3021178" y="0"/>
                </a:cubicBezTo>
                <a:cubicBezTo>
                  <a:pt x="3275119" y="-4749"/>
                  <a:pt x="3480943" y="2522"/>
                  <a:pt x="3750869" y="0"/>
                </a:cubicBezTo>
                <a:cubicBezTo>
                  <a:pt x="4005211" y="16055"/>
                  <a:pt x="4302144" y="-2969"/>
                  <a:pt x="4480560" y="0"/>
                </a:cubicBezTo>
                <a:cubicBezTo>
                  <a:pt x="4480501" y="6202"/>
                  <a:pt x="4480230" y="10215"/>
                  <a:pt x="4480560" y="18283"/>
                </a:cubicBezTo>
                <a:cubicBezTo>
                  <a:pt x="4261480" y="-5436"/>
                  <a:pt x="4206199" y="33096"/>
                  <a:pt x="3930091" y="18283"/>
                </a:cubicBezTo>
                <a:cubicBezTo>
                  <a:pt x="3666932" y="-10907"/>
                  <a:pt x="3493645" y="19371"/>
                  <a:pt x="3290011" y="18283"/>
                </a:cubicBezTo>
                <a:cubicBezTo>
                  <a:pt x="3137078" y="-36465"/>
                  <a:pt x="2894690" y="-13381"/>
                  <a:pt x="2649931" y="18283"/>
                </a:cubicBezTo>
                <a:cubicBezTo>
                  <a:pt x="2413020" y="25861"/>
                  <a:pt x="2225991" y="-5992"/>
                  <a:pt x="2054657" y="18283"/>
                </a:cubicBezTo>
                <a:cubicBezTo>
                  <a:pt x="1886877" y="42108"/>
                  <a:pt x="1548763" y="49957"/>
                  <a:pt x="1324966" y="18283"/>
                </a:cubicBezTo>
                <a:cubicBezTo>
                  <a:pt x="1040995" y="6464"/>
                  <a:pt x="786929" y="-13088"/>
                  <a:pt x="595274" y="18283"/>
                </a:cubicBezTo>
                <a:cubicBezTo>
                  <a:pt x="371401" y="37398"/>
                  <a:pt x="168483" y="27734"/>
                  <a:pt x="0" y="18283"/>
                </a:cubicBezTo>
                <a:cubicBezTo>
                  <a:pt x="-757" y="9900"/>
                  <a:pt x="1321" y="3818"/>
                  <a:pt x="0" y="0"/>
                </a:cubicBezTo>
                <a:close/>
              </a:path>
              <a:path w="4480560" h="18283" fill="none" stroke="0" extrusionOk="0">
                <a:moveTo>
                  <a:pt x="0" y="0"/>
                </a:moveTo>
                <a:cubicBezTo>
                  <a:pt x="254633" y="596"/>
                  <a:pt x="318854" y="8353"/>
                  <a:pt x="595274" y="0"/>
                </a:cubicBezTo>
                <a:cubicBezTo>
                  <a:pt x="857042" y="-2503"/>
                  <a:pt x="863005" y="-13327"/>
                  <a:pt x="1100938" y="0"/>
                </a:cubicBezTo>
                <a:cubicBezTo>
                  <a:pt x="1322315" y="28736"/>
                  <a:pt x="1429801" y="-15572"/>
                  <a:pt x="1651406" y="0"/>
                </a:cubicBezTo>
                <a:cubicBezTo>
                  <a:pt x="1861310" y="20479"/>
                  <a:pt x="2199002" y="36173"/>
                  <a:pt x="2336292" y="0"/>
                </a:cubicBezTo>
                <a:cubicBezTo>
                  <a:pt x="2504451" y="-23230"/>
                  <a:pt x="2735943" y="-3451"/>
                  <a:pt x="2931566" y="0"/>
                </a:cubicBezTo>
                <a:cubicBezTo>
                  <a:pt x="3109081" y="-33272"/>
                  <a:pt x="3310374" y="39503"/>
                  <a:pt x="3482035" y="0"/>
                </a:cubicBezTo>
                <a:cubicBezTo>
                  <a:pt x="3630968" y="-117346"/>
                  <a:pt x="3975789" y="30358"/>
                  <a:pt x="4480560" y="0"/>
                </a:cubicBezTo>
                <a:cubicBezTo>
                  <a:pt x="4482288" y="6637"/>
                  <a:pt x="4481597" y="12514"/>
                  <a:pt x="4480560" y="18283"/>
                </a:cubicBezTo>
                <a:cubicBezTo>
                  <a:pt x="4299745" y="12592"/>
                  <a:pt x="4055484" y="58791"/>
                  <a:pt x="3840480" y="18283"/>
                </a:cubicBezTo>
                <a:cubicBezTo>
                  <a:pt x="3665362" y="18971"/>
                  <a:pt x="3548412" y="11099"/>
                  <a:pt x="3290011" y="18283"/>
                </a:cubicBezTo>
                <a:cubicBezTo>
                  <a:pt x="3037450" y="41490"/>
                  <a:pt x="2862123" y="47734"/>
                  <a:pt x="2560320" y="18283"/>
                </a:cubicBezTo>
                <a:cubicBezTo>
                  <a:pt x="2308793" y="11723"/>
                  <a:pt x="2153402" y="-21404"/>
                  <a:pt x="1965046" y="18283"/>
                </a:cubicBezTo>
                <a:cubicBezTo>
                  <a:pt x="1778601" y="30511"/>
                  <a:pt x="1672011" y="28407"/>
                  <a:pt x="1459382" y="18283"/>
                </a:cubicBezTo>
                <a:cubicBezTo>
                  <a:pt x="1212351" y="-5289"/>
                  <a:pt x="906131" y="17426"/>
                  <a:pt x="774497" y="18283"/>
                </a:cubicBezTo>
                <a:cubicBezTo>
                  <a:pt x="636671" y="-42716"/>
                  <a:pt x="331670" y="6272"/>
                  <a:pt x="0" y="18283"/>
                </a:cubicBezTo>
                <a:cubicBezTo>
                  <a:pt x="-1001" y="12215"/>
                  <a:pt x="10" y="439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custGeom>
                    <a:avLst/>
                    <a:gdLst>
                      <a:gd name="connsiteX0" fmla="*/ 0 w 4480560"/>
                      <a:gd name="connsiteY0" fmla="*/ 0 h 18283"/>
                      <a:gd name="connsiteX1" fmla="*/ 595274 w 4480560"/>
                      <a:gd name="connsiteY1" fmla="*/ 0 h 18283"/>
                      <a:gd name="connsiteX2" fmla="*/ 1100938 w 4480560"/>
                      <a:gd name="connsiteY2" fmla="*/ 0 h 18283"/>
                      <a:gd name="connsiteX3" fmla="*/ 1651406 w 4480560"/>
                      <a:gd name="connsiteY3" fmla="*/ 0 h 18283"/>
                      <a:gd name="connsiteX4" fmla="*/ 2336292 w 4480560"/>
                      <a:gd name="connsiteY4" fmla="*/ 0 h 18283"/>
                      <a:gd name="connsiteX5" fmla="*/ 2931566 w 4480560"/>
                      <a:gd name="connsiteY5" fmla="*/ 0 h 18283"/>
                      <a:gd name="connsiteX6" fmla="*/ 3482035 w 4480560"/>
                      <a:gd name="connsiteY6" fmla="*/ 0 h 18283"/>
                      <a:gd name="connsiteX7" fmla="*/ 4480560 w 4480560"/>
                      <a:gd name="connsiteY7" fmla="*/ 0 h 18283"/>
                      <a:gd name="connsiteX8" fmla="*/ 4480560 w 4480560"/>
                      <a:gd name="connsiteY8" fmla="*/ 18283 h 18283"/>
                      <a:gd name="connsiteX9" fmla="*/ 3840480 w 4480560"/>
                      <a:gd name="connsiteY9" fmla="*/ 18283 h 18283"/>
                      <a:gd name="connsiteX10" fmla="*/ 3290011 w 4480560"/>
                      <a:gd name="connsiteY10" fmla="*/ 18283 h 18283"/>
                      <a:gd name="connsiteX11" fmla="*/ 2560320 w 4480560"/>
                      <a:gd name="connsiteY11" fmla="*/ 18283 h 18283"/>
                      <a:gd name="connsiteX12" fmla="*/ 1965046 w 4480560"/>
                      <a:gd name="connsiteY12" fmla="*/ 18283 h 18283"/>
                      <a:gd name="connsiteX13" fmla="*/ 1459382 w 4480560"/>
                      <a:gd name="connsiteY13" fmla="*/ 18283 h 18283"/>
                      <a:gd name="connsiteX14" fmla="*/ 774497 w 4480560"/>
                      <a:gd name="connsiteY14" fmla="*/ 18283 h 18283"/>
                      <a:gd name="connsiteX15" fmla="*/ 0 w 4480560"/>
                      <a:gd name="connsiteY15" fmla="*/ 18283 h 18283"/>
                      <a:gd name="connsiteX16" fmla="*/ 0 w 4480560"/>
                      <a:gd name="connsiteY16" fmla="*/ 0 h 182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480560" h="18283" fill="none" extrusionOk="0">
                        <a:moveTo>
                          <a:pt x="0" y="0"/>
                        </a:moveTo>
                        <a:cubicBezTo>
                          <a:pt x="267821" y="8731"/>
                          <a:pt x="334105" y="2629"/>
                          <a:pt x="595274" y="0"/>
                        </a:cubicBezTo>
                        <a:cubicBezTo>
                          <a:pt x="856443" y="-2629"/>
                          <a:pt x="863808" y="-13353"/>
                          <a:pt x="1100938" y="0"/>
                        </a:cubicBezTo>
                        <a:cubicBezTo>
                          <a:pt x="1338068" y="13353"/>
                          <a:pt x="1431663" y="-25862"/>
                          <a:pt x="1651406" y="0"/>
                        </a:cubicBezTo>
                        <a:cubicBezTo>
                          <a:pt x="1871149" y="25862"/>
                          <a:pt x="2173163" y="23827"/>
                          <a:pt x="2336292" y="0"/>
                        </a:cubicBezTo>
                        <a:cubicBezTo>
                          <a:pt x="2499421" y="-23827"/>
                          <a:pt x="2720589" y="28148"/>
                          <a:pt x="2931566" y="0"/>
                        </a:cubicBezTo>
                        <a:cubicBezTo>
                          <a:pt x="3142543" y="-28148"/>
                          <a:pt x="3323630" y="27022"/>
                          <a:pt x="3482035" y="0"/>
                        </a:cubicBezTo>
                        <a:cubicBezTo>
                          <a:pt x="3640440" y="-27022"/>
                          <a:pt x="4012110" y="-20118"/>
                          <a:pt x="4480560" y="0"/>
                        </a:cubicBezTo>
                        <a:cubicBezTo>
                          <a:pt x="4481301" y="6085"/>
                          <a:pt x="4481091" y="12392"/>
                          <a:pt x="4480560" y="18283"/>
                        </a:cubicBezTo>
                        <a:cubicBezTo>
                          <a:pt x="4314132" y="14919"/>
                          <a:pt x="4028383" y="36627"/>
                          <a:pt x="3840480" y="18283"/>
                        </a:cubicBezTo>
                        <a:cubicBezTo>
                          <a:pt x="3652577" y="-61"/>
                          <a:pt x="3547615" y="2843"/>
                          <a:pt x="3290011" y="18283"/>
                        </a:cubicBezTo>
                        <a:cubicBezTo>
                          <a:pt x="3032407" y="33723"/>
                          <a:pt x="2830268" y="8714"/>
                          <a:pt x="2560320" y="18283"/>
                        </a:cubicBezTo>
                        <a:cubicBezTo>
                          <a:pt x="2290372" y="27852"/>
                          <a:pt x="2147422" y="6723"/>
                          <a:pt x="1965046" y="18283"/>
                        </a:cubicBezTo>
                        <a:cubicBezTo>
                          <a:pt x="1782670" y="29843"/>
                          <a:pt x="1689791" y="40675"/>
                          <a:pt x="1459382" y="18283"/>
                        </a:cubicBezTo>
                        <a:cubicBezTo>
                          <a:pt x="1228973" y="-4109"/>
                          <a:pt x="915486" y="36496"/>
                          <a:pt x="774497" y="18283"/>
                        </a:cubicBezTo>
                        <a:cubicBezTo>
                          <a:pt x="633508" y="70"/>
                          <a:pt x="361442" y="-11112"/>
                          <a:pt x="0" y="18283"/>
                        </a:cubicBezTo>
                        <a:cubicBezTo>
                          <a:pt x="-563" y="11432"/>
                          <a:pt x="-159" y="4269"/>
                          <a:pt x="0" y="0"/>
                        </a:cubicBezTo>
                        <a:close/>
                      </a:path>
                      <a:path w="4480560" h="18283" stroke="0" extrusionOk="0">
                        <a:moveTo>
                          <a:pt x="0" y="0"/>
                        </a:moveTo>
                        <a:cubicBezTo>
                          <a:pt x="285465" y="225"/>
                          <a:pt x="322691" y="16223"/>
                          <a:pt x="595274" y="0"/>
                        </a:cubicBezTo>
                        <a:cubicBezTo>
                          <a:pt x="867857" y="-16223"/>
                          <a:pt x="989129" y="-11242"/>
                          <a:pt x="1100938" y="0"/>
                        </a:cubicBezTo>
                        <a:cubicBezTo>
                          <a:pt x="1212747" y="11242"/>
                          <a:pt x="1574350" y="-36410"/>
                          <a:pt x="1830629" y="0"/>
                        </a:cubicBezTo>
                        <a:cubicBezTo>
                          <a:pt x="2086908" y="36410"/>
                          <a:pt x="2180922" y="4645"/>
                          <a:pt x="2425903" y="0"/>
                        </a:cubicBezTo>
                        <a:cubicBezTo>
                          <a:pt x="2670884" y="-4645"/>
                          <a:pt x="2782024" y="22929"/>
                          <a:pt x="3021178" y="0"/>
                        </a:cubicBezTo>
                        <a:cubicBezTo>
                          <a:pt x="3260332" y="-22929"/>
                          <a:pt x="3456982" y="-1586"/>
                          <a:pt x="3750869" y="0"/>
                        </a:cubicBezTo>
                        <a:cubicBezTo>
                          <a:pt x="4044756" y="1586"/>
                          <a:pt x="4302726" y="17043"/>
                          <a:pt x="4480560" y="0"/>
                        </a:cubicBezTo>
                        <a:cubicBezTo>
                          <a:pt x="4480452" y="6702"/>
                          <a:pt x="4480053" y="10739"/>
                          <a:pt x="4480560" y="18283"/>
                        </a:cubicBezTo>
                        <a:cubicBezTo>
                          <a:pt x="4279652" y="-6855"/>
                          <a:pt x="4200762" y="41561"/>
                          <a:pt x="3930091" y="18283"/>
                        </a:cubicBezTo>
                        <a:cubicBezTo>
                          <a:pt x="3659420" y="-4995"/>
                          <a:pt x="3456052" y="22289"/>
                          <a:pt x="3290011" y="18283"/>
                        </a:cubicBezTo>
                        <a:cubicBezTo>
                          <a:pt x="3123970" y="14277"/>
                          <a:pt x="2882392" y="32813"/>
                          <a:pt x="2649931" y="18283"/>
                        </a:cubicBezTo>
                        <a:cubicBezTo>
                          <a:pt x="2417470" y="3753"/>
                          <a:pt x="2238426" y="7332"/>
                          <a:pt x="2054657" y="18283"/>
                        </a:cubicBezTo>
                        <a:cubicBezTo>
                          <a:pt x="1870888" y="29234"/>
                          <a:pt x="1566368" y="45035"/>
                          <a:pt x="1324966" y="18283"/>
                        </a:cubicBezTo>
                        <a:cubicBezTo>
                          <a:pt x="1083564" y="-8469"/>
                          <a:pt x="787410" y="10941"/>
                          <a:pt x="595274" y="18283"/>
                        </a:cubicBezTo>
                        <a:cubicBezTo>
                          <a:pt x="403138" y="25625"/>
                          <a:pt x="169622" y="10494"/>
                          <a:pt x="0" y="18283"/>
                        </a:cubicBezTo>
                        <a:cubicBezTo>
                          <a:pt x="-310" y="10292"/>
                          <a:pt x="802" y="377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595E72A1-679F-D2B1-EF6D-4B6062F50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780" y="609600"/>
            <a:ext cx="7050032" cy="1529982"/>
          </a:xfrm>
        </p:spPr>
        <p:txBody>
          <a:bodyPr anchor="ctr">
            <a:normAutofit fontScale="70000" lnSpcReduction="20000"/>
          </a:bodyPr>
          <a:lstStyle/>
          <a:p>
            <a:r>
              <a:rPr lang="en-US" sz="2400" dirty="0" err="1"/>
              <a:t>Cài</a:t>
            </a:r>
            <a:r>
              <a:rPr lang="en-US" sz="2400" dirty="0"/>
              <a:t> </a:t>
            </a:r>
            <a:r>
              <a:rPr lang="en-US" sz="2400" dirty="0" err="1"/>
              <a:t>đặt</a:t>
            </a:r>
            <a:r>
              <a:rPr lang="en-US" sz="2400" dirty="0"/>
              <a:t> SQL Server </a:t>
            </a:r>
            <a:r>
              <a:rPr lang="en-US" sz="2400" dirty="0" smtClean="0"/>
              <a:t>Express 2018 </a:t>
            </a:r>
            <a:r>
              <a:rPr lang="en-US" sz="2400" dirty="0"/>
              <a:t>(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chưa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SQL Server</a:t>
            </a:r>
            <a:r>
              <a:rPr lang="en-US" sz="2400" dirty="0" smtClean="0"/>
              <a:t>)</a:t>
            </a:r>
          </a:p>
          <a:p>
            <a:pPr lvl="1"/>
            <a:r>
              <a:rPr lang="en-US" sz="2000" dirty="0" err="1" smtClean="0"/>
              <a:t>Bản</a:t>
            </a:r>
            <a:r>
              <a:rPr lang="en-US" sz="2000" dirty="0" smtClean="0"/>
              <a:t> SQL Express: Server Name = [</a:t>
            </a:r>
            <a:r>
              <a:rPr lang="en-US" sz="2000" dirty="0" err="1" smtClean="0"/>
              <a:t>Tên</a:t>
            </a:r>
            <a:r>
              <a:rPr lang="en-US" sz="2000" dirty="0" smtClean="0"/>
              <a:t> </a:t>
            </a:r>
            <a:r>
              <a:rPr lang="en-US" sz="2000" dirty="0" err="1" smtClean="0"/>
              <a:t>máy</a:t>
            </a:r>
            <a:r>
              <a:rPr lang="en-US" sz="2000" dirty="0" smtClean="0"/>
              <a:t>\SQLEXPRESS</a:t>
            </a:r>
          </a:p>
          <a:p>
            <a:pPr lvl="1"/>
            <a:r>
              <a:rPr lang="en-US" sz="2000" dirty="0" err="1" smtClean="0"/>
              <a:t>Bản</a:t>
            </a:r>
            <a:r>
              <a:rPr lang="en-US" sz="2000" dirty="0" smtClean="0"/>
              <a:t> for Developer: Server Name = localhost</a:t>
            </a:r>
            <a:endParaRPr lang="en-US" sz="2000" dirty="0"/>
          </a:p>
          <a:p>
            <a:r>
              <a:rPr lang="en-US" sz="2400" dirty="0" err="1"/>
              <a:t>Vào</a:t>
            </a:r>
            <a:r>
              <a:rPr lang="en-US" sz="2400" dirty="0"/>
              <a:t> SQL Server, </a:t>
            </a:r>
            <a:r>
              <a:rPr lang="en-US" sz="2400" dirty="0" err="1"/>
              <a:t>tạo</a:t>
            </a:r>
            <a:r>
              <a:rPr lang="en-US" sz="2400" dirty="0"/>
              <a:t> DB </a:t>
            </a:r>
            <a:r>
              <a:rPr lang="en-US" sz="2400" dirty="0" err="1"/>
              <a:t>tên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FFFF00"/>
                </a:solidFill>
              </a:rPr>
              <a:t>MyStore</a:t>
            </a:r>
            <a:endParaRPr lang="en-US" sz="2400" dirty="0">
              <a:solidFill>
                <a:srgbClr val="FFFF00"/>
              </a:solidFill>
            </a:endParaRPr>
          </a:p>
          <a:p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file </a:t>
            </a:r>
            <a:r>
              <a:rPr lang="en-US" sz="2400" dirty="0" err="1">
                <a:solidFill>
                  <a:srgbClr val="FFFF00"/>
                </a:solidFill>
              </a:rPr>
              <a:t>Database2024.txt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bảng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mối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giữa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bảng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59FBD-B23B-9F35-CAF4-32ADE6896152}"/>
              </a:ext>
            </a:extLst>
          </p:cNvPr>
          <p:cNvSpPr txBox="1"/>
          <p:nvPr/>
        </p:nvSpPr>
        <p:spPr>
          <a:xfrm>
            <a:off x="1370012" y="5780175"/>
            <a:ext cx="883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 Video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: </a:t>
            </a:r>
            <a:r>
              <a:rPr lang="en-US" b="0" i="0" u="none" strike="noStrike" dirty="0">
                <a:effectLst/>
                <a:latin typeface="Roboto" panose="02000000000000000000" pitchFamily="2" charset="0"/>
                <a:hlinkClick r:id="rId3"/>
              </a:rPr>
              <a:t>https://</a:t>
            </a:r>
            <a:r>
              <a:rPr lang="en-US" b="0" i="0" u="none" strike="noStrike" dirty="0" err="1">
                <a:effectLst/>
                <a:latin typeface="Roboto" panose="02000000000000000000" pitchFamily="2" charset="0"/>
                <a:hlinkClick r:id="rId3"/>
              </a:rPr>
              <a:t>youtu.be</a:t>
            </a:r>
            <a:r>
              <a:rPr lang="en-US" b="0" i="0" u="none" strike="noStrike" dirty="0">
                <a:effectLst/>
                <a:latin typeface="Roboto" panose="02000000000000000000" pitchFamily="2" charset="0"/>
                <a:hlinkClick r:id="rId3"/>
              </a:rPr>
              <a:t>/</a:t>
            </a:r>
            <a:r>
              <a:rPr lang="en-US" b="0" i="0" u="none" strike="noStrike" dirty="0" err="1">
                <a:effectLst/>
                <a:latin typeface="Roboto" panose="02000000000000000000" pitchFamily="2" charset="0"/>
                <a:hlinkClick r:id="rId3"/>
              </a:rPr>
              <a:t>EJCGstBklvk</a:t>
            </a:r>
            <a:endParaRPr lang="en-US" b="0" i="0" u="none" strike="noStrike" dirty="0">
              <a:effectLst/>
              <a:latin typeface="Roboto" panose="02000000000000000000" pitchFamily="2" charset="0"/>
            </a:endParaRPr>
          </a:p>
          <a:p>
            <a:endParaRPr lang="en-US" dirty="0">
              <a:latin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</a:rPr>
              <a:t>Link file </a:t>
            </a:r>
            <a:r>
              <a:rPr lang="en-US" dirty="0" err="1">
                <a:latin typeface="Roboto" panose="02000000000000000000" pitchFamily="2" charset="0"/>
              </a:rPr>
              <a:t>Database2024.txt</a:t>
            </a:r>
            <a:r>
              <a:rPr lang="en-US" dirty="0">
                <a:latin typeface="Roboto" panose="02000000000000000000" pitchFamily="2" charset="0"/>
              </a:rPr>
              <a:t>: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EA3FD2-8372-3B75-03C7-BFD7E4F56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6212" y="2249827"/>
            <a:ext cx="5768999" cy="3258312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E1332F4-870A-1FA3-F045-4CBF74DA19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054763"/>
              </p:ext>
            </p:extLst>
          </p:nvPr>
        </p:nvGraphicFramePr>
        <p:xfrm>
          <a:off x="4189412" y="6316154"/>
          <a:ext cx="914400" cy="774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Packager Shell Object" showAsIcon="1" r:id="rId5" imgW="914400" imgH="774746" progId="Package">
                  <p:embed/>
                </p:oleObj>
              </mc:Choice>
              <mc:Fallback>
                <p:oleObj name="Packager Shell Object" showAsIcon="1" r:id="rId5" imgW="914400" imgH="774746" progId="Package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E1332F4-870A-1FA3-F045-4CBF74DA19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89412" y="6316154"/>
                        <a:ext cx="914400" cy="774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1043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976DE-E665-3F90-84C7-CAFC032C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28" y="548640"/>
            <a:ext cx="3599923" cy="5431536"/>
          </a:xfrm>
        </p:spPr>
        <p:txBody>
          <a:bodyPr>
            <a:normAutofit/>
          </a:bodyPr>
          <a:lstStyle/>
          <a:p>
            <a:r>
              <a:rPr lang="en-US" sz="5400" dirty="0" err="1"/>
              <a:t>Khởi</a:t>
            </a:r>
            <a:r>
              <a:rPr lang="en-US" sz="5400" dirty="0"/>
              <a:t> </a:t>
            </a:r>
            <a:r>
              <a:rPr lang="en-US" sz="5400" dirty="0" err="1"/>
              <a:t>tạo</a:t>
            </a:r>
            <a:r>
              <a:rPr lang="en-US" sz="5400" dirty="0"/>
              <a:t> </a:t>
            </a:r>
            <a:r>
              <a:rPr lang="en-US" sz="5400" dirty="0" err="1"/>
              <a:t>dự</a:t>
            </a:r>
            <a:r>
              <a:rPr lang="en-US" sz="5400" dirty="0"/>
              <a:t> </a:t>
            </a:r>
            <a:r>
              <a:rPr lang="en-US" sz="5400" dirty="0" err="1"/>
              <a:t>án</a:t>
            </a:r>
            <a:r>
              <a:rPr lang="en-US" sz="5400" dirty="0"/>
              <a:t> </a:t>
            </a:r>
            <a:r>
              <a:rPr lang="en-US" sz="5400" dirty="0" err="1"/>
              <a:t>dạng</a:t>
            </a:r>
            <a:r>
              <a:rPr lang="en-US" sz="5400" dirty="0"/>
              <a:t> </a:t>
            </a:r>
            <a:r>
              <a:rPr lang="en-US" sz="5400" dirty="0" err="1"/>
              <a:t>MVC5</a:t>
            </a:r>
            <a:r>
              <a:rPr lang="en-US" sz="5400" dirty="0"/>
              <a:t> Entity Framework DB First</a:t>
            </a: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2737" y="3258717"/>
            <a:ext cx="4480560" cy="18283"/>
          </a:xfrm>
          <a:custGeom>
            <a:avLst/>
            <a:gdLst>
              <a:gd name="connsiteX0" fmla="*/ 0 w 4480560"/>
              <a:gd name="connsiteY0" fmla="*/ 0 h 18283"/>
              <a:gd name="connsiteX1" fmla="*/ 595274 w 4480560"/>
              <a:gd name="connsiteY1" fmla="*/ 0 h 18283"/>
              <a:gd name="connsiteX2" fmla="*/ 1100938 w 4480560"/>
              <a:gd name="connsiteY2" fmla="*/ 0 h 18283"/>
              <a:gd name="connsiteX3" fmla="*/ 1651406 w 4480560"/>
              <a:gd name="connsiteY3" fmla="*/ 0 h 18283"/>
              <a:gd name="connsiteX4" fmla="*/ 2336292 w 4480560"/>
              <a:gd name="connsiteY4" fmla="*/ 0 h 18283"/>
              <a:gd name="connsiteX5" fmla="*/ 2931566 w 4480560"/>
              <a:gd name="connsiteY5" fmla="*/ 0 h 18283"/>
              <a:gd name="connsiteX6" fmla="*/ 3482035 w 4480560"/>
              <a:gd name="connsiteY6" fmla="*/ 0 h 18283"/>
              <a:gd name="connsiteX7" fmla="*/ 4480560 w 4480560"/>
              <a:gd name="connsiteY7" fmla="*/ 0 h 18283"/>
              <a:gd name="connsiteX8" fmla="*/ 4480560 w 4480560"/>
              <a:gd name="connsiteY8" fmla="*/ 18283 h 18283"/>
              <a:gd name="connsiteX9" fmla="*/ 3840480 w 4480560"/>
              <a:gd name="connsiteY9" fmla="*/ 18283 h 18283"/>
              <a:gd name="connsiteX10" fmla="*/ 3290011 w 4480560"/>
              <a:gd name="connsiteY10" fmla="*/ 18283 h 18283"/>
              <a:gd name="connsiteX11" fmla="*/ 2560320 w 4480560"/>
              <a:gd name="connsiteY11" fmla="*/ 18283 h 18283"/>
              <a:gd name="connsiteX12" fmla="*/ 1965046 w 4480560"/>
              <a:gd name="connsiteY12" fmla="*/ 18283 h 18283"/>
              <a:gd name="connsiteX13" fmla="*/ 1459382 w 4480560"/>
              <a:gd name="connsiteY13" fmla="*/ 18283 h 18283"/>
              <a:gd name="connsiteX14" fmla="*/ 774497 w 4480560"/>
              <a:gd name="connsiteY14" fmla="*/ 18283 h 18283"/>
              <a:gd name="connsiteX15" fmla="*/ 0 w 4480560"/>
              <a:gd name="connsiteY15" fmla="*/ 18283 h 18283"/>
              <a:gd name="connsiteX16" fmla="*/ 0 w 4480560"/>
              <a:gd name="connsiteY16" fmla="*/ 0 h 18283"/>
              <a:gd name="connsiteX0" fmla="*/ 0 w 4480560"/>
              <a:gd name="connsiteY0" fmla="*/ 0 h 18283"/>
              <a:gd name="connsiteX1" fmla="*/ 595274 w 4480560"/>
              <a:gd name="connsiteY1" fmla="*/ 0 h 18283"/>
              <a:gd name="connsiteX2" fmla="*/ 1100938 w 4480560"/>
              <a:gd name="connsiteY2" fmla="*/ 0 h 18283"/>
              <a:gd name="connsiteX3" fmla="*/ 1830629 w 4480560"/>
              <a:gd name="connsiteY3" fmla="*/ 0 h 18283"/>
              <a:gd name="connsiteX4" fmla="*/ 2425903 w 4480560"/>
              <a:gd name="connsiteY4" fmla="*/ 0 h 18283"/>
              <a:gd name="connsiteX5" fmla="*/ 3021178 w 4480560"/>
              <a:gd name="connsiteY5" fmla="*/ 0 h 18283"/>
              <a:gd name="connsiteX6" fmla="*/ 3750869 w 4480560"/>
              <a:gd name="connsiteY6" fmla="*/ 0 h 18283"/>
              <a:gd name="connsiteX7" fmla="*/ 4480560 w 4480560"/>
              <a:gd name="connsiteY7" fmla="*/ 0 h 18283"/>
              <a:gd name="connsiteX8" fmla="*/ 4480560 w 4480560"/>
              <a:gd name="connsiteY8" fmla="*/ 18283 h 18283"/>
              <a:gd name="connsiteX9" fmla="*/ 3930091 w 4480560"/>
              <a:gd name="connsiteY9" fmla="*/ 18283 h 18283"/>
              <a:gd name="connsiteX10" fmla="*/ 3290011 w 4480560"/>
              <a:gd name="connsiteY10" fmla="*/ 18283 h 18283"/>
              <a:gd name="connsiteX11" fmla="*/ 2649931 w 4480560"/>
              <a:gd name="connsiteY11" fmla="*/ 18283 h 18283"/>
              <a:gd name="connsiteX12" fmla="*/ 2054657 w 4480560"/>
              <a:gd name="connsiteY12" fmla="*/ 18283 h 18283"/>
              <a:gd name="connsiteX13" fmla="*/ 1324966 w 4480560"/>
              <a:gd name="connsiteY13" fmla="*/ 18283 h 18283"/>
              <a:gd name="connsiteX14" fmla="*/ 595274 w 4480560"/>
              <a:gd name="connsiteY14" fmla="*/ 18283 h 18283"/>
              <a:gd name="connsiteX15" fmla="*/ 0 w 4480560"/>
              <a:gd name="connsiteY15" fmla="*/ 18283 h 18283"/>
              <a:gd name="connsiteX16" fmla="*/ 0 w 4480560"/>
              <a:gd name="connsiteY16" fmla="*/ 0 h 18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3" fill="none" extrusionOk="0">
                <a:moveTo>
                  <a:pt x="0" y="0"/>
                </a:moveTo>
                <a:cubicBezTo>
                  <a:pt x="267574" y="14606"/>
                  <a:pt x="338605" y="-40"/>
                  <a:pt x="595274" y="0"/>
                </a:cubicBezTo>
                <a:cubicBezTo>
                  <a:pt x="856171" y="-2198"/>
                  <a:pt x="863435" y="-13333"/>
                  <a:pt x="1100938" y="0"/>
                </a:cubicBezTo>
                <a:cubicBezTo>
                  <a:pt x="1340270" y="17713"/>
                  <a:pt x="1418448" y="-18893"/>
                  <a:pt x="1651406" y="0"/>
                </a:cubicBezTo>
                <a:cubicBezTo>
                  <a:pt x="1875387" y="1627"/>
                  <a:pt x="2153037" y="22688"/>
                  <a:pt x="2336292" y="0"/>
                </a:cubicBezTo>
                <a:cubicBezTo>
                  <a:pt x="2522206" y="-4211"/>
                  <a:pt x="2718333" y="34959"/>
                  <a:pt x="2931566" y="0"/>
                </a:cubicBezTo>
                <a:cubicBezTo>
                  <a:pt x="3137043" y="-17106"/>
                  <a:pt x="3304331" y="1415"/>
                  <a:pt x="3482035" y="0"/>
                </a:cubicBezTo>
                <a:cubicBezTo>
                  <a:pt x="3649837" y="-24078"/>
                  <a:pt x="4010577" y="-51921"/>
                  <a:pt x="4480560" y="0"/>
                </a:cubicBezTo>
                <a:cubicBezTo>
                  <a:pt x="4482398" y="6776"/>
                  <a:pt x="4480263" y="12574"/>
                  <a:pt x="4480560" y="18283"/>
                </a:cubicBezTo>
                <a:cubicBezTo>
                  <a:pt x="4305601" y="41515"/>
                  <a:pt x="4025154" y="26457"/>
                  <a:pt x="3840480" y="18283"/>
                </a:cubicBezTo>
                <a:cubicBezTo>
                  <a:pt x="3668919" y="-12336"/>
                  <a:pt x="3556555" y="-12679"/>
                  <a:pt x="3290011" y="18283"/>
                </a:cubicBezTo>
                <a:cubicBezTo>
                  <a:pt x="2991827" y="18167"/>
                  <a:pt x="2862038" y="-22527"/>
                  <a:pt x="2560320" y="18283"/>
                </a:cubicBezTo>
                <a:cubicBezTo>
                  <a:pt x="2273396" y="37371"/>
                  <a:pt x="2159701" y="39993"/>
                  <a:pt x="1965046" y="18283"/>
                </a:cubicBezTo>
                <a:cubicBezTo>
                  <a:pt x="1785994" y="29183"/>
                  <a:pt x="1686680" y="52315"/>
                  <a:pt x="1459382" y="18283"/>
                </a:cubicBezTo>
                <a:cubicBezTo>
                  <a:pt x="1260610" y="4965"/>
                  <a:pt x="913962" y="31527"/>
                  <a:pt x="774497" y="18283"/>
                </a:cubicBezTo>
                <a:cubicBezTo>
                  <a:pt x="689426" y="1848"/>
                  <a:pt x="378264" y="6318"/>
                  <a:pt x="0" y="18283"/>
                </a:cubicBezTo>
                <a:cubicBezTo>
                  <a:pt x="65" y="12033"/>
                  <a:pt x="-93" y="4430"/>
                  <a:pt x="0" y="0"/>
                </a:cubicBezTo>
                <a:close/>
              </a:path>
              <a:path w="4480560" h="18283" stroke="0" extrusionOk="0">
                <a:moveTo>
                  <a:pt x="0" y="0"/>
                </a:moveTo>
                <a:cubicBezTo>
                  <a:pt x="290844" y="5546"/>
                  <a:pt x="318443" y="10543"/>
                  <a:pt x="595274" y="0"/>
                </a:cubicBezTo>
                <a:cubicBezTo>
                  <a:pt x="862223" y="-10630"/>
                  <a:pt x="1008164" y="-6970"/>
                  <a:pt x="1100938" y="0"/>
                </a:cubicBezTo>
                <a:cubicBezTo>
                  <a:pt x="1231751" y="-9052"/>
                  <a:pt x="1563421" y="-55931"/>
                  <a:pt x="1830629" y="0"/>
                </a:cubicBezTo>
                <a:cubicBezTo>
                  <a:pt x="2081843" y="38764"/>
                  <a:pt x="2181743" y="16966"/>
                  <a:pt x="2425903" y="0"/>
                </a:cubicBezTo>
                <a:cubicBezTo>
                  <a:pt x="2657412" y="-20059"/>
                  <a:pt x="2795431" y="8423"/>
                  <a:pt x="3021178" y="0"/>
                </a:cubicBezTo>
                <a:cubicBezTo>
                  <a:pt x="3275119" y="-4749"/>
                  <a:pt x="3480943" y="2522"/>
                  <a:pt x="3750869" y="0"/>
                </a:cubicBezTo>
                <a:cubicBezTo>
                  <a:pt x="4005211" y="16055"/>
                  <a:pt x="4302144" y="-2969"/>
                  <a:pt x="4480560" y="0"/>
                </a:cubicBezTo>
                <a:cubicBezTo>
                  <a:pt x="4480501" y="6202"/>
                  <a:pt x="4480230" y="10215"/>
                  <a:pt x="4480560" y="18283"/>
                </a:cubicBezTo>
                <a:cubicBezTo>
                  <a:pt x="4261480" y="-5436"/>
                  <a:pt x="4206199" y="33096"/>
                  <a:pt x="3930091" y="18283"/>
                </a:cubicBezTo>
                <a:cubicBezTo>
                  <a:pt x="3666932" y="-10907"/>
                  <a:pt x="3493645" y="19371"/>
                  <a:pt x="3290011" y="18283"/>
                </a:cubicBezTo>
                <a:cubicBezTo>
                  <a:pt x="3137078" y="-36465"/>
                  <a:pt x="2894690" y="-13381"/>
                  <a:pt x="2649931" y="18283"/>
                </a:cubicBezTo>
                <a:cubicBezTo>
                  <a:pt x="2413020" y="25861"/>
                  <a:pt x="2225991" y="-5992"/>
                  <a:pt x="2054657" y="18283"/>
                </a:cubicBezTo>
                <a:cubicBezTo>
                  <a:pt x="1886877" y="42108"/>
                  <a:pt x="1548763" y="49957"/>
                  <a:pt x="1324966" y="18283"/>
                </a:cubicBezTo>
                <a:cubicBezTo>
                  <a:pt x="1040995" y="6464"/>
                  <a:pt x="786929" y="-13088"/>
                  <a:pt x="595274" y="18283"/>
                </a:cubicBezTo>
                <a:cubicBezTo>
                  <a:pt x="371401" y="37398"/>
                  <a:pt x="168483" y="27734"/>
                  <a:pt x="0" y="18283"/>
                </a:cubicBezTo>
                <a:cubicBezTo>
                  <a:pt x="-757" y="9900"/>
                  <a:pt x="1321" y="3818"/>
                  <a:pt x="0" y="0"/>
                </a:cubicBezTo>
                <a:close/>
              </a:path>
              <a:path w="4480560" h="18283" fill="none" stroke="0" extrusionOk="0">
                <a:moveTo>
                  <a:pt x="0" y="0"/>
                </a:moveTo>
                <a:cubicBezTo>
                  <a:pt x="254633" y="596"/>
                  <a:pt x="318854" y="8353"/>
                  <a:pt x="595274" y="0"/>
                </a:cubicBezTo>
                <a:cubicBezTo>
                  <a:pt x="857042" y="-2503"/>
                  <a:pt x="863005" y="-13327"/>
                  <a:pt x="1100938" y="0"/>
                </a:cubicBezTo>
                <a:cubicBezTo>
                  <a:pt x="1322315" y="28736"/>
                  <a:pt x="1429801" y="-15572"/>
                  <a:pt x="1651406" y="0"/>
                </a:cubicBezTo>
                <a:cubicBezTo>
                  <a:pt x="1861310" y="20479"/>
                  <a:pt x="2199002" y="36173"/>
                  <a:pt x="2336292" y="0"/>
                </a:cubicBezTo>
                <a:cubicBezTo>
                  <a:pt x="2504451" y="-23230"/>
                  <a:pt x="2735943" y="-3451"/>
                  <a:pt x="2931566" y="0"/>
                </a:cubicBezTo>
                <a:cubicBezTo>
                  <a:pt x="3109081" y="-33272"/>
                  <a:pt x="3310374" y="39503"/>
                  <a:pt x="3482035" y="0"/>
                </a:cubicBezTo>
                <a:cubicBezTo>
                  <a:pt x="3630968" y="-117346"/>
                  <a:pt x="3975789" y="30358"/>
                  <a:pt x="4480560" y="0"/>
                </a:cubicBezTo>
                <a:cubicBezTo>
                  <a:pt x="4482288" y="6637"/>
                  <a:pt x="4481597" y="12514"/>
                  <a:pt x="4480560" y="18283"/>
                </a:cubicBezTo>
                <a:cubicBezTo>
                  <a:pt x="4299745" y="12592"/>
                  <a:pt x="4055484" y="58791"/>
                  <a:pt x="3840480" y="18283"/>
                </a:cubicBezTo>
                <a:cubicBezTo>
                  <a:pt x="3665362" y="18971"/>
                  <a:pt x="3548412" y="11099"/>
                  <a:pt x="3290011" y="18283"/>
                </a:cubicBezTo>
                <a:cubicBezTo>
                  <a:pt x="3037450" y="41490"/>
                  <a:pt x="2862123" y="47734"/>
                  <a:pt x="2560320" y="18283"/>
                </a:cubicBezTo>
                <a:cubicBezTo>
                  <a:pt x="2308793" y="11723"/>
                  <a:pt x="2153402" y="-21404"/>
                  <a:pt x="1965046" y="18283"/>
                </a:cubicBezTo>
                <a:cubicBezTo>
                  <a:pt x="1778601" y="30511"/>
                  <a:pt x="1672011" y="28407"/>
                  <a:pt x="1459382" y="18283"/>
                </a:cubicBezTo>
                <a:cubicBezTo>
                  <a:pt x="1212351" y="-5289"/>
                  <a:pt x="906131" y="17426"/>
                  <a:pt x="774497" y="18283"/>
                </a:cubicBezTo>
                <a:cubicBezTo>
                  <a:pt x="636671" y="-42716"/>
                  <a:pt x="331670" y="6272"/>
                  <a:pt x="0" y="18283"/>
                </a:cubicBezTo>
                <a:cubicBezTo>
                  <a:pt x="-1001" y="12215"/>
                  <a:pt x="10" y="439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custGeom>
                    <a:avLst/>
                    <a:gdLst>
                      <a:gd name="connsiteX0" fmla="*/ 0 w 4480560"/>
                      <a:gd name="connsiteY0" fmla="*/ 0 h 18283"/>
                      <a:gd name="connsiteX1" fmla="*/ 595274 w 4480560"/>
                      <a:gd name="connsiteY1" fmla="*/ 0 h 18283"/>
                      <a:gd name="connsiteX2" fmla="*/ 1100938 w 4480560"/>
                      <a:gd name="connsiteY2" fmla="*/ 0 h 18283"/>
                      <a:gd name="connsiteX3" fmla="*/ 1651406 w 4480560"/>
                      <a:gd name="connsiteY3" fmla="*/ 0 h 18283"/>
                      <a:gd name="connsiteX4" fmla="*/ 2336292 w 4480560"/>
                      <a:gd name="connsiteY4" fmla="*/ 0 h 18283"/>
                      <a:gd name="connsiteX5" fmla="*/ 2931566 w 4480560"/>
                      <a:gd name="connsiteY5" fmla="*/ 0 h 18283"/>
                      <a:gd name="connsiteX6" fmla="*/ 3482035 w 4480560"/>
                      <a:gd name="connsiteY6" fmla="*/ 0 h 18283"/>
                      <a:gd name="connsiteX7" fmla="*/ 4480560 w 4480560"/>
                      <a:gd name="connsiteY7" fmla="*/ 0 h 18283"/>
                      <a:gd name="connsiteX8" fmla="*/ 4480560 w 4480560"/>
                      <a:gd name="connsiteY8" fmla="*/ 18283 h 18283"/>
                      <a:gd name="connsiteX9" fmla="*/ 3840480 w 4480560"/>
                      <a:gd name="connsiteY9" fmla="*/ 18283 h 18283"/>
                      <a:gd name="connsiteX10" fmla="*/ 3290011 w 4480560"/>
                      <a:gd name="connsiteY10" fmla="*/ 18283 h 18283"/>
                      <a:gd name="connsiteX11" fmla="*/ 2560320 w 4480560"/>
                      <a:gd name="connsiteY11" fmla="*/ 18283 h 18283"/>
                      <a:gd name="connsiteX12" fmla="*/ 1965046 w 4480560"/>
                      <a:gd name="connsiteY12" fmla="*/ 18283 h 18283"/>
                      <a:gd name="connsiteX13" fmla="*/ 1459382 w 4480560"/>
                      <a:gd name="connsiteY13" fmla="*/ 18283 h 18283"/>
                      <a:gd name="connsiteX14" fmla="*/ 774497 w 4480560"/>
                      <a:gd name="connsiteY14" fmla="*/ 18283 h 18283"/>
                      <a:gd name="connsiteX15" fmla="*/ 0 w 4480560"/>
                      <a:gd name="connsiteY15" fmla="*/ 18283 h 18283"/>
                      <a:gd name="connsiteX16" fmla="*/ 0 w 4480560"/>
                      <a:gd name="connsiteY16" fmla="*/ 0 h 182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480560" h="18283" fill="none" extrusionOk="0">
                        <a:moveTo>
                          <a:pt x="0" y="0"/>
                        </a:moveTo>
                        <a:cubicBezTo>
                          <a:pt x="267821" y="8731"/>
                          <a:pt x="334105" y="2629"/>
                          <a:pt x="595274" y="0"/>
                        </a:cubicBezTo>
                        <a:cubicBezTo>
                          <a:pt x="856443" y="-2629"/>
                          <a:pt x="863808" y="-13353"/>
                          <a:pt x="1100938" y="0"/>
                        </a:cubicBezTo>
                        <a:cubicBezTo>
                          <a:pt x="1338068" y="13353"/>
                          <a:pt x="1431663" y="-25862"/>
                          <a:pt x="1651406" y="0"/>
                        </a:cubicBezTo>
                        <a:cubicBezTo>
                          <a:pt x="1871149" y="25862"/>
                          <a:pt x="2173163" y="23827"/>
                          <a:pt x="2336292" y="0"/>
                        </a:cubicBezTo>
                        <a:cubicBezTo>
                          <a:pt x="2499421" y="-23827"/>
                          <a:pt x="2720589" y="28148"/>
                          <a:pt x="2931566" y="0"/>
                        </a:cubicBezTo>
                        <a:cubicBezTo>
                          <a:pt x="3142543" y="-28148"/>
                          <a:pt x="3323630" y="27022"/>
                          <a:pt x="3482035" y="0"/>
                        </a:cubicBezTo>
                        <a:cubicBezTo>
                          <a:pt x="3640440" y="-27022"/>
                          <a:pt x="4012110" y="-20118"/>
                          <a:pt x="4480560" y="0"/>
                        </a:cubicBezTo>
                        <a:cubicBezTo>
                          <a:pt x="4481301" y="6085"/>
                          <a:pt x="4481091" y="12392"/>
                          <a:pt x="4480560" y="18283"/>
                        </a:cubicBezTo>
                        <a:cubicBezTo>
                          <a:pt x="4314132" y="14919"/>
                          <a:pt x="4028383" y="36627"/>
                          <a:pt x="3840480" y="18283"/>
                        </a:cubicBezTo>
                        <a:cubicBezTo>
                          <a:pt x="3652577" y="-61"/>
                          <a:pt x="3547615" y="2843"/>
                          <a:pt x="3290011" y="18283"/>
                        </a:cubicBezTo>
                        <a:cubicBezTo>
                          <a:pt x="3032407" y="33723"/>
                          <a:pt x="2830268" y="8714"/>
                          <a:pt x="2560320" y="18283"/>
                        </a:cubicBezTo>
                        <a:cubicBezTo>
                          <a:pt x="2290372" y="27852"/>
                          <a:pt x="2147422" y="6723"/>
                          <a:pt x="1965046" y="18283"/>
                        </a:cubicBezTo>
                        <a:cubicBezTo>
                          <a:pt x="1782670" y="29843"/>
                          <a:pt x="1689791" y="40675"/>
                          <a:pt x="1459382" y="18283"/>
                        </a:cubicBezTo>
                        <a:cubicBezTo>
                          <a:pt x="1228973" y="-4109"/>
                          <a:pt x="915486" y="36496"/>
                          <a:pt x="774497" y="18283"/>
                        </a:cubicBezTo>
                        <a:cubicBezTo>
                          <a:pt x="633508" y="70"/>
                          <a:pt x="361442" y="-11112"/>
                          <a:pt x="0" y="18283"/>
                        </a:cubicBezTo>
                        <a:cubicBezTo>
                          <a:pt x="-563" y="11432"/>
                          <a:pt x="-159" y="4269"/>
                          <a:pt x="0" y="0"/>
                        </a:cubicBezTo>
                        <a:close/>
                      </a:path>
                      <a:path w="4480560" h="18283" stroke="0" extrusionOk="0">
                        <a:moveTo>
                          <a:pt x="0" y="0"/>
                        </a:moveTo>
                        <a:cubicBezTo>
                          <a:pt x="285465" y="225"/>
                          <a:pt x="322691" y="16223"/>
                          <a:pt x="595274" y="0"/>
                        </a:cubicBezTo>
                        <a:cubicBezTo>
                          <a:pt x="867857" y="-16223"/>
                          <a:pt x="989129" y="-11242"/>
                          <a:pt x="1100938" y="0"/>
                        </a:cubicBezTo>
                        <a:cubicBezTo>
                          <a:pt x="1212747" y="11242"/>
                          <a:pt x="1574350" y="-36410"/>
                          <a:pt x="1830629" y="0"/>
                        </a:cubicBezTo>
                        <a:cubicBezTo>
                          <a:pt x="2086908" y="36410"/>
                          <a:pt x="2180922" y="4645"/>
                          <a:pt x="2425903" y="0"/>
                        </a:cubicBezTo>
                        <a:cubicBezTo>
                          <a:pt x="2670884" y="-4645"/>
                          <a:pt x="2782024" y="22929"/>
                          <a:pt x="3021178" y="0"/>
                        </a:cubicBezTo>
                        <a:cubicBezTo>
                          <a:pt x="3260332" y="-22929"/>
                          <a:pt x="3456982" y="-1586"/>
                          <a:pt x="3750869" y="0"/>
                        </a:cubicBezTo>
                        <a:cubicBezTo>
                          <a:pt x="4044756" y="1586"/>
                          <a:pt x="4302726" y="17043"/>
                          <a:pt x="4480560" y="0"/>
                        </a:cubicBezTo>
                        <a:cubicBezTo>
                          <a:pt x="4480452" y="6702"/>
                          <a:pt x="4480053" y="10739"/>
                          <a:pt x="4480560" y="18283"/>
                        </a:cubicBezTo>
                        <a:cubicBezTo>
                          <a:pt x="4279652" y="-6855"/>
                          <a:pt x="4200762" y="41561"/>
                          <a:pt x="3930091" y="18283"/>
                        </a:cubicBezTo>
                        <a:cubicBezTo>
                          <a:pt x="3659420" y="-4995"/>
                          <a:pt x="3456052" y="22289"/>
                          <a:pt x="3290011" y="18283"/>
                        </a:cubicBezTo>
                        <a:cubicBezTo>
                          <a:pt x="3123970" y="14277"/>
                          <a:pt x="2882392" y="32813"/>
                          <a:pt x="2649931" y="18283"/>
                        </a:cubicBezTo>
                        <a:cubicBezTo>
                          <a:pt x="2417470" y="3753"/>
                          <a:pt x="2238426" y="7332"/>
                          <a:pt x="2054657" y="18283"/>
                        </a:cubicBezTo>
                        <a:cubicBezTo>
                          <a:pt x="1870888" y="29234"/>
                          <a:pt x="1566368" y="45035"/>
                          <a:pt x="1324966" y="18283"/>
                        </a:cubicBezTo>
                        <a:cubicBezTo>
                          <a:pt x="1083564" y="-8469"/>
                          <a:pt x="787410" y="10941"/>
                          <a:pt x="595274" y="18283"/>
                        </a:cubicBezTo>
                        <a:cubicBezTo>
                          <a:pt x="403138" y="25625"/>
                          <a:pt x="169622" y="10494"/>
                          <a:pt x="0" y="18283"/>
                        </a:cubicBezTo>
                        <a:cubicBezTo>
                          <a:pt x="-310" y="10292"/>
                          <a:pt x="802" y="377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595E72A1-679F-D2B1-EF6D-4B6062F50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780" y="990599"/>
            <a:ext cx="7050032" cy="3048001"/>
          </a:xfrm>
        </p:spPr>
        <p:txBody>
          <a:bodyPr anchor="ctr">
            <a:normAutofit lnSpcReduction="10000"/>
          </a:bodyPr>
          <a:lstStyle/>
          <a:p>
            <a:r>
              <a:rPr lang="en-US" sz="2400" dirty="0" err="1"/>
              <a:t>Tạo</a:t>
            </a:r>
            <a:r>
              <a:rPr lang="en-US" sz="2400" dirty="0"/>
              <a:t> project MVC, </a:t>
            </a:r>
            <a:r>
              <a:rPr lang="en-US" sz="2400" dirty="0" err="1"/>
              <a:t>đặt</a:t>
            </a:r>
            <a:r>
              <a:rPr lang="en-US" sz="2400" dirty="0"/>
              <a:t> </a:t>
            </a:r>
            <a:r>
              <a:rPr lang="en-US" sz="2400" dirty="0" err="1"/>
              <a:t>tên</a:t>
            </a:r>
            <a:r>
              <a:rPr lang="en-US" sz="2400" dirty="0"/>
              <a:t> </a:t>
            </a:r>
            <a:r>
              <a:rPr lang="en-US" sz="2400" b="1" dirty="0" err="1">
                <a:solidFill>
                  <a:srgbClr val="FFFF00"/>
                </a:solidFill>
              </a:rPr>
              <a:t>MaSV_LTW</a:t>
            </a:r>
            <a:endParaRPr lang="en-US" sz="2400" b="1" dirty="0">
              <a:solidFill>
                <a:srgbClr val="FFFF00"/>
              </a:solidFill>
            </a:endParaRPr>
          </a:p>
          <a:p>
            <a:r>
              <a:rPr lang="en-US" sz="2400" dirty="0" err="1"/>
              <a:t>Cài</a:t>
            </a:r>
            <a:r>
              <a:rPr lang="en-US" sz="2400" dirty="0"/>
              <a:t> </a:t>
            </a:r>
            <a:r>
              <a:rPr lang="en-US" sz="2400" dirty="0" err="1"/>
              <a:t>đặt</a:t>
            </a:r>
            <a:r>
              <a:rPr lang="en-US" sz="2400" dirty="0"/>
              <a:t> </a:t>
            </a:r>
            <a:r>
              <a:rPr lang="en-US" sz="2400" dirty="0" err="1"/>
              <a:t>gói</a:t>
            </a:r>
            <a:r>
              <a:rPr lang="en-US" sz="2400" dirty="0"/>
              <a:t> Entity Framework (</a:t>
            </a:r>
            <a:r>
              <a:rPr lang="en-US" sz="2400" dirty="0">
                <a:solidFill>
                  <a:srgbClr val="FFFF00"/>
                </a:solidFill>
              </a:rPr>
              <a:t>tool\</a:t>
            </a:r>
            <a:r>
              <a:rPr lang="en-US" sz="2400" dirty="0" err="1">
                <a:solidFill>
                  <a:srgbClr val="FFFF00"/>
                </a:solidFill>
              </a:rPr>
              <a:t>nuget</a:t>
            </a:r>
            <a:r>
              <a:rPr lang="en-US" sz="2400" dirty="0">
                <a:solidFill>
                  <a:srgbClr val="FFFF00"/>
                </a:solidFill>
              </a:rPr>
              <a:t> package manager\Manage </a:t>
            </a:r>
            <a:r>
              <a:rPr lang="en-US" sz="2400" dirty="0" err="1">
                <a:solidFill>
                  <a:srgbClr val="FFFF00"/>
                </a:solidFill>
              </a:rPr>
              <a:t>nuget</a:t>
            </a:r>
            <a:r>
              <a:rPr lang="en-US" sz="2400" dirty="0">
                <a:solidFill>
                  <a:srgbClr val="FFFF00"/>
                </a:solidFill>
              </a:rPr>
              <a:t> for solution\EF6</a:t>
            </a:r>
            <a:r>
              <a:rPr lang="en-US" sz="2400" dirty="0"/>
              <a:t>)</a:t>
            </a:r>
          </a:p>
          <a:p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nối</a:t>
            </a:r>
            <a:r>
              <a:rPr lang="en-US" sz="2400" dirty="0"/>
              <a:t> DB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tạo</a:t>
            </a:r>
            <a:r>
              <a:rPr lang="en-US" sz="2400" dirty="0"/>
              <a:t> Model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dạng</a:t>
            </a:r>
            <a:r>
              <a:rPr lang="en-US" sz="2400" dirty="0"/>
              <a:t> DB First</a:t>
            </a:r>
          </a:p>
          <a:p>
            <a:pPr lvl="1"/>
            <a:r>
              <a:rPr lang="en-US" sz="2000" dirty="0" err="1"/>
              <a:t>Vào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FF00"/>
                </a:solidFill>
              </a:rPr>
              <a:t>Models\Add\New Item\C#\Data\</a:t>
            </a:r>
            <a:r>
              <a:rPr lang="en-US" sz="2000" dirty="0" err="1">
                <a:solidFill>
                  <a:srgbClr val="FFFF00"/>
                </a:solidFill>
              </a:rPr>
              <a:t>ADO.NET</a:t>
            </a:r>
            <a:r>
              <a:rPr lang="en-US" sz="2000" dirty="0">
                <a:solidFill>
                  <a:srgbClr val="FFFF00"/>
                </a:solidFill>
              </a:rPr>
              <a:t> Entity Data Model</a:t>
            </a:r>
          </a:p>
          <a:p>
            <a:pPr lvl="1"/>
            <a:r>
              <a:rPr lang="en-US" sz="2000" dirty="0" err="1"/>
              <a:t>Đặt</a:t>
            </a:r>
            <a:r>
              <a:rPr lang="en-US" sz="2000" dirty="0"/>
              <a:t> </a:t>
            </a:r>
            <a:r>
              <a:rPr lang="en-US" sz="2000" dirty="0" err="1"/>
              <a:t>tên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FFFF00"/>
                </a:solidFill>
              </a:rPr>
              <a:t>MyStoreModel</a:t>
            </a:r>
            <a:endParaRPr lang="en-US" sz="2000" dirty="0">
              <a:solidFill>
                <a:srgbClr val="FFFF00"/>
              </a:solidFill>
            </a:endParaRPr>
          </a:p>
          <a:p>
            <a:pPr lvl="1"/>
            <a:r>
              <a:rPr lang="en-US" sz="2000" dirty="0" err="1"/>
              <a:t>Chọn</a:t>
            </a:r>
            <a:r>
              <a:rPr lang="en-US" sz="2000" dirty="0"/>
              <a:t> </a:t>
            </a:r>
            <a:r>
              <a:rPr lang="en-US" sz="2000" dirty="0" err="1"/>
              <a:t>kiểu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FF00"/>
                </a:solidFill>
              </a:rPr>
              <a:t>EF Designer from Database</a:t>
            </a:r>
          </a:p>
          <a:p>
            <a:pPr lvl="1"/>
            <a:r>
              <a:rPr lang="en-US" sz="2000" dirty="0" err="1"/>
              <a:t>Chọn</a:t>
            </a:r>
            <a:r>
              <a:rPr lang="en-US" sz="2000" dirty="0"/>
              <a:t> DB </a:t>
            </a:r>
            <a:r>
              <a:rPr lang="en-US" sz="2000" dirty="0" err="1">
                <a:solidFill>
                  <a:srgbClr val="FFFF00"/>
                </a:solidFill>
              </a:rPr>
              <a:t>MyStore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nối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59FBD-B23B-9F35-CAF4-32ADE6896152}"/>
              </a:ext>
            </a:extLst>
          </p:cNvPr>
          <p:cNvSpPr txBox="1"/>
          <p:nvPr/>
        </p:nvSpPr>
        <p:spPr>
          <a:xfrm>
            <a:off x="1370012" y="6011587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 Video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: </a:t>
            </a:r>
            <a:r>
              <a:rPr lang="en-US" b="0" i="0" u="none" strike="noStrike" dirty="0">
                <a:effectLst/>
                <a:latin typeface="Roboto" panose="02000000000000000000" pitchFamily="2" charset="0"/>
                <a:hlinkClick r:id="rId2"/>
              </a:rPr>
              <a:t>https://</a:t>
            </a:r>
            <a:r>
              <a:rPr lang="en-US" b="0" i="0" u="none" strike="noStrike" dirty="0" err="1">
                <a:effectLst/>
                <a:latin typeface="Roboto" panose="02000000000000000000" pitchFamily="2" charset="0"/>
                <a:hlinkClick r:id="rId2"/>
              </a:rPr>
              <a:t>youtu.be</a:t>
            </a:r>
            <a:r>
              <a:rPr lang="en-US" b="0" i="0" u="none" strike="noStrike" dirty="0">
                <a:effectLst/>
                <a:latin typeface="Roboto" panose="02000000000000000000" pitchFamily="2" charset="0"/>
                <a:hlinkClick r:id="rId2"/>
              </a:rPr>
              <a:t>/</a:t>
            </a:r>
            <a:r>
              <a:rPr lang="en-US" b="0" i="0" u="none" strike="noStrike" dirty="0" err="1">
                <a:effectLst/>
                <a:latin typeface="Roboto" panose="02000000000000000000" pitchFamily="2" charset="0"/>
                <a:hlinkClick r:id="rId2"/>
              </a:rPr>
              <a:t>EJCGstBklvk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1C2678-D1FA-B9F1-35EE-1CE5BE83C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40" y="4128349"/>
            <a:ext cx="7002907" cy="166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40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976DE-E665-3F90-84C7-CAFC032C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28" y="548640"/>
            <a:ext cx="3599923" cy="5431536"/>
          </a:xfrm>
        </p:spPr>
        <p:txBody>
          <a:bodyPr>
            <a:normAutofit/>
          </a:bodyPr>
          <a:lstStyle/>
          <a:p>
            <a:r>
              <a:rPr lang="en-US" sz="5300" dirty="0" err="1"/>
              <a:t>Tạo</a:t>
            </a:r>
            <a:r>
              <a:rPr lang="en-US" sz="5300" dirty="0"/>
              <a:t> Area </a:t>
            </a:r>
            <a:r>
              <a:rPr lang="en-US" sz="5300" dirty="0" err="1"/>
              <a:t>để</a:t>
            </a:r>
            <a:r>
              <a:rPr lang="en-US" sz="5300" dirty="0"/>
              <a:t> </a:t>
            </a:r>
            <a:r>
              <a:rPr lang="en-US" sz="5300" dirty="0" err="1"/>
              <a:t>phân</a:t>
            </a:r>
            <a:r>
              <a:rPr lang="en-US" sz="5300" dirty="0"/>
              <a:t> </a:t>
            </a:r>
            <a:r>
              <a:rPr lang="en-US" sz="5300" dirty="0" err="1"/>
              <a:t>vùng</a:t>
            </a:r>
            <a:r>
              <a:rPr lang="en-US" sz="5300" dirty="0"/>
              <a:t> </a:t>
            </a:r>
            <a:r>
              <a:rPr lang="en-US" sz="5300" dirty="0" err="1"/>
              <a:t>ứng</a:t>
            </a:r>
            <a:r>
              <a:rPr lang="en-US" sz="5300" dirty="0"/>
              <a:t> </a:t>
            </a:r>
            <a:r>
              <a:rPr lang="en-US" sz="5300" dirty="0" err="1"/>
              <a:t>dụng</a:t>
            </a:r>
            <a:r>
              <a:rPr lang="en-US" sz="5300" dirty="0"/>
              <a:t> </a:t>
            </a:r>
            <a:r>
              <a:rPr lang="en-US" sz="5300" dirty="0" err="1"/>
              <a:t>theo</a:t>
            </a:r>
            <a:r>
              <a:rPr lang="en-US" sz="5300" dirty="0"/>
              <a:t> Role</a:t>
            </a: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2737" y="3258717"/>
            <a:ext cx="4480560" cy="18283"/>
          </a:xfrm>
          <a:custGeom>
            <a:avLst/>
            <a:gdLst>
              <a:gd name="connsiteX0" fmla="*/ 0 w 4480560"/>
              <a:gd name="connsiteY0" fmla="*/ 0 h 18283"/>
              <a:gd name="connsiteX1" fmla="*/ 595274 w 4480560"/>
              <a:gd name="connsiteY1" fmla="*/ 0 h 18283"/>
              <a:gd name="connsiteX2" fmla="*/ 1100938 w 4480560"/>
              <a:gd name="connsiteY2" fmla="*/ 0 h 18283"/>
              <a:gd name="connsiteX3" fmla="*/ 1651406 w 4480560"/>
              <a:gd name="connsiteY3" fmla="*/ 0 h 18283"/>
              <a:gd name="connsiteX4" fmla="*/ 2336292 w 4480560"/>
              <a:gd name="connsiteY4" fmla="*/ 0 h 18283"/>
              <a:gd name="connsiteX5" fmla="*/ 2931566 w 4480560"/>
              <a:gd name="connsiteY5" fmla="*/ 0 h 18283"/>
              <a:gd name="connsiteX6" fmla="*/ 3482035 w 4480560"/>
              <a:gd name="connsiteY6" fmla="*/ 0 h 18283"/>
              <a:gd name="connsiteX7" fmla="*/ 4480560 w 4480560"/>
              <a:gd name="connsiteY7" fmla="*/ 0 h 18283"/>
              <a:gd name="connsiteX8" fmla="*/ 4480560 w 4480560"/>
              <a:gd name="connsiteY8" fmla="*/ 18283 h 18283"/>
              <a:gd name="connsiteX9" fmla="*/ 3840480 w 4480560"/>
              <a:gd name="connsiteY9" fmla="*/ 18283 h 18283"/>
              <a:gd name="connsiteX10" fmla="*/ 3290011 w 4480560"/>
              <a:gd name="connsiteY10" fmla="*/ 18283 h 18283"/>
              <a:gd name="connsiteX11" fmla="*/ 2560320 w 4480560"/>
              <a:gd name="connsiteY11" fmla="*/ 18283 h 18283"/>
              <a:gd name="connsiteX12" fmla="*/ 1965046 w 4480560"/>
              <a:gd name="connsiteY12" fmla="*/ 18283 h 18283"/>
              <a:gd name="connsiteX13" fmla="*/ 1459382 w 4480560"/>
              <a:gd name="connsiteY13" fmla="*/ 18283 h 18283"/>
              <a:gd name="connsiteX14" fmla="*/ 774497 w 4480560"/>
              <a:gd name="connsiteY14" fmla="*/ 18283 h 18283"/>
              <a:gd name="connsiteX15" fmla="*/ 0 w 4480560"/>
              <a:gd name="connsiteY15" fmla="*/ 18283 h 18283"/>
              <a:gd name="connsiteX16" fmla="*/ 0 w 4480560"/>
              <a:gd name="connsiteY16" fmla="*/ 0 h 18283"/>
              <a:gd name="connsiteX0" fmla="*/ 0 w 4480560"/>
              <a:gd name="connsiteY0" fmla="*/ 0 h 18283"/>
              <a:gd name="connsiteX1" fmla="*/ 595274 w 4480560"/>
              <a:gd name="connsiteY1" fmla="*/ 0 h 18283"/>
              <a:gd name="connsiteX2" fmla="*/ 1100938 w 4480560"/>
              <a:gd name="connsiteY2" fmla="*/ 0 h 18283"/>
              <a:gd name="connsiteX3" fmla="*/ 1830629 w 4480560"/>
              <a:gd name="connsiteY3" fmla="*/ 0 h 18283"/>
              <a:gd name="connsiteX4" fmla="*/ 2425903 w 4480560"/>
              <a:gd name="connsiteY4" fmla="*/ 0 h 18283"/>
              <a:gd name="connsiteX5" fmla="*/ 3021178 w 4480560"/>
              <a:gd name="connsiteY5" fmla="*/ 0 h 18283"/>
              <a:gd name="connsiteX6" fmla="*/ 3750869 w 4480560"/>
              <a:gd name="connsiteY6" fmla="*/ 0 h 18283"/>
              <a:gd name="connsiteX7" fmla="*/ 4480560 w 4480560"/>
              <a:gd name="connsiteY7" fmla="*/ 0 h 18283"/>
              <a:gd name="connsiteX8" fmla="*/ 4480560 w 4480560"/>
              <a:gd name="connsiteY8" fmla="*/ 18283 h 18283"/>
              <a:gd name="connsiteX9" fmla="*/ 3930091 w 4480560"/>
              <a:gd name="connsiteY9" fmla="*/ 18283 h 18283"/>
              <a:gd name="connsiteX10" fmla="*/ 3290011 w 4480560"/>
              <a:gd name="connsiteY10" fmla="*/ 18283 h 18283"/>
              <a:gd name="connsiteX11" fmla="*/ 2649931 w 4480560"/>
              <a:gd name="connsiteY11" fmla="*/ 18283 h 18283"/>
              <a:gd name="connsiteX12" fmla="*/ 2054657 w 4480560"/>
              <a:gd name="connsiteY12" fmla="*/ 18283 h 18283"/>
              <a:gd name="connsiteX13" fmla="*/ 1324966 w 4480560"/>
              <a:gd name="connsiteY13" fmla="*/ 18283 h 18283"/>
              <a:gd name="connsiteX14" fmla="*/ 595274 w 4480560"/>
              <a:gd name="connsiteY14" fmla="*/ 18283 h 18283"/>
              <a:gd name="connsiteX15" fmla="*/ 0 w 4480560"/>
              <a:gd name="connsiteY15" fmla="*/ 18283 h 18283"/>
              <a:gd name="connsiteX16" fmla="*/ 0 w 4480560"/>
              <a:gd name="connsiteY16" fmla="*/ 0 h 18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3" fill="none" extrusionOk="0">
                <a:moveTo>
                  <a:pt x="0" y="0"/>
                </a:moveTo>
                <a:cubicBezTo>
                  <a:pt x="267574" y="14606"/>
                  <a:pt x="338605" y="-40"/>
                  <a:pt x="595274" y="0"/>
                </a:cubicBezTo>
                <a:cubicBezTo>
                  <a:pt x="856171" y="-2198"/>
                  <a:pt x="863435" y="-13333"/>
                  <a:pt x="1100938" y="0"/>
                </a:cubicBezTo>
                <a:cubicBezTo>
                  <a:pt x="1340270" y="17713"/>
                  <a:pt x="1418448" y="-18893"/>
                  <a:pt x="1651406" y="0"/>
                </a:cubicBezTo>
                <a:cubicBezTo>
                  <a:pt x="1875387" y="1627"/>
                  <a:pt x="2153037" y="22688"/>
                  <a:pt x="2336292" y="0"/>
                </a:cubicBezTo>
                <a:cubicBezTo>
                  <a:pt x="2522206" y="-4211"/>
                  <a:pt x="2718333" y="34959"/>
                  <a:pt x="2931566" y="0"/>
                </a:cubicBezTo>
                <a:cubicBezTo>
                  <a:pt x="3137043" y="-17106"/>
                  <a:pt x="3304331" y="1415"/>
                  <a:pt x="3482035" y="0"/>
                </a:cubicBezTo>
                <a:cubicBezTo>
                  <a:pt x="3649837" y="-24078"/>
                  <a:pt x="4010577" y="-51921"/>
                  <a:pt x="4480560" y="0"/>
                </a:cubicBezTo>
                <a:cubicBezTo>
                  <a:pt x="4482398" y="6776"/>
                  <a:pt x="4480263" y="12574"/>
                  <a:pt x="4480560" y="18283"/>
                </a:cubicBezTo>
                <a:cubicBezTo>
                  <a:pt x="4305601" y="41515"/>
                  <a:pt x="4025154" y="26457"/>
                  <a:pt x="3840480" y="18283"/>
                </a:cubicBezTo>
                <a:cubicBezTo>
                  <a:pt x="3668919" y="-12336"/>
                  <a:pt x="3556555" y="-12679"/>
                  <a:pt x="3290011" y="18283"/>
                </a:cubicBezTo>
                <a:cubicBezTo>
                  <a:pt x="2991827" y="18167"/>
                  <a:pt x="2862038" y="-22527"/>
                  <a:pt x="2560320" y="18283"/>
                </a:cubicBezTo>
                <a:cubicBezTo>
                  <a:pt x="2273396" y="37371"/>
                  <a:pt x="2159701" y="39993"/>
                  <a:pt x="1965046" y="18283"/>
                </a:cubicBezTo>
                <a:cubicBezTo>
                  <a:pt x="1785994" y="29183"/>
                  <a:pt x="1686680" y="52315"/>
                  <a:pt x="1459382" y="18283"/>
                </a:cubicBezTo>
                <a:cubicBezTo>
                  <a:pt x="1260610" y="4965"/>
                  <a:pt x="913962" y="31527"/>
                  <a:pt x="774497" y="18283"/>
                </a:cubicBezTo>
                <a:cubicBezTo>
                  <a:pt x="689426" y="1848"/>
                  <a:pt x="378264" y="6318"/>
                  <a:pt x="0" y="18283"/>
                </a:cubicBezTo>
                <a:cubicBezTo>
                  <a:pt x="65" y="12033"/>
                  <a:pt x="-93" y="4430"/>
                  <a:pt x="0" y="0"/>
                </a:cubicBezTo>
                <a:close/>
              </a:path>
              <a:path w="4480560" h="18283" stroke="0" extrusionOk="0">
                <a:moveTo>
                  <a:pt x="0" y="0"/>
                </a:moveTo>
                <a:cubicBezTo>
                  <a:pt x="290844" y="5546"/>
                  <a:pt x="318443" y="10543"/>
                  <a:pt x="595274" y="0"/>
                </a:cubicBezTo>
                <a:cubicBezTo>
                  <a:pt x="862223" y="-10630"/>
                  <a:pt x="1008164" y="-6970"/>
                  <a:pt x="1100938" y="0"/>
                </a:cubicBezTo>
                <a:cubicBezTo>
                  <a:pt x="1231751" y="-9052"/>
                  <a:pt x="1563421" y="-55931"/>
                  <a:pt x="1830629" y="0"/>
                </a:cubicBezTo>
                <a:cubicBezTo>
                  <a:pt x="2081843" y="38764"/>
                  <a:pt x="2181743" y="16966"/>
                  <a:pt x="2425903" y="0"/>
                </a:cubicBezTo>
                <a:cubicBezTo>
                  <a:pt x="2657412" y="-20059"/>
                  <a:pt x="2795431" y="8423"/>
                  <a:pt x="3021178" y="0"/>
                </a:cubicBezTo>
                <a:cubicBezTo>
                  <a:pt x="3275119" y="-4749"/>
                  <a:pt x="3480943" y="2522"/>
                  <a:pt x="3750869" y="0"/>
                </a:cubicBezTo>
                <a:cubicBezTo>
                  <a:pt x="4005211" y="16055"/>
                  <a:pt x="4302144" y="-2969"/>
                  <a:pt x="4480560" y="0"/>
                </a:cubicBezTo>
                <a:cubicBezTo>
                  <a:pt x="4480501" y="6202"/>
                  <a:pt x="4480230" y="10215"/>
                  <a:pt x="4480560" y="18283"/>
                </a:cubicBezTo>
                <a:cubicBezTo>
                  <a:pt x="4261480" y="-5436"/>
                  <a:pt x="4206199" y="33096"/>
                  <a:pt x="3930091" y="18283"/>
                </a:cubicBezTo>
                <a:cubicBezTo>
                  <a:pt x="3666932" y="-10907"/>
                  <a:pt x="3493645" y="19371"/>
                  <a:pt x="3290011" y="18283"/>
                </a:cubicBezTo>
                <a:cubicBezTo>
                  <a:pt x="3137078" y="-36465"/>
                  <a:pt x="2894690" y="-13381"/>
                  <a:pt x="2649931" y="18283"/>
                </a:cubicBezTo>
                <a:cubicBezTo>
                  <a:pt x="2413020" y="25861"/>
                  <a:pt x="2225991" y="-5992"/>
                  <a:pt x="2054657" y="18283"/>
                </a:cubicBezTo>
                <a:cubicBezTo>
                  <a:pt x="1886877" y="42108"/>
                  <a:pt x="1548763" y="49957"/>
                  <a:pt x="1324966" y="18283"/>
                </a:cubicBezTo>
                <a:cubicBezTo>
                  <a:pt x="1040995" y="6464"/>
                  <a:pt x="786929" y="-13088"/>
                  <a:pt x="595274" y="18283"/>
                </a:cubicBezTo>
                <a:cubicBezTo>
                  <a:pt x="371401" y="37398"/>
                  <a:pt x="168483" y="27734"/>
                  <a:pt x="0" y="18283"/>
                </a:cubicBezTo>
                <a:cubicBezTo>
                  <a:pt x="-757" y="9900"/>
                  <a:pt x="1321" y="3818"/>
                  <a:pt x="0" y="0"/>
                </a:cubicBezTo>
                <a:close/>
              </a:path>
              <a:path w="4480560" h="18283" fill="none" stroke="0" extrusionOk="0">
                <a:moveTo>
                  <a:pt x="0" y="0"/>
                </a:moveTo>
                <a:cubicBezTo>
                  <a:pt x="254633" y="596"/>
                  <a:pt x="318854" y="8353"/>
                  <a:pt x="595274" y="0"/>
                </a:cubicBezTo>
                <a:cubicBezTo>
                  <a:pt x="857042" y="-2503"/>
                  <a:pt x="863005" y="-13327"/>
                  <a:pt x="1100938" y="0"/>
                </a:cubicBezTo>
                <a:cubicBezTo>
                  <a:pt x="1322315" y="28736"/>
                  <a:pt x="1429801" y="-15572"/>
                  <a:pt x="1651406" y="0"/>
                </a:cubicBezTo>
                <a:cubicBezTo>
                  <a:pt x="1861310" y="20479"/>
                  <a:pt x="2199002" y="36173"/>
                  <a:pt x="2336292" y="0"/>
                </a:cubicBezTo>
                <a:cubicBezTo>
                  <a:pt x="2504451" y="-23230"/>
                  <a:pt x="2735943" y="-3451"/>
                  <a:pt x="2931566" y="0"/>
                </a:cubicBezTo>
                <a:cubicBezTo>
                  <a:pt x="3109081" y="-33272"/>
                  <a:pt x="3310374" y="39503"/>
                  <a:pt x="3482035" y="0"/>
                </a:cubicBezTo>
                <a:cubicBezTo>
                  <a:pt x="3630968" y="-117346"/>
                  <a:pt x="3975789" y="30358"/>
                  <a:pt x="4480560" y="0"/>
                </a:cubicBezTo>
                <a:cubicBezTo>
                  <a:pt x="4482288" y="6637"/>
                  <a:pt x="4481597" y="12514"/>
                  <a:pt x="4480560" y="18283"/>
                </a:cubicBezTo>
                <a:cubicBezTo>
                  <a:pt x="4299745" y="12592"/>
                  <a:pt x="4055484" y="58791"/>
                  <a:pt x="3840480" y="18283"/>
                </a:cubicBezTo>
                <a:cubicBezTo>
                  <a:pt x="3665362" y="18971"/>
                  <a:pt x="3548412" y="11099"/>
                  <a:pt x="3290011" y="18283"/>
                </a:cubicBezTo>
                <a:cubicBezTo>
                  <a:pt x="3037450" y="41490"/>
                  <a:pt x="2862123" y="47734"/>
                  <a:pt x="2560320" y="18283"/>
                </a:cubicBezTo>
                <a:cubicBezTo>
                  <a:pt x="2308793" y="11723"/>
                  <a:pt x="2153402" y="-21404"/>
                  <a:pt x="1965046" y="18283"/>
                </a:cubicBezTo>
                <a:cubicBezTo>
                  <a:pt x="1778601" y="30511"/>
                  <a:pt x="1672011" y="28407"/>
                  <a:pt x="1459382" y="18283"/>
                </a:cubicBezTo>
                <a:cubicBezTo>
                  <a:pt x="1212351" y="-5289"/>
                  <a:pt x="906131" y="17426"/>
                  <a:pt x="774497" y="18283"/>
                </a:cubicBezTo>
                <a:cubicBezTo>
                  <a:pt x="636671" y="-42716"/>
                  <a:pt x="331670" y="6272"/>
                  <a:pt x="0" y="18283"/>
                </a:cubicBezTo>
                <a:cubicBezTo>
                  <a:pt x="-1001" y="12215"/>
                  <a:pt x="10" y="439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custGeom>
                    <a:avLst/>
                    <a:gdLst>
                      <a:gd name="connsiteX0" fmla="*/ 0 w 4480560"/>
                      <a:gd name="connsiteY0" fmla="*/ 0 h 18283"/>
                      <a:gd name="connsiteX1" fmla="*/ 595274 w 4480560"/>
                      <a:gd name="connsiteY1" fmla="*/ 0 h 18283"/>
                      <a:gd name="connsiteX2" fmla="*/ 1100938 w 4480560"/>
                      <a:gd name="connsiteY2" fmla="*/ 0 h 18283"/>
                      <a:gd name="connsiteX3" fmla="*/ 1651406 w 4480560"/>
                      <a:gd name="connsiteY3" fmla="*/ 0 h 18283"/>
                      <a:gd name="connsiteX4" fmla="*/ 2336292 w 4480560"/>
                      <a:gd name="connsiteY4" fmla="*/ 0 h 18283"/>
                      <a:gd name="connsiteX5" fmla="*/ 2931566 w 4480560"/>
                      <a:gd name="connsiteY5" fmla="*/ 0 h 18283"/>
                      <a:gd name="connsiteX6" fmla="*/ 3482035 w 4480560"/>
                      <a:gd name="connsiteY6" fmla="*/ 0 h 18283"/>
                      <a:gd name="connsiteX7" fmla="*/ 4480560 w 4480560"/>
                      <a:gd name="connsiteY7" fmla="*/ 0 h 18283"/>
                      <a:gd name="connsiteX8" fmla="*/ 4480560 w 4480560"/>
                      <a:gd name="connsiteY8" fmla="*/ 18283 h 18283"/>
                      <a:gd name="connsiteX9" fmla="*/ 3840480 w 4480560"/>
                      <a:gd name="connsiteY9" fmla="*/ 18283 h 18283"/>
                      <a:gd name="connsiteX10" fmla="*/ 3290011 w 4480560"/>
                      <a:gd name="connsiteY10" fmla="*/ 18283 h 18283"/>
                      <a:gd name="connsiteX11" fmla="*/ 2560320 w 4480560"/>
                      <a:gd name="connsiteY11" fmla="*/ 18283 h 18283"/>
                      <a:gd name="connsiteX12" fmla="*/ 1965046 w 4480560"/>
                      <a:gd name="connsiteY12" fmla="*/ 18283 h 18283"/>
                      <a:gd name="connsiteX13" fmla="*/ 1459382 w 4480560"/>
                      <a:gd name="connsiteY13" fmla="*/ 18283 h 18283"/>
                      <a:gd name="connsiteX14" fmla="*/ 774497 w 4480560"/>
                      <a:gd name="connsiteY14" fmla="*/ 18283 h 18283"/>
                      <a:gd name="connsiteX15" fmla="*/ 0 w 4480560"/>
                      <a:gd name="connsiteY15" fmla="*/ 18283 h 18283"/>
                      <a:gd name="connsiteX16" fmla="*/ 0 w 4480560"/>
                      <a:gd name="connsiteY16" fmla="*/ 0 h 182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480560" h="18283" fill="none" extrusionOk="0">
                        <a:moveTo>
                          <a:pt x="0" y="0"/>
                        </a:moveTo>
                        <a:cubicBezTo>
                          <a:pt x="267821" y="8731"/>
                          <a:pt x="334105" y="2629"/>
                          <a:pt x="595274" y="0"/>
                        </a:cubicBezTo>
                        <a:cubicBezTo>
                          <a:pt x="856443" y="-2629"/>
                          <a:pt x="863808" y="-13353"/>
                          <a:pt x="1100938" y="0"/>
                        </a:cubicBezTo>
                        <a:cubicBezTo>
                          <a:pt x="1338068" y="13353"/>
                          <a:pt x="1431663" y="-25862"/>
                          <a:pt x="1651406" y="0"/>
                        </a:cubicBezTo>
                        <a:cubicBezTo>
                          <a:pt x="1871149" y="25862"/>
                          <a:pt x="2173163" y="23827"/>
                          <a:pt x="2336292" y="0"/>
                        </a:cubicBezTo>
                        <a:cubicBezTo>
                          <a:pt x="2499421" y="-23827"/>
                          <a:pt x="2720589" y="28148"/>
                          <a:pt x="2931566" y="0"/>
                        </a:cubicBezTo>
                        <a:cubicBezTo>
                          <a:pt x="3142543" y="-28148"/>
                          <a:pt x="3323630" y="27022"/>
                          <a:pt x="3482035" y="0"/>
                        </a:cubicBezTo>
                        <a:cubicBezTo>
                          <a:pt x="3640440" y="-27022"/>
                          <a:pt x="4012110" y="-20118"/>
                          <a:pt x="4480560" y="0"/>
                        </a:cubicBezTo>
                        <a:cubicBezTo>
                          <a:pt x="4481301" y="6085"/>
                          <a:pt x="4481091" y="12392"/>
                          <a:pt x="4480560" y="18283"/>
                        </a:cubicBezTo>
                        <a:cubicBezTo>
                          <a:pt x="4314132" y="14919"/>
                          <a:pt x="4028383" y="36627"/>
                          <a:pt x="3840480" y="18283"/>
                        </a:cubicBezTo>
                        <a:cubicBezTo>
                          <a:pt x="3652577" y="-61"/>
                          <a:pt x="3547615" y="2843"/>
                          <a:pt x="3290011" y="18283"/>
                        </a:cubicBezTo>
                        <a:cubicBezTo>
                          <a:pt x="3032407" y="33723"/>
                          <a:pt x="2830268" y="8714"/>
                          <a:pt x="2560320" y="18283"/>
                        </a:cubicBezTo>
                        <a:cubicBezTo>
                          <a:pt x="2290372" y="27852"/>
                          <a:pt x="2147422" y="6723"/>
                          <a:pt x="1965046" y="18283"/>
                        </a:cubicBezTo>
                        <a:cubicBezTo>
                          <a:pt x="1782670" y="29843"/>
                          <a:pt x="1689791" y="40675"/>
                          <a:pt x="1459382" y="18283"/>
                        </a:cubicBezTo>
                        <a:cubicBezTo>
                          <a:pt x="1228973" y="-4109"/>
                          <a:pt x="915486" y="36496"/>
                          <a:pt x="774497" y="18283"/>
                        </a:cubicBezTo>
                        <a:cubicBezTo>
                          <a:pt x="633508" y="70"/>
                          <a:pt x="361442" y="-11112"/>
                          <a:pt x="0" y="18283"/>
                        </a:cubicBezTo>
                        <a:cubicBezTo>
                          <a:pt x="-563" y="11432"/>
                          <a:pt x="-159" y="4269"/>
                          <a:pt x="0" y="0"/>
                        </a:cubicBezTo>
                        <a:close/>
                      </a:path>
                      <a:path w="4480560" h="18283" stroke="0" extrusionOk="0">
                        <a:moveTo>
                          <a:pt x="0" y="0"/>
                        </a:moveTo>
                        <a:cubicBezTo>
                          <a:pt x="285465" y="225"/>
                          <a:pt x="322691" y="16223"/>
                          <a:pt x="595274" y="0"/>
                        </a:cubicBezTo>
                        <a:cubicBezTo>
                          <a:pt x="867857" y="-16223"/>
                          <a:pt x="989129" y="-11242"/>
                          <a:pt x="1100938" y="0"/>
                        </a:cubicBezTo>
                        <a:cubicBezTo>
                          <a:pt x="1212747" y="11242"/>
                          <a:pt x="1574350" y="-36410"/>
                          <a:pt x="1830629" y="0"/>
                        </a:cubicBezTo>
                        <a:cubicBezTo>
                          <a:pt x="2086908" y="36410"/>
                          <a:pt x="2180922" y="4645"/>
                          <a:pt x="2425903" y="0"/>
                        </a:cubicBezTo>
                        <a:cubicBezTo>
                          <a:pt x="2670884" y="-4645"/>
                          <a:pt x="2782024" y="22929"/>
                          <a:pt x="3021178" y="0"/>
                        </a:cubicBezTo>
                        <a:cubicBezTo>
                          <a:pt x="3260332" y="-22929"/>
                          <a:pt x="3456982" y="-1586"/>
                          <a:pt x="3750869" y="0"/>
                        </a:cubicBezTo>
                        <a:cubicBezTo>
                          <a:pt x="4044756" y="1586"/>
                          <a:pt x="4302726" y="17043"/>
                          <a:pt x="4480560" y="0"/>
                        </a:cubicBezTo>
                        <a:cubicBezTo>
                          <a:pt x="4480452" y="6702"/>
                          <a:pt x="4480053" y="10739"/>
                          <a:pt x="4480560" y="18283"/>
                        </a:cubicBezTo>
                        <a:cubicBezTo>
                          <a:pt x="4279652" y="-6855"/>
                          <a:pt x="4200762" y="41561"/>
                          <a:pt x="3930091" y="18283"/>
                        </a:cubicBezTo>
                        <a:cubicBezTo>
                          <a:pt x="3659420" y="-4995"/>
                          <a:pt x="3456052" y="22289"/>
                          <a:pt x="3290011" y="18283"/>
                        </a:cubicBezTo>
                        <a:cubicBezTo>
                          <a:pt x="3123970" y="14277"/>
                          <a:pt x="2882392" y="32813"/>
                          <a:pt x="2649931" y="18283"/>
                        </a:cubicBezTo>
                        <a:cubicBezTo>
                          <a:pt x="2417470" y="3753"/>
                          <a:pt x="2238426" y="7332"/>
                          <a:pt x="2054657" y="18283"/>
                        </a:cubicBezTo>
                        <a:cubicBezTo>
                          <a:pt x="1870888" y="29234"/>
                          <a:pt x="1566368" y="45035"/>
                          <a:pt x="1324966" y="18283"/>
                        </a:cubicBezTo>
                        <a:cubicBezTo>
                          <a:pt x="1083564" y="-8469"/>
                          <a:pt x="787410" y="10941"/>
                          <a:pt x="595274" y="18283"/>
                        </a:cubicBezTo>
                        <a:cubicBezTo>
                          <a:pt x="403138" y="25625"/>
                          <a:pt x="169622" y="10494"/>
                          <a:pt x="0" y="18283"/>
                        </a:cubicBezTo>
                        <a:cubicBezTo>
                          <a:pt x="-310" y="10292"/>
                          <a:pt x="802" y="377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595E72A1-679F-D2B1-EF6D-4B6062F50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412" y="990599"/>
            <a:ext cx="6973832" cy="4648201"/>
          </a:xfrm>
        </p:spPr>
        <p:txBody>
          <a:bodyPr anchor="ctr">
            <a:normAutofit/>
          </a:bodyPr>
          <a:lstStyle/>
          <a:p>
            <a:r>
              <a:rPr lang="en-US" sz="2400" dirty="0" err="1"/>
              <a:t>Tạo</a:t>
            </a:r>
            <a:r>
              <a:rPr lang="en-US" sz="2400" dirty="0"/>
              <a:t> area </a:t>
            </a:r>
            <a:r>
              <a:rPr lang="en-US" sz="2400" dirty="0" err="1"/>
              <a:t>cho</a:t>
            </a:r>
            <a:r>
              <a:rPr lang="en-US" sz="2400" dirty="0"/>
              <a:t> role Admin: </a:t>
            </a:r>
          </a:p>
          <a:p>
            <a:pPr lvl="1"/>
            <a:r>
              <a:rPr lang="en-US" sz="2000" dirty="0" err="1">
                <a:solidFill>
                  <a:srgbClr val="FFFF00"/>
                </a:solidFill>
              </a:rPr>
              <a:t>Ten_Project</a:t>
            </a:r>
            <a:r>
              <a:rPr lang="en-US" sz="2000" dirty="0">
                <a:solidFill>
                  <a:srgbClr val="FFFF00"/>
                </a:solidFill>
              </a:rPr>
              <a:t>\Add\New Scaffolded Item\Common\</a:t>
            </a:r>
            <a:r>
              <a:rPr lang="en-US" sz="2000" dirty="0" err="1">
                <a:solidFill>
                  <a:srgbClr val="FFFF00"/>
                </a:solidFill>
              </a:rPr>
              <a:t>MVC</a:t>
            </a:r>
            <a:r>
              <a:rPr lang="en-US" sz="2000" dirty="0">
                <a:solidFill>
                  <a:srgbClr val="FFFF00"/>
                </a:solidFill>
              </a:rPr>
              <a:t>\Area</a:t>
            </a:r>
          </a:p>
          <a:p>
            <a:pPr lvl="1"/>
            <a:r>
              <a:rPr lang="en-US" sz="2000" dirty="0" err="1"/>
              <a:t>Đặt</a:t>
            </a:r>
            <a:r>
              <a:rPr lang="en-US" sz="2000" dirty="0"/>
              <a:t> </a:t>
            </a:r>
            <a:r>
              <a:rPr lang="en-US" sz="2000" dirty="0" err="1"/>
              <a:t>tên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FF00"/>
                </a:solidFill>
              </a:rPr>
              <a:t>Admin</a:t>
            </a:r>
          </a:p>
          <a:p>
            <a:pPr lvl="1"/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FFFF00"/>
                </a:solidFill>
              </a:rPr>
              <a:t>HomeController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dạng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FF00"/>
                </a:solidFill>
              </a:rPr>
              <a:t>Empty Controller</a:t>
            </a:r>
          </a:p>
          <a:p>
            <a:pPr lvl="1"/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trang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FF00"/>
                </a:solidFill>
              </a:rPr>
              <a:t>View Index </a:t>
            </a:r>
            <a:r>
              <a:rPr lang="en-US" sz="2000" dirty="0" err="1"/>
              <a:t>để</a:t>
            </a:r>
            <a:r>
              <a:rPr lang="en-US" sz="2000" dirty="0"/>
              <a:t> test </a:t>
            </a:r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vùng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59FBD-B23B-9F35-CAF4-32ADE6896152}"/>
              </a:ext>
            </a:extLst>
          </p:cNvPr>
          <p:cNvSpPr txBox="1"/>
          <p:nvPr/>
        </p:nvSpPr>
        <p:spPr>
          <a:xfrm>
            <a:off x="1370012" y="6011587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 Video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: </a:t>
            </a:r>
            <a:r>
              <a:rPr lang="en-US" b="0" i="0" u="none" strike="noStrike" dirty="0">
                <a:effectLst/>
                <a:latin typeface="Roboto" panose="02000000000000000000" pitchFamily="2" charset="0"/>
                <a:hlinkClick r:id="rId2"/>
              </a:rPr>
              <a:t>https://</a:t>
            </a:r>
            <a:r>
              <a:rPr lang="en-US" b="0" i="0" u="none" strike="noStrike" dirty="0" err="1">
                <a:effectLst/>
                <a:latin typeface="Roboto" panose="02000000000000000000" pitchFamily="2" charset="0"/>
                <a:hlinkClick r:id="rId2"/>
              </a:rPr>
              <a:t>youtu.be</a:t>
            </a:r>
            <a:r>
              <a:rPr lang="en-US" b="0" i="0" u="none" strike="noStrike" dirty="0">
                <a:effectLst/>
                <a:latin typeface="Roboto" panose="02000000000000000000" pitchFamily="2" charset="0"/>
                <a:hlinkClick r:id="rId2"/>
              </a:rPr>
              <a:t>/</a:t>
            </a:r>
            <a:r>
              <a:rPr lang="en-US" b="0" i="0" u="none" strike="noStrike" dirty="0" err="1">
                <a:effectLst/>
                <a:latin typeface="Roboto" panose="02000000000000000000" pitchFamily="2" charset="0"/>
                <a:hlinkClick r:id="rId2"/>
              </a:rPr>
              <a:t>YvcrRvFzgiU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56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12" y="320040"/>
            <a:ext cx="4038600" cy="1539874"/>
          </a:xfrm>
        </p:spPr>
        <p:txBody>
          <a:bodyPr>
            <a:normAutofit/>
          </a:bodyPr>
          <a:lstStyle/>
          <a:p>
            <a:r>
              <a:rPr lang="en-US" dirty="0" smtClean="0"/>
              <a:t>Fix </a:t>
            </a:r>
            <a:r>
              <a:rPr lang="en-US" dirty="0" err="1" smtClean="0"/>
              <a:t>lỗi</a:t>
            </a:r>
            <a:r>
              <a:rPr lang="en-US" dirty="0" smtClean="0"/>
              <a:t> </a:t>
            </a:r>
            <a:r>
              <a:rPr lang="en-US" dirty="0" err="1" smtClean="0"/>
              <a:t>trùng</a:t>
            </a:r>
            <a:r>
              <a:rPr lang="en-US" dirty="0" smtClean="0"/>
              <a:t> </a:t>
            </a:r>
            <a:r>
              <a:rPr lang="en-US" dirty="0" err="1" smtClean="0"/>
              <a:t>HomeController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2756" y="336937"/>
            <a:ext cx="7085714" cy="6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24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976DE-E665-3F90-84C7-CAFC032C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28" y="548640"/>
            <a:ext cx="3599923" cy="5431536"/>
          </a:xfrm>
        </p:spPr>
        <p:txBody>
          <a:bodyPr>
            <a:normAutofit/>
          </a:bodyPr>
          <a:lstStyle/>
          <a:p>
            <a:r>
              <a:rPr lang="en-US" sz="5300" dirty="0" err="1"/>
              <a:t>Cập</a:t>
            </a:r>
            <a:r>
              <a:rPr lang="en-US" sz="5300" dirty="0"/>
              <a:t> </a:t>
            </a:r>
            <a:r>
              <a:rPr lang="en-US" sz="5300" dirty="0" err="1"/>
              <a:t>nhật</a:t>
            </a:r>
            <a:r>
              <a:rPr lang="en-US" sz="5300" dirty="0"/>
              <a:t> Model </a:t>
            </a:r>
            <a:r>
              <a:rPr lang="en-US" sz="5300" dirty="0" err="1"/>
              <a:t>khi</a:t>
            </a:r>
            <a:r>
              <a:rPr lang="en-US" sz="5300" dirty="0"/>
              <a:t> </a:t>
            </a:r>
            <a:r>
              <a:rPr lang="en-US" sz="5300" dirty="0" err="1"/>
              <a:t>có</a:t>
            </a:r>
            <a:r>
              <a:rPr lang="en-US" sz="5300" dirty="0"/>
              <a:t> </a:t>
            </a:r>
            <a:r>
              <a:rPr lang="en-US" sz="5300" dirty="0" err="1"/>
              <a:t>thay</a:t>
            </a:r>
            <a:r>
              <a:rPr lang="en-US" sz="5300" dirty="0"/>
              <a:t> </a:t>
            </a:r>
            <a:r>
              <a:rPr lang="en-US" sz="5300" dirty="0" err="1"/>
              <a:t>đổi</a:t>
            </a:r>
            <a:r>
              <a:rPr lang="en-US" sz="5300" dirty="0"/>
              <a:t> ở Database</a:t>
            </a: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2737" y="3258717"/>
            <a:ext cx="4480560" cy="18283"/>
          </a:xfrm>
          <a:custGeom>
            <a:avLst/>
            <a:gdLst>
              <a:gd name="connsiteX0" fmla="*/ 0 w 4480560"/>
              <a:gd name="connsiteY0" fmla="*/ 0 h 18283"/>
              <a:gd name="connsiteX1" fmla="*/ 595274 w 4480560"/>
              <a:gd name="connsiteY1" fmla="*/ 0 h 18283"/>
              <a:gd name="connsiteX2" fmla="*/ 1100938 w 4480560"/>
              <a:gd name="connsiteY2" fmla="*/ 0 h 18283"/>
              <a:gd name="connsiteX3" fmla="*/ 1651406 w 4480560"/>
              <a:gd name="connsiteY3" fmla="*/ 0 h 18283"/>
              <a:gd name="connsiteX4" fmla="*/ 2336292 w 4480560"/>
              <a:gd name="connsiteY4" fmla="*/ 0 h 18283"/>
              <a:gd name="connsiteX5" fmla="*/ 2931566 w 4480560"/>
              <a:gd name="connsiteY5" fmla="*/ 0 h 18283"/>
              <a:gd name="connsiteX6" fmla="*/ 3482035 w 4480560"/>
              <a:gd name="connsiteY6" fmla="*/ 0 h 18283"/>
              <a:gd name="connsiteX7" fmla="*/ 4480560 w 4480560"/>
              <a:gd name="connsiteY7" fmla="*/ 0 h 18283"/>
              <a:gd name="connsiteX8" fmla="*/ 4480560 w 4480560"/>
              <a:gd name="connsiteY8" fmla="*/ 18283 h 18283"/>
              <a:gd name="connsiteX9" fmla="*/ 3840480 w 4480560"/>
              <a:gd name="connsiteY9" fmla="*/ 18283 h 18283"/>
              <a:gd name="connsiteX10" fmla="*/ 3290011 w 4480560"/>
              <a:gd name="connsiteY10" fmla="*/ 18283 h 18283"/>
              <a:gd name="connsiteX11" fmla="*/ 2560320 w 4480560"/>
              <a:gd name="connsiteY11" fmla="*/ 18283 h 18283"/>
              <a:gd name="connsiteX12" fmla="*/ 1965046 w 4480560"/>
              <a:gd name="connsiteY12" fmla="*/ 18283 h 18283"/>
              <a:gd name="connsiteX13" fmla="*/ 1459382 w 4480560"/>
              <a:gd name="connsiteY13" fmla="*/ 18283 h 18283"/>
              <a:gd name="connsiteX14" fmla="*/ 774497 w 4480560"/>
              <a:gd name="connsiteY14" fmla="*/ 18283 h 18283"/>
              <a:gd name="connsiteX15" fmla="*/ 0 w 4480560"/>
              <a:gd name="connsiteY15" fmla="*/ 18283 h 18283"/>
              <a:gd name="connsiteX16" fmla="*/ 0 w 4480560"/>
              <a:gd name="connsiteY16" fmla="*/ 0 h 18283"/>
              <a:gd name="connsiteX0" fmla="*/ 0 w 4480560"/>
              <a:gd name="connsiteY0" fmla="*/ 0 h 18283"/>
              <a:gd name="connsiteX1" fmla="*/ 595274 w 4480560"/>
              <a:gd name="connsiteY1" fmla="*/ 0 h 18283"/>
              <a:gd name="connsiteX2" fmla="*/ 1100938 w 4480560"/>
              <a:gd name="connsiteY2" fmla="*/ 0 h 18283"/>
              <a:gd name="connsiteX3" fmla="*/ 1830629 w 4480560"/>
              <a:gd name="connsiteY3" fmla="*/ 0 h 18283"/>
              <a:gd name="connsiteX4" fmla="*/ 2425903 w 4480560"/>
              <a:gd name="connsiteY4" fmla="*/ 0 h 18283"/>
              <a:gd name="connsiteX5" fmla="*/ 3021178 w 4480560"/>
              <a:gd name="connsiteY5" fmla="*/ 0 h 18283"/>
              <a:gd name="connsiteX6" fmla="*/ 3750869 w 4480560"/>
              <a:gd name="connsiteY6" fmla="*/ 0 h 18283"/>
              <a:gd name="connsiteX7" fmla="*/ 4480560 w 4480560"/>
              <a:gd name="connsiteY7" fmla="*/ 0 h 18283"/>
              <a:gd name="connsiteX8" fmla="*/ 4480560 w 4480560"/>
              <a:gd name="connsiteY8" fmla="*/ 18283 h 18283"/>
              <a:gd name="connsiteX9" fmla="*/ 3930091 w 4480560"/>
              <a:gd name="connsiteY9" fmla="*/ 18283 h 18283"/>
              <a:gd name="connsiteX10" fmla="*/ 3290011 w 4480560"/>
              <a:gd name="connsiteY10" fmla="*/ 18283 h 18283"/>
              <a:gd name="connsiteX11" fmla="*/ 2649931 w 4480560"/>
              <a:gd name="connsiteY11" fmla="*/ 18283 h 18283"/>
              <a:gd name="connsiteX12" fmla="*/ 2054657 w 4480560"/>
              <a:gd name="connsiteY12" fmla="*/ 18283 h 18283"/>
              <a:gd name="connsiteX13" fmla="*/ 1324966 w 4480560"/>
              <a:gd name="connsiteY13" fmla="*/ 18283 h 18283"/>
              <a:gd name="connsiteX14" fmla="*/ 595274 w 4480560"/>
              <a:gd name="connsiteY14" fmla="*/ 18283 h 18283"/>
              <a:gd name="connsiteX15" fmla="*/ 0 w 4480560"/>
              <a:gd name="connsiteY15" fmla="*/ 18283 h 18283"/>
              <a:gd name="connsiteX16" fmla="*/ 0 w 4480560"/>
              <a:gd name="connsiteY16" fmla="*/ 0 h 18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3" fill="none" extrusionOk="0">
                <a:moveTo>
                  <a:pt x="0" y="0"/>
                </a:moveTo>
                <a:cubicBezTo>
                  <a:pt x="267574" y="14606"/>
                  <a:pt x="338605" y="-40"/>
                  <a:pt x="595274" y="0"/>
                </a:cubicBezTo>
                <a:cubicBezTo>
                  <a:pt x="856171" y="-2198"/>
                  <a:pt x="863435" y="-13333"/>
                  <a:pt x="1100938" y="0"/>
                </a:cubicBezTo>
                <a:cubicBezTo>
                  <a:pt x="1340270" y="17713"/>
                  <a:pt x="1418448" y="-18893"/>
                  <a:pt x="1651406" y="0"/>
                </a:cubicBezTo>
                <a:cubicBezTo>
                  <a:pt x="1875387" y="1627"/>
                  <a:pt x="2153037" y="22688"/>
                  <a:pt x="2336292" y="0"/>
                </a:cubicBezTo>
                <a:cubicBezTo>
                  <a:pt x="2522206" y="-4211"/>
                  <a:pt x="2718333" y="34959"/>
                  <a:pt x="2931566" y="0"/>
                </a:cubicBezTo>
                <a:cubicBezTo>
                  <a:pt x="3137043" y="-17106"/>
                  <a:pt x="3304331" y="1415"/>
                  <a:pt x="3482035" y="0"/>
                </a:cubicBezTo>
                <a:cubicBezTo>
                  <a:pt x="3649837" y="-24078"/>
                  <a:pt x="4010577" y="-51921"/>
                  <a:pt x="4480560" y="0"/>
                </a:cubicBezTo>
                <a:cubicBezTo>
                  <a:pt x="4482398" y="6776"/>
                  <a:pt x="4480263" y="12574"/>
                  <a:pt x="4480560" y="18283"/>
                </a:cubicBezTo>
                <a:cubicBezTo>
                  <a:pt x="4305601" y="41515"/>
                  <a:pt x="4025154" y="26457"/>
                  <a:pt x="3840480" y="18283"/>
                </a:cubicBezTo>
                <a:cubicBezTo>
                  <a:pt x="3668919" y="-12336"/>
                  <a:pt x="3556555" y="-12679"/>
                  <a:pt x="3290011" y="18283"/>
                </a:cubicBezTo>
                <a:cubicBezTo>
                  <a:pt x="2991827" y="18167"/>
                  <a:pt x="2862038" y="-22527"/>
                  <a:pt x="2560320" y="18283"/>
                </a:cubicBezTo>
                <a:cubicBezTo>
                  <a:pt x="2273396" y="37371"/>
                  <a:pt x="2159701" y="39993"/>
                  <a:pt x="1965046" y="18283"/>
                </a:cubicBezTo>
                <a:cubicBezTo>
                  <a:pt x="1785994" y="29183"/>
                  <a:pt x="1686680" y="52315"/>
                  <a:pt x="1459382" y="18283"/>
                </a:cubicBezTo>
                <a:cubicBezTo>
                  <a:pt x="1260610" y="4965"/>
                  <a:pt x="913962" y="31527"/>
                  <a:pt x="774497" y="18283"/>
                </a:cubicBezTo>
                <a:cubicBezTo>
                  <a:pt x="689426" y="1848"/>
                  <a:pt x="378264" y="6318"/>
                  <a:pt x="0" y="18283"/>
                </a:cubicBezTo>
                <a:cubicBezTo>
                  <a:pt x="65" y="12033"/>
                  <a:pt x="-93" y="4430"/>
                  <a:pt x="0" y="0"/>
                </a:cubicBezTo>
                <a:close/>
              </a:path>
              <a:path w="4480560" h="18283" stroke="0" extrusionOk="0">
                <a:moveTo>
                  <a:pt x="0" y="0"/>
                </a:moveTo>
                <a:cubicBezTo>
                  <a:pt x="290844" y="5546"/>
                  <a:pt x="318443" y="10543"/>
                  <a:pt x="595274" y="0"/>
                </a:cubicBezTo>
                <a:cubicBezTo>
                  <a:pt x="862223" y="-10630"/>
                  <a:pt x="1008164" y="-6970"/>
                  <a:pt x="1100938" y="0"/>
                </a:cubicBezTo>
                <a:cubicBezTo>
                  <a:pt x="1231751" y="-9052"/>
                  <a:pt x="1563421" y="-55931"/>
                  <a:pt x="1830629" y="0"/>
                </a:cubicBezTo>
                <a:cubicBezTo>
                  <a:pt x="2081843" y="38764"/>
                  <a:pt x="2181743" y="16966"/>
                  <a:pt x="2425903" y="0"/>
                </a:cubicBezTo>
                <a:cubicBezTo>
                  <a:pt x="2657412" y="-20059"/>
                  <a:pt x="2795431" y="8423"/>
                  <a:pt x="3021178" y="0"/>
                </a:cubicBezTo>
                <a:cubicBezTo>
                  <a:pt x="3275119" y="-4749"/>
                  <a:pt x="3480943" y="2522"/>
                  <a:pt x="3750869" y="0"/>
                </a:cubicBezTo>
                <a:cubicBezTo>
                  <a:pt x="4005211" y="16055"/>
                  <a:pt x="4302144" y="-2969"/>
                  <a:pt x="4480560" y="0"/>
                </a:cubicBezTo>
                <a:cubicBezTo>
                  <a:pt x="4480501" y="6202"/>
                  <a:pt x="4480230" y="10215"/>
                  <a:pt x="4480560" y="18283"/>
                </a:cubicBezTo>
                <a:cubicBezTo>
                  <a:pt x="4261480" y="-5436"/>
                  <a:pt x="4206199" y="33096"/>
                  <a:pt x="3930091" y="18283"/>
                </a:cubicBezTo>
                <a:cubicBezTo>
                  <a:pt x="3666932" y="-10907"/>
                  <a:pt x="3493645" y="19371"/>
                  <a:pt x="3290011" y="18283"/>
                </a:cubicBezTo>
                <a:cubicBezTo>
                  <a:pt x="3137078" y="-36465"/>
                  <a:pt x="2894690" y="-13381"/>
                  <a:pt x="2649931" y="18283"/>
                </a:cubicBezTo>
                <a:cubicBezTo>
                  <a:pt x="2413020" y="25861"/>
                  <a:pt x="2225991" y="-5992"/>
                  <a:pt x="2054657" y="18283"/>
                </a:cubicBezTo>
                <a:cubicBezTo>
                  <a:pt x="1886877" y="42108"/>
                  <a:pt x="1548763" y="49957"/>
                  <a:pt x="1324966" y="18283"/>
                </a:cubicBezTo>
                <a:cubicBezTo>
                  <a:pt x="1040995" y="6464"/>
                  <a:pt x="786929" y="-13088"/>
                  <a:pt x="595274" y="18283"/>
                </a:cubicBezTo>
                <a:cubicBezTo>
                  <a:pt x="371401" y="37398"/>
                  <a:pt x="168483" y="27734"/>
                  <a:pt x="0" y="18283"/>
                </a:cubicBezTo>
                <a:cubicBezTo>
                  <a:pt x="-757" y="9900"/>
                  <a:pt x="1321" y="3818"/>
                  <a:pt x="0" y="0"/>
                </a:cubicBezTo>
                <a:close/>
              </a:path>
              <a:path w="4480560" h="18283" fill="none" stroke="0" extrusionOk="0">
                <a:moveTo>
                  <a:pt x="0" y="0"/>
                </a:moveTo>
                <a:cubicBezTo>
                  <a:pt x="254633" y="596"/>
                  <a:pt x="318854" y="8353"/>
                  <a:pt x="595274" y="0"/>
                </a:cubicBezTo>
                <a:cubicBezTo>
                  <a:pt x="857042" y="-2503"/>
                  <a:pt x="863005" y="-13327"/>
                  <a:pt x="1100938" y="0"/>
                </a:cubicBezTo>
                <a:cubicBezTo>
                  <a:pt x="1322315" y="28736"/>
                  <a:pt x="1429801" y="-15572"/>
                  <a:pt x="1651406" y="0"/>
                </a:cubicBezTo>
                <a:cubicBezTo>
                  <a:pt x="1861310" y="20479"/>
                  <a:pt x="2199002" y="36173"/>
                  <a:pt x="2336292" y="0"/>
                </a:cubicBezTo>
                <a:cubicBezTo>
                  <a:pt x="2504451" y="-23230"/>
                  <a:pt x="2735943" y="-3451"/>
                  <a:pt x="2931566" y="0"/>
                </a:cubicBezTo>
                <a:cubicBezTo>
                  <a:pt x="3109081" y="-33272"/>
                  <a:pt x="3310374" y="39503"/>
                  <a:pt x="3482035" y="0"/>
                </a:cubicBezTo>
                <a:cubicBezTo>
                  <a:pt x="3630968" y="-117346"/>
                  <a:pt x="3975789" y="30358"/>
                  <a:pt x="4480560" y="0"/>
                </a:cubicBezTo>
                <a:cubicBezTo>
                  <a:pt x="4482288" y="6637"/>
                  <a:pt x="4481597" y="12514"/>
                  <a:pt x="4480560" y="18283"/>
                </a:cubicBezTo>
                <a:cubicBezTo>
                  <a:pt x="4299745" y="12592"/>
                  <a:pt x="4055484" y="58791"/>
                  <a:pt x="3840480" y="18283"/>
                </a:cubicBezTo>
                <a:cubicBezTo>
                  <a:pt x="3665362" y="18971"/>
                  <a:pt x="3548412" y="11099"/>
                  <a:pt x="3290011" y="18283"/>
                </a:cubicBezTo>
                <a:cubicBezTo>
                  <a:pt x="3037450" y="41490"/>
                  <a:pt x="2862123" y="47734"/>
                  <a:pt x="2560320" y="18283"/>
                </a:cubicBezTo>
                <a:cubicBezTo>
                  <a:pt x="2308793" y="11723"/>
                  <a:pt x="2153402" y="-21404"/>
                  <a:pt x="1965046" y="18283"/>
                </a:cubicBezTo>
                <a:cubicBezTo>
                  <a:pt x="1778601" y="30511"/>
                  <a:pt x="1672011" y="28407"/>
                  <a:pt x="1459382" y="18283"/>
                </a:cubicBezTo>
                <a:cubicBezTo>
                  <a:pt x="1212351" y="-5289"/>
                  <a:pt x="906131" y="17426"/>
                  <a:pt x="774497" y="18283"/>
                </a:cubicBezTo>
                <a:cubicBezTo>
                  <a:pt x="636671" y="-42716"/>
                  <a:pt x="331670" y="6272"/>
                  <a:pt x="0" y="18283"/>
                </a:cubicBezTo>
                <a:cubicBezTo>
                  <a:pt x="-1001" y="12215"/>
                  <a:pt x="10" y="439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custGeom>
                    <a:avLst/>
                    <a:gdLst>
                      <a:gd name="connsiteX0" fmla="*/ 0 w 4480560"/>
                      <a:gd name="connsiteY0" fmla="*/ 0 h 18283"/>
                      <a:gd name="connsiteX1" fmla="*/ 595274 w 4480560"/>
                      <a:gd name="connsiteY1" fmla="*/ 0 h 18283"/>
                      <a:gd name="connsiteX2" fmla="*/ 1100938 w 4480560"/>
                      <a:gd name="connsiteY2" fmla="*/ 0 h 18283"/>
                      <a:gd name="connsiteX3" fmla="*/ 1651406 w 4480560"/>
                      <a:gd name="connsiteY3" fmla="*/ 0 h 18283"/>
                      <a:gd name="connsiteX4" fmla="*/ 2336292 w 4480560"/>
                      <a:gd name="connsiteY4" fmla="*/ 0 h 18283"/>
                      <a:gd name="connsiteX5" fmla="*/ 2931566 w 4480560"/>
                      <a:gd name="connsiteY5" fmla="*/ 0 h 18283"/>
                      <a:gd name="connsiteX6" fmla="*/ 3482035 w 4480560"/>
                      <a:gd name="connsiteY6" fmla="*/ 0 h 18283"/>
                      <a:gd name="connsiteX7" fmla="*/ 4480560 w 4480560"/>
                      <a:gd name="connsiteY7" fmla="*/ 0 h 18283"/>
                      <a:gd name="connsiteX8" fmla="*/ 4480560 w 4480560"/>
                      <a:gd name="connsiteY8" fmla="*/ 18283 h 18283"/>
                      <a:gd name="connsiteX9" fmla="*/ 3840480 w 4480560"/>
                      <a:gd name="connsiteY9" fmla="*/ 18283 h 18283"/>
                      <a:gd name="connsiteX10" fmla="*/ 3290011 w 4480560"/>
                      <a:gd name="connsiteY10" fmla="*/ 18283 h 18283"/>
                      <a:gd name="connsiteX11" fmla="*/ 2560320 w 4480560"/>
                      <a:gd name="connsiteY11" fmla="*/ 18283 h 18283"/>
                      <a:gd name="connsiteX12" fmla="*/ 1965046 w 4480560"/>
                      <a:gd name="connsiteY12" fmla="*/ 18283 h 18283"/>
                      <a:gd name="connsiteX13" fmla="*/ 1459382 w 4480560"/>
                      <a:gd name="connsiteY13" fmla="*/ 18283 h 18283"/>
                      <a:gd name="connsiteX14" fmla="*/ 774497 w 4480560"/>
                      <a:gd name="connsiteY14" fmla="*/ 18283 h 18283"/>
                      <a:gd name="connsiteX15" fmla="*/ 0 w 4480560"/>
                      <a:gd name="connsiteY15" fmla="*/ 18283 h 18283"/>
                      <a:gd name="connsiteX16" fmla="*/ 0 w 4480560"/>
                      <a:gd name="connsiteY16" fmla="*/ 0 h 182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480560" h="18283" fill="none" extrusionOk="0">
                        <a:moveTo>
                          <a:pt x="0" y="0"/>
                        </a:moveTo>
                        <a:cubicBezTo>
                          <a:pt x="267821" y="8731"/>
                          <a:pt x="334105" y="2629"/>
                          <a:pt x="595274" y="0"/>
                        </a:cubicBezTo>
                        <a:cubicBezTo>
                          <a:pt x="856443" y="-2629"/>
                          <a:pt x="863808" y="-13353"/>
                          <a:pt x="1100938" y="0"/>
                        </a:cubicBezTo>
                        <a:cubicBezTo>
                          <a:pt x="1338068" y="13353"/>
                          <a:pt x="1431663" y="-25862"/>
                          <a:pt x="1651406" y="0"/>
                        </a:cubicBezTo>
                        <a:cubicBezTo>
                          <a:pt x="1871149" y="25862"/>
                          <a:pt x="2173163" y="23827"/>
                          <a:pt x="2336292" y="0"/>
                        </a:cubicBezTo>
                        <a:cubicBezTo>
                          <a:pt x="2499421" y="-23827"/>
                          <a:pt x="2720589" y="28148"/>
                          <a:pt x="2931566" y="0"/>
                        </a:cubicBezTo>
                        <a:cubicBezTo>
                          <a:pt x="3142543" y="-28148"/>
                          <a:pt x="3323630" y="27022"/>
                          <a:pt x="3482035" y="0"/>
                        </a:cubicBezTo>
                        <a:cubicBezTo>
                          <a:pt x="3640440" y="-27022"/>
                          <a:pt x="4012110" y="-20118"/>
                          <a:pt x="4480560" y="0"/>
                        </a:cubicBezTo>
                        <a:cubicBezTo>
                          <a:pt x="4481301" y="6085"/>
                          <a:pt x="4481091" y="12392"/>
                          <a:pt x="4480560" y="18283"/>
                        </a:cubicBezTo>
                        <a:cubicBezTo>
                          <a:pt x="4314132" y="14919"/>
                          <a:pt x="4028383" y="36627"/>
                          <a:pt x="3840480" y="18283"/>
                        </a:cubicBezTo>
                        <a:cubicBezTo>
                          <a:pt x="3652577" y="-61"/>
                          <a:pt x="3547615" y="2843"/>
                          <a:pt x="3290011" y="18283"/>
                        </a:cubicBezTo>
                        <a:cubicBezTo>
                          <a:pt x="3032407" y="33723"/>
                          <a:pt x="2830268" y="8714"/>
                          <a:pt x="2560320" y="18283"/>
                        </a:cubicBezTo>
                        <a:cubicBezTo>
                          <a:pt x="2290372" y="27852"/>
                          <a:pt x="2147422" y="6723"/>
                          <a:pt x="1965046" y="18283"/>
                        </a:cubicBezTo>
                        <a:cubicBezTo>
                          <a:pt x="1782670" y="29843"/>
                          <a:pt x="1689791" y="40675"/>
                          <a:pt x="1459382" y="18283"/>
                        </a:cubicBezTo>
                        <a:cubicBezTo>
                          <a:pt x="1228973" y="-4109"/>
                          <a:pt x="915486" y="36496"/>
                          <a:pt x="774497" y="18283"/>
                        </a:cubicBezTo>
                        <a:cubicBezTo>
                          <a:pt x="633508" y="70"/>
                          <a:pt x="361442" y="-11112"/>
                          <a:pt x="0" y="18283"/>
                        </a:cubicBezTo>
                        <a:cubicBezTo>
                          <a:pt x="-563" y="11432"/>
                          <a:pt x="-159" y="4269"/>
                          <a:pt x="0" y="0"/>
                        </a:cubicBezTo>
                        <a:close/>
                      </a:path>
                      <a:path w="4480560" h="18283" stroke="0" extrusionOk="0">
                        <a:moveTo>
                          <a:pt x="0" y="0"/>
                        </a:moveTo>
                        <a:cubicBezTo>
                          <a:pt x="285465" y="225"/>
                          <a:pt x="322691" y="16223"/>
                          <a:pt x="595274" y="0"/>
                        </a:cubicBezTo>
                        <a:cubicBezTo>
                          <a:pt x="867857" y="-16223"/>
                          <a:pt x="989129" y="-11242"/>
                          <a:pt x="1100938" y="0"/>
                        </a:cubicBezTo>
                        <a:cubicBezTo>
                          <a:pt x="1212747" y="11242"/>
                          <a:pt x="1574350" y="-36410"/>
                          <a:pt x="1830629" y="0"/>
                        </a:cubicBezTo>
                        <a:cubicBezTo>
                          <a:pt x="2086908" y="36410"/>
                          <a:pt x="2180922" y="4645"/>
                          <a:pt x="2425903" y="0"/>
                        </a:cubicBezTo>
                        <a:cubicBezTo>
                          <a:pt x="2670884" y="-4645"/>
                          <a:pt x="2782024" y="22929"/>
                          <a:pt x="3021178" y="0"/>
                        </a:cubicBezTo>
                        <a:cubicBezTo>
                          <a:pt x="3260332" y="-22929"/>
                          <a:pt x="3456982" y="-1586"/>
                          <a:pt x="3750869" y="0"/>
                        </a:cubicBezTo>
                        <a:cubicBezTo>
                          <a:pt x="4044756" y="1586"/>
                          <a:pt x="4302726" y="17043"/>
                          <a:pt x="4480560" y="0"/>
                        </a:cubicBezTo>
                        <a:cubicBezTo>
                          <a:pt x="4480452" y="6702"/>
                          <a:pt x="4480053" y="10739"/>
                          <a:pt x="4480560" y="18283"/>
                        </a:cubicBezTo>
                        <a:cubicBezTo>
                          <a:pt x="4279652" y="-6855"/>
                          <a:pt x="4200762" y="41561"/>
                          <a:pt x="3930091" y="18283"/>
                        </a:cubicBezTo>
                        <a:cubicBezTo>
                          <a:pt x="3659420" y="-4995"/>
                          <a:pt x="3456052" y="22289"/>
                          <a:pt x="3290011" y="18283"/>
                        </a:cubicBezTo>
                        <a:cubicBezTo>
                          <a:pt x="3123970" y="14277"/>
                          <a:pt x="2882392" y="32813"/>
                          <a:pt x="2649931" y="18283"/>
                        </a:cubicBezTo>
                        <a:cubicBezTo>
                          <a:pt x="2417470" y="3753"/>
                          <a:pt x="2238426" y="7332"/>
                          <a:pt x="2054657" y="18283"/>
                        </a:cubicBezTo>
                        <a:cubicBezTo>
                          <a:pt x="1870888" y="29234"/>
                          <a:pt x="1566368" y="45035"/>
                          <a:pt x="1324966" y="18283"/>
                        </a:cubicBezTo>
                        <a:cubicBezTo>
                          <a:pt x="1083564" y="-8469"/>
                          <a:pt x="787410" y="10941"/>
                          <a:pt x="595274" y="18283"/>
                        </a:cubicBezTo>
                        <a:cubicBezTo>
                          <a:pt x="403138" y="25625"/>
                          <a:pt x="169622" y="10494"/>
                          <a:pt x="0" y="18283"/>
                        </a:cubicBezTo>
                        <a:cubicBezTo>
                          <a:pt x="-310" y="10292"/>
                          <a:pt x="802" y="377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595E72A1-679F-D2B1-EF6D-4B6062F50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780" y="990599"/>
            <a:ext cx="7050032" cy="4648201"/>
          </a:xfrm>
        </p:spPr>
        <p:txBody>
          <a:bodyPr anchor="ctr">
            <a:normAutofit/>
          </a:bodyPr>
          <a:lstStyle/>
          <a:p>
            <a:r>
              <a:rPr lang="en-US" sz="2400" dirty="0" err="1"/>
              <a:t>Chỉnh</a:t>
            </a:r>
            <a:r>
              <a:rPr lang="en-US" sz="2400" dirty="0"/>
              <a:t> </a:t>
            </a:r>
            <a:r>
              <a:rPr lang="en-US" sz="2400" dirty="0" err="1"/>
              <a:t>sửa</a:t>
            </a:r>
            <a:r>
              <a:rPr lang="en-US" sz="2400" dirty="0"/>
              <a:t> </a:t>
            </a: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bảng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Database:</a:t>
            </a:r>
          </a:p>
          <a:p>
            <a:pPr lvl="1"/>
            <a:r>
              <a:rPr lang="en-US" sz="2000" dirty="0" err="1"/>
              <a:t>Thêm</a:t>
            </a:r>
            <a:r>
              <a:rPr lang="en-US" sz="2000" dirty="0"/>
              <a:t>, </a:t>
            </a:r>
            <a:r>
              <a:rPr lang="en-US" sz="2000" dirty="0" err="1"/>
              <a:t>sửa</a:t>
            </a:r>
            <a:r>
              <a:rPr lang="en-US" sz="2000" dirty="0"/>
              <a:t>, </a:t>
            </a:r>
            <a:r>
              <a:rPr lang="en-US" sz="2000" dirty="0" err="1"/>
              <a:t>xóa</a:t>
            </a:r>
            <a:r>
              <a:rPr lang="en-US" sz="2000" dirty="0"/>
              <a:t> </a:t>
            </a:r>
            <a:r>
              <a:rPr lang="en-US" sz="2000" dirty="0" err="1"/>
              <a:t>bảng,hoặc</a:t>
            </a:r>
            <a:r>
              <a:rPr lang="en-US" sz="2000" dirty="0"/>
              <a:t> </a:t>
            </a:r>
          </a:p>
          <a:p>
            <a:pPr lvl="1"/>
            <a:r>
              <a:rPr lang="en-US" sz="2000" dirty="0" err="1"/>
              <a:t>Thêm</a:t>
            </a:r>
            <a:r>
              <a:rPr lang="en-US" sz="2000" dirty="0"/>
              <a:t>, </a:t>
            </a:r>
            <a:r>
              <a:rPr lang="en-US" sz="2000" dirty="0" err="1"/>
              <a:t>sửa</a:t>
            </a:r>
            <a:r>
              <a:rPr lang="en-US" sz="2000" dirty="0"/>
              <a:t>, </a:t>
            </a:r>
            <a:r>
              <a:rPr lang="en-US" sz="2000" dirty="0" err="1"/>
              <a:t>xóa</a:t>
            </a:r>
            <a:r>
              <a:rPr lang="en-US" sz="2000" dirty="0"/>
              <a:t> </a:t>
            </a:r>
            <a:r>
              <a:rPr lang="en-US" sz="2000" dirty="0" err="1"/>
              <a:t>trường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bảng</a:t>
            </a:r>
            <a:r>
              <a:rPr lang="en-US" sz="2000" dirty="0"/>
              <a:t>, </a:t>
            </a:r>
            <a:r>
              <a:rPr lang="en-US" sz="2000" dirty="0" err="1"/>
              <a:t>hoặc</a:t>
            </a:r>
            <a:endParaRPr lang="en-US" sz="2000" dirty="0"/>
          </a:p>
          <a:p>
            <a:pPr lvl="1"/>
            <a:r>
              <a:rPr lang="en-US" sz="2000" dirty="0" err="1"/>
              <a:t>Thêm</a:t>
            </a:r>
            <a:r>
              <a:rPr lang="en-US" sz="2000" dirty="0"/>
              <a:t>, </a:t>
            </a:r>
            <a:r>
              <a:rPr lang="en-US" sz="2000" dirty="0" err="1"/>
              <a:t>sửa</a:t>
            </a:r>
            <a:r>
              <a:rPr lang="en-US" sz="2000" dirty="0"/>
              <a:t>, </a:t>
            </a:r>
            <a:r>
              <a:rPr lang="en-US" sz="2000" dirty="0" err="1"/>
              <a:t>xóa</a:t>
            </a:r>
            <a:r>
              <a:rPr lang="en-US" sz="2000" dirty="0"/>
              <a:t> </a:t>
            </a:r>
            <a:r>
              <a:rPr lang="en-US" sz="2000" dirty="0" err="1"/>
              <a:t>mối</a:t>
            </a:r>
            <a:r>
              <a:rPr lang="en-US" sz="2000" dirty="0"/>
              <a:t> </a:t>
            </a:r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giữa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bảng</a:t>
            </a:r>
            <a:endParaRPr lang="en-US" sz="2000" dirty="0"/>
          </a:p>
          <a:p>
            <a:r>
              <a:rPr lang="en-US" sz="2400" dirty="0" err="1"/>
              <a:t>Cập</a:t>
            </a:r>
            <a:r>
              <a:rPr lang="en-US" sz="2400" dirty="0"/>
              <a:t> </a:t>
            </a:r>
            <a:r>
              <a:rPr lang="en-US" sz="2400" dirty="0" err="1"/>
              <a:t>nhật</a:t>
            </a:r>
            <a:r>
              <a:rPr lang="en-US" sz="2400" dirty="0"/>
              <a:t> </a:t>
            </a:r>
            <a:r>
              <a:rPr lang="en-US" sz="2400" dirty="0" err="1"/>
              <a:t>lại</a:t>
            </a:r>
            <a:r>
              <a:rPr lang="en-US" sz="2400" dirty="0"/>
              <a:t> Model </a:t>
            </a:r>
            <a:r>
              <a:rPr lang="en-US" sz="2400" dirty="0" err="1"/>
              <a:t>từ</a:t>
            </a:r>
            <a:r>
              <a:rPr lang="en-US" sz="2400" dirty="0"/>
              <a:t> Database</a:t>
            </a:r>
          </a:p>
          <a:p>
            <a:pPr lvl="1"/>
            <a:r>
              <a:rPr lang="en-US" sz="2000" dirty="0" err="1"/>
              <a:t>Vào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FF00"/>
                </a:solidFill>
              </a:rPr>
              <a:t>Models\</a:t>
            </a:r>
            <a:r>
              <a:rPr lang="en-US" sz="2000" dirty="0" err="1">
                <a:solidFill>
                  <a:srgbClr val="FFFF00"/>
                </a:solidFill>
              </a:rPr>
              <a:t>MyStoreModel.edmx</a:t>
            </a:r>
            <a:endParaRPr lang="en-US" sz="2000" dirty="0">
              <a:solidFill>
                <a:srgbClr val="FFFF00"/>
              </a:solidFill>
            </a:endParaRPr>
          </a:p>
          <a:p>
            <a:pPr lvl="1"/>
            <a:r>
              <a:rPr lang="en-US" sz="2000" dirty="0"/>
              <a:t>Trong </a:t>
            </a:r>
            <a:r>
              <a:rPr lang="en-US" sz="2000" dirty="0" err="1"/>
              <a:t>trang</a:t>
            </a:r>
            <a:r>
              <a:rPr lang="en-US" sz="2000" dirty="0"/>
              <a:t> </a:t>
            </a:r>
            <a:r>
              <a:rPr lang="en-US" sz="2000" dirty="0" err="1"/>
              <a:t>EDMX</a:t>
            </a:r>
            <a:r>
              <a:rPr lang="en-US" sz="2000" dirty="0"/>
              <a:t>, </a:t>
            </a:r>
            <a:r>
              <a:rPr lang="en-US" sz="2000" dirty="0" err="1"/>
              <a:t>kích</a:t>
            </a:r>
            <a:r>
              <a:rPr lang="en-US" sz="2000" dirty="0"/>
              <a:t> </a:t>
            </a:r>
            <a:r>
              <a:rPr lang="en-US" sz="2000" dirty="0" err="1"/>
              <a:t>chuột</a:t>
            </a:r>
            <a:r>
              <a:rPr lang="en-US" sz="2000" dirty="0"/>
              <a:t> </a:t>
            </a:r>
            <a:r>
              <a:rPr lang="en-US" sz="2000" dirty="0" err="1"/>
              <a:t>phải</a:t>
            </a:r>
            <a:r>
              <a:rPr lang="en-US" sz="2000" dirty="0"/>
              <a:t>, </a:t>
            </a:r>
            <a:r>
              <a:rPr lang="en-US" sz="2000" dirty="0" err="1"/>
              <a:t>chọn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FF00"/>
                </a:solidFill>
              </a:rPr>
              <a:t>Update Model from Database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59FBD-B23B-9F35-CAF4-32ADE6896152}"/>
              </a:ext>
            </a:extLst>
          </p:cNvPr>
          <p:cNvSpPr txBox="1"/>
          <p:nvPr/>
        </p:nvSpPr>
        <p:spPr>
          <a:xfrm>
            <a:off x="1370012" y="6011587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 Video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: </a:t>
            </a:r>
            <a:r>
              <a:rPr lang="en-US" b="0" i="0" u="none" strike="noStrike" dirty="0">
                <a:effectLst/>
                <a:latin typeface="Roboto" panose="02000000000000000000" pitchFamily="2" charset="0"/>
                <a:hlinkClick r:id="rId2"/>
              </a:rPr>
              <a:t>https://</a:t>
            </a:r>
            <a:r>
              <a:rPr lang="en-US" b="0" i="0" u="none" strike="noStrike" dirty="0" err="1">
                <a:effectLst/>
                <a:latin typeface="Roboto" panose="02000000000000000000" pitchFamily="2" charset="0"/>
                <a:hlinkClick r:id="rId2"/>
              </a:rPr>
              <a:t>youtu.be</a:t>
            </a:r>
            <a:r>
              <a:rPr lang="en-US" b="0" i="0" u="none" strike="noStrike" dirty="0">
                <a:effectLst/>
                <a:latin typeface="Roboto" panose="02000000000000000000" pitchFamily="2" charset="0"/>
                <a:hlinkClick r:id="rId2"/>
              </a:rPr>
              <a:t>/-</a:t>
            </a:r>
            <a:r>
              <a:rPr lang="en-US" b="0" i="0" u="none" strike="noStrike" dirty="0" err="1">
                <a:effectLst/>
                <a:latin typeface="Roboto" panose="02000000000000000000" pitchFamily="2" charset="0"/>
                <a:hlinkClick r:id="rId2"/>
              </a:rPr>
              <a:t>0vQnod9roc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6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D047FC-6F3A-F853-3136-637A972EF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CSDL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>
                <a:solidFill>
                  <a:srgbClr val="E6E6E6"/>
                </a:solidFill>
                <a:latin typeface="Segoe UI" panose="020B0502040204020203" pitchFamily="34" charset="0"/>
              </a:rPr>
              <a:t>truyền</a:t>
            </a:r>
            <a:r>
              <a:rPr lang="en-US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dirty="0" err="1">
                <a:solidFill>
                  <a:srgbClr val="E6E6E6"/>
                </a:solidFill>
                <a:latin typeface="Segoe UI" panose="020B0502040204020203" pitchFamily="34" charset="0"/>
              </a:rPr>
              <a:t>các</a:t>
            </a:r>
            <a:r>
              <a:rPr lang="en-US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dirty="0" err="1">
                <a:solidFill>
                  <a:srgbClr val="E6E6E6"/>
                </a:solidFill>
                <a:latin typeface="Segoe UI" panose="020B0502040204020203" pitchFamily="34" charset="0"/>
              </a:rPr>
              <a:t>thay</a:t>
            </a:r>
            <a:r>
              <a:rPr lang="en-US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dirty="0" err="1">
                <a:solidFill>
                  <a:srgbClr val="E6E6E6"/>
                </a:solidFill>
                <a:latin typeface="Segoe UI" panose="020B0502040204020203" pitchFamily="34" charset="0"/>
              </a:rPr>
              <a:t>đổi</a:t>
            </a:r>
            <a:r>
              <a:rPr lang="en-US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dirty="0" err="1">
                <a:solidFill>
                  <a:srgbClr val="E6E6E6"/>
                </a:solidFill>
                <a:latin typeface="Segoe UI" panose="020B0502040204020203" pitchFamily="34" charset="0"/>
              </a:rPr>
              <a:t>đó</a:t>
            </a:r>
            <a:r>
              <a:rPr lang="en-US" dirty="0">
                <a:solidFill>
                  <a:srgbClr val="E6E6E6"/>
                </a:solidFill>
                <a:latin typeface="Segoe UI" panose="020B0502040204020203" pitchFamily="34" charset="0"/>
              </a:rPr>
              <a:t> </a:t>
            </a:r>
            <a:r>
              <a:rPr lang="en-US" dirty="0" err="1">
                <a:solidFill>
                  <a:srgbClr val="E6E6E6"/>
                </a:solidFill>
                <a:latin typeface="Segoe UI" panose="020B0502040204020203" pitchFamily="34" charset="0"/>
              </a:rPr>
              <a:t>lên</a:t>
            </a:r>
            <a:r>
              <a:rPr lang="en-US" dirty="0">
                <a:solidFill>
                  <a:srgbClr val="E6E6E6"/>
                </a:solidFill>
                <a:latin typeface="Segoe UI" panose="020B0502040204020203" pitchFamily="34" charset="0"/>
              </a:rPr>
              <a:t> Model-View-Controller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198AB11-5979-501B-C4B0-AD2AC77B31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8212197"/>
              </p:ext>
            </p:extLst>
          </p:nvPr>
        </p:nvGraphicFramePr>
        <p:xfrm>
          <a:off x="246458" y="1853256"/>
          <a:ext cx="11695907" cy="47761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35418">
                  <a:extLst>
                    <a:ext uri="{9D8B030D-6E8A-4147-A177-3AD203B41FA5}">
                      <a16:colId xmlns:a16="http://schemas.microsoft.com/office/drawing/2014/main" val="419316403"/>
                    </a:ext>
                  </a:extLst>
                </a:gridCol>
                <a:gridCol w="5960489">
                  <a:extLst>
                    <a:ext uri="{9D8B030D-6E8A-4147-A177-3AD203B41FA5}">
                      <a16:colId xmlns:a16="http://schemas.microsoft.com/office/drawing/2014/main" val="1523558217"/>
                    </a:ext>
                  </a:extLst>
                </a:gridCol>
              </a:tblGrid>
              <a:tr h="536576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Chỉnh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sửa</a:t>
                      </a:r>
                      <a:r>
                        <a:rPr lang="en-US" dirty="0"/>
                        <a:t> Database: </a:t>
                      </a:r>
                      <a:r>
                        <a:rPr lang="en-US" dirty="0" err="1"/>
                        <a:t>Thêm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Sửa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Xóa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cột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hoặc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bảng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58383"/>
                  </a:ext>
                </a:extLst>
              </a:tr>
              <a:tr h="4136318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Mở</a:t>
                      </a:r>
                      <a:r>
                        <a:rPr lang="en-US" dirty="0"/>
                        <a:t> </a:t>
                      </a:r>
                      <a:r>
                        <a:rPr lang="en-US" b="1" dirty="0">
                          <a:solidFill>
                            <a:srgbClr val="FFFF00"/>
                          </a:solidFill>
                          <a:highlight>
                            <a:srgbClr val="000080"/>
                          </a:highlight>
                        </a:rPr>
                        <a:t>SQL Server Object Explorer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thông</a:t>
                      </a:r>
                      <a:r>
                        <a:rPr lang="en-US" dirty="0"/>
                        <a:t> qua </a:t>
                      </a:r>
                      <a:r>
                        <a:rPr lang="en-US" dirty="0" err="1"/>
                        <a:t>cửa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sổ</a:t>
                      </a:r>
                      <a:r>
                        <a:rPr lang="en-US" dirty="0"/>
                        <a:t> Designer </a:t>
                      </a:r>
                      <a:r>
                        <a:rPr lang="en-US" dirty="0" err="1"/>
                        <a:t>hoặc</a:t>
                      </a:r>
                      <a:r>
                        <a:rPr lang="en-US" dirty="0"/>
                        <a:t> T-SQL </a:t>
                      </a:r>
                      <a:r>
                        <a:rPr lang="en-US" dirty="0" err="1"/>
                        <a:t>để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thực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hiện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thay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đổi</a:t>
                      </a:r>
                      <a:r>
                        <a:rPr lang="en-US" dirty="0"/>
                        <a:t>. </a:t>
                      </a:r>
                      <a:r>
                        <a:rPr lang="en-US" dirty="0" err="1"/>
                        <a:t>Nhấn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nút</a:t>
                      </a:r>
                      <a:r>
                        <a:rPr lang="en-US" dirty="0"/>
                        <a:t> Update </a:t>
                      </a:r>
                      <a:r>
                        <a:rPr lang="en-US" dirty="0" err="1"/>
                        <a:t>để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lưu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vào</a:t>
                      </a:r>
                      <a:r>
                        <a:rPr lang="en-US" dirty="0"/>
                        <a:t> CSDL. </a:t>
                      </a:r>
                      <a:r>
                        <a:rPr lang="en-US" dirty="0" err="1"/>
                        <a:t>Nhấn</a:t>
                      </a:r>
                      <a:r>
                        <a:rPr lang="en-US" dirty="0"/>
                        <a:t> F5 </a:t>
                      </a:r>
                      <a:r>
                        <a:rPr lang="en-US" dirty="0" err="1"/>
                        <a:t>để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cập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nhật</a:t>
                      </a:r>
                      <a:r>
                        <a:rPr lang="en-US" dirty="0"/>
                        <a:t> Local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Mở</a:t>
                      </a:r>
                      <a:r>
                        <a:rPr lang="en-US" dirty="0"/>
                        <a:t> file .</a:t>
                      </a:r>
                      <a:r>
                        <a:rPr lang="en-US" dirty="0" err="1"/>
                        <a:t>edmx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trong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cửa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sổ</a:t>
                      </a:r>
                      <a:r>
                        <a:rPr lang="en-US" dirty="0"/>
                        <a:t> Update </a:t>
                      </a:r>
                      <a:r>
                        <a:rPr lang="en-US" dirty="0" err="1"/>
                        <a:t>Wizart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kích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chuột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phải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chọn</a:t>
                      </a:r>
                      <a:r>
                        <a:rPr lang="en-US" dirty="0"/>
                        <a:t> </a:t>
                      </a:r>
                      <a:r>
                        <a:rPr lang="en-US" b="1" dirty="0">
                          <a:solidFill>
                            <a:srgbClr val="FFFF00"/>
                          </a:solidFill>
                          <a:highlight>
                            <a:srgbClr val="000080"/>
                          </a:highlight>
                        </a:rPr>
                        <a:t>Update Model from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92132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7A715B2-D912-3F88-FC24-A1273C8B2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12" y="3413126"/>
            <a:ext cx="5476225" cy="32162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F8786F5-86BB-43A7-4154-C84166818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422" y="3452247"/>
            <a:ext cx="5476225" cy="321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7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1ce3282-2922-43fd-9971-ff5d9ab1c2cc">
      <UserInfo>
        <DisplayName>Đậu Trọng Phương</DisplayName>
        <AccountId>174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4AA3EFD5E2AE4BA76F596867CC1D58" ma:contentTypeVersion="6" ma:contentTypeDescription="Create a new document." ma:contentTypeScope="" ma:versionID="a23569f61d28061d1a8cdf8010fc7ed9">
  <xsd:schema xmlns:xsd="http://www.w3.org/2001/XMLSchema" xmlns:xs="http://www.w3.org/2001/XMLSchema" xmlns:p="http://schemas.microsoft.com/office/2006/metadata/properties" xmlns:ns2="452d42b4-13f3-4832-8fd3-4a8c2936bf98" xmlns:ns3="51ce3282-2922-43fd-9971-ff5d9ab1c2cc" targetNamespace="http://schemas.microsoft.com/office/2006/metadata/properties" ma:root="true" ma:fieldsID="be41a64c1aeff76d48391a056af3c3c5" ns2:_="" ns3:_="">
    <xsd:import namespace="452d42b4-13f3-4832-8fd3-4a8c2936bf98"/>
    <xsd:import namespace="51ce3282-2922-43fd-9971-ff5d9ab1c2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d42b4-13f3-4832-8fd3-4a8c2936bf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e3282-2922-43fd-9971-ff5d9ab1c2c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BC4695-B2F3-4887-B831-04FFE873C1BE}">
  <ds:schemaRefs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452d42b4-13f3-4832-8fd3-4a8c2936bf98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  <ds:schemaRef ds:uri="51ce3282-2922-43fd-9971-ff5d9ab1c2cc"/>
  </ds:schemaRefs>
</ds:datastoreItem>
</file>

<file path=customXml/itemProps2.xml><?xml version="1.0" encoding="utf-8"?>
<ds:datastoreItem xmlns:ds="http://schemas.openxmlformats.org/officeDocument/2006/customXml" ds:itemID="{41EE7047-58DD-4AD2-8D52-6991555A56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2d42b4-13f3-4832-8fd3-4a8c2936bf98"/>
    <ds:schemaRef ds:uri="51ce3282-2922-43fd-9971-ff5d9ab1c2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A326FF7-DFDF-4722-BA2C-6089B7BEC1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5159</TotalTime>
  <Words>542</Words>
  <Application>Microsoft Office PowerPoint</Application>
  <PresentationFormat>Custom</PresentationFormat>
  <Paragraphs>67</Paragraphs>
  <Slides>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Euphemia</vt:lpstr>
      <vt:lpstr>Roboto</vt:lpstr>
      <vt:lpstr>Segoe UI</vt:lpstr>
      <vt:lpstr>Office Theme</vt:lpstr>
      <vt:lpstr>Packager Shell Object</vt:lpstr>
      <vt:lpstr>Xây dựng website bán hàng bằng ASP.NET MVC5 Entity Framework</vt:lpstr>
      <vt:lpstr>DANH SÁCH YÊU CẦU CHỨC NĂNG</vt:lpstr>
      <vt:lpstr>CHUẨN BỊ DỰ ÁN</vt:lpstr>
      <vt:lpstr>Khởi tạo Database</vt:lpstr>
      <vt:lpstr>Khởi tạo dự án dạng MVC5 Entity Framework DB First</vt:lpstr>
      <vt:lpstr>Tạo Area để phân vùng ứng dụng theo Role</vt:lpstr>
      <vt:lpstr>Fix lỗi trùng HomeController</vt:lpstr>
      <vt:lpstr>Cập nhật Model khi có thay đổi ở Database</vt:lpstr>
      <vt:lpstr>Cập nhật cấu trúc các bảng trong CSDL và truyền các thay đổi đó lên Model-View-Controller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website bán hàng bằng ASP.NET MVC5 Entity Framework</dc:title>
  <dc:creator>Sophia BUI</dc:creator>
  <cp:lastModifiedBy>SV</cp:lastModifiedBy>
  <cp:revision>142</cp:revision>
  <dcterms:created xsi:type="dcterms:W3CDTF">2023-10-09T13:56:47Z</dcterms:created>
  <dcterms:modified xsi:type="dcterms:W3CDTF">2025-10-14T05:26:37Z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0x010100D14AA3EFD5E2AE4BA76F596867CC1D58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