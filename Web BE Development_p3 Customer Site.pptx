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59"/>
  </p:notesMasterIdLst>
  <p:handoutMasterIdLst>
    <p:handoutMasterId r:id="rId60"/>
  </p:handoutMasterIdLst>
  <p:sldIdLst>
    <p:sldId id="256" r:id="rId5"/>
    <p:sldId id="822" r:id="rId6"/>
    <p:sldId id="269" r:id="rId7"/>
    <p:sldId id="821" r:id="rId8"/>
    <p:sldId id="823" r:id="rId9"/>
    <p:sldId id="803" r:id="rId10"/>
    <p:sldId id="825" r:id="rId11"/>
    <p:sldId id="889" r:id="rId12"/>
    <p:sldId id="888" r:id="rId13"/>
    <p:sldId id="865" r:id="rId14"/>
    <p:sldId id="866" r:id="rId15"/>
    <p:sldId id="890" r:id="rId16"/>
    <p:sldId id="902" r:id="rId17"/>
    <p:sldId id="903" r:id="rId18"/>
    <p:sldId id="904" r:id="rId19"/>
    <p:sldId id="907" r:id="rId20"/>
    <p:sldId id="864" r:id="rId21"/>
    <p:sldId id="826" r:id="rId22"/>
    <p:sldId id="857" r:id="rId23"/>
    <p:sldId id="836" r:id="rId24"/>
    <p:sldId id="868" r:id="rId25"/>
    <p:sldId id="867" r:id="rId26"/>
    <p:sldId id="850" r:id="rId27"/>
    <p:sldId id="874" r:id="rId28"/>
    <p:sldId id="870" r:id="rId29"/>
    <p:sldId id="884" r:id="rId30"/>
    <p:sldId id="871" r:id="rId31"/>
    <p:sldId id="872" r:id="rId32"/>
    <p:sldId id="824" r:id="rId33"/>
    <p:sldId id="878" r:id="rId34"/>
    <p:sldId id="859" r:id="rId35"/>
    <p:sldId id="880" r:id="rId36"/>
    <p:sldId id="860" r:id="rId37"/>
    <p:sldId id="879" r:id="rId38"/>
    <p:sldId id="882" r:id="rId39"/>
    <p:sldId id="885" r:id="rId40"/>
    <p:sldId id="883" r:id="rId41"/>
    <p:sldId id="881" r:id="rId42"/>
    <p:sldId id="801" r:id="rId43"/>
    <p:sldId id="861" r:id="rId44"/>
    <p:sldId id="886" r:id="rId45"/>
    <p:sldId id="887" r:id="rId46"/>
    <p:sldId id="898" r:id="rId47"/>
    <p:sldId id="899" r:id="rId48"/>
    <p:sldId id="863" r:id="rId49"/>
    <p:sldId id="862" r:id="rId50"/>
    <p:sldId id="891" r:id="rId51"/>
    <p:sldId id="906" r:id="rId52"/>
    <p:sldId id="892" r:id="rId53"/>
    <p:sldId id="894" r:id="rId54"/>
    <p:sldId id="896" r:id="rId55"/>
    <p:sldId id="900" r:id="rId56"/>
    <p:sldId id="901" r:id="rId57"/>
    <p:sldId id="905" r:id="rId5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A408B9-D6E7-4BF9-9B85-2D9450B73EA7}" v="324" dt="2024-11-20T10:15:37.434"/>
  </p1510:revLst>
</p1510:revInfo>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11" autoAdjust="0"/>
    <p:restoredTop sz="94637" autoAdjust="0"/>
  </p:normalViewPr>
  <p:slideViewPr>
    <p:cSldViewPr showGuides="1">
      <p:cViewPr varScale="1">
        <p:scale>
          <a:sx n="79" d="100"/>
          <a:sy n="79" d="100"/>
        </p:scale>
        <p:origin x="216" y="34"/>
      </p:cViewPr>
      <p:guideLst>
        <p:guide orient="horz" pos="2160"/>
        <p:guide pos="3839"/>
        <p:guide pos="1007"/>
      </p:guideLst>
    </p:cSldViewPr>
  </p:slideViewPr>
  <p:outlineViewPr>
    <p:cViewPr>
      <p:scale>
        <a:sx n="33" d="100"/>
        <a:sy n="33" d="100"/>
      </p:scale>
      <p:origin x="0" y="-11700"/>
    </p:cViewPr>
  </p:outlin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phia BUI" userId="5388e7d4eb368e7c" providerId="LiveId" clId="{D6A408B9-D6E7-4BF9-9B85-2D9450B73EA7}"/>
    <pc:docChg chg="undo custSel addSld delSld modSld sldOrd">
      <pc:chgData name="Sophia BUI" userId="5388e7d4eb368e7c" providerId="LiveId" clId="{D6A408B9-D6E7-4BF9-9B85-2D9450B73EA7}" dt="2024-11-20T10:15:42.499" v="44005" actId="20577"/>
      <pc:docMkLst>
        <pc:docMk/>
      </pc:docMkLst>
      <pc:sldChg chg="modTransition">
        <pc:chgData name="Sophia BUI" userId="5388e7d4eb368e7c" providerId="LiveId" clId="{D6A408B9-D6E7-4BF9-9B85-2D9450B73EA7}" dt="2024-10-17T13:58:36.049" v="23837"/>
        <pc:sldMkLst>
          <pc:docMk/>
          <pc:sldMk cId="506761459" sldId="256"/>
        </pc:sldMkLst>
      </pc:sldChg>
      <pc:sldChg chg="addSp delSp modSp del mod">
        <pc:chgData name="Sophia BUI" userId="5388e7d4eb368e7c" providerId="LiveId" clId="{D6A408B9-D6E7-4BF9-9B85-2D9450B73EA7}" dt="2024-10-02T14:26:54.974" v="12562" actId="47"/>
        <pc:sldMkLst>
          <pc:docMk/>
          <pc:sldMk cId="3401786857" sldId="261"/>
        </pc:sldMkLst>
        <pc:spChg chg="mod">
          <ac:chgData name="Sophia BUI" userId="5388e7d4eb368e7c" providerId="LiveId" clId="{D6A408B9-D6E7-4BF9-9B85-2D9450B73EA7}" dt="2024-10-02T14:13:35.453" v="12451" actId="404"/>
          <ac:spMkLst>
            <pc:docMk/>
            <pc:sldMk cId="3401786857" sldId="261"/>
            <ac:spMk id="2" creationId="{00000000-0000-0000-0000-000000000000}"/>
          </ac:spMkLst>
        </pc:spChg>
        <pc:spChg chg="mod">
          <ac:chgData name="Sophia BUI" userId="5388e7d4eb368e7c" providerId="LiveId" clId="{D6A408B9-D6E7-4BF9-9B85-2D9450B73EA7}" dt="2024-09-26T01:30:32.656" v="2868"/>
          <ac:spMkLst>
            <pc:docMk/>
            <pc:sldMk cId="3401786857" sldId="261"/>
            <ac:spMk id="5" creationId="{A40BCD48-F20B-6383-FACB-D3E754CA2524}"/>
          </ac:spMkLst>
        </pc:spChg>
        <pc:spChg chg="mod">
          <ac:chgData name="Sophia BUI" userId="5388e7d4eb368e7c" providerId="LiveId" clId="{D6A408B9-D6E7-4BF9-9B85-2D9450B73EA7}" dt="2024-09-28T08:36:59.115" v="3365" actId="207"/>
          <ac:spMkLst>
            <pc:docMk/>
            <pc:sldMk cId="3401786857" sldId="261"/>
            <ac:spMk id="7" creationId="{CBC10545-F712-108C-C302-4BE040829D2E}"/>
          </ac:spMkLst>
        </pc:spChg>
        <pc:picChg chg="del">
          <ac:chgData name="Sophia BUI" userId="5388e7d4eb368e7c" providerId="LiveId" clId="{D6A408B9-D6E7-4BF9-9B85-2D9450B73EA7}" dt="2024-09-25T22:46:02.713" v="0" actId="478"/>
          <ac:picMkLst>
            <pc:docMk/>
            <pc:sldMk cId="3401786857" sldId="261"/>
            <ac:picMk id="4" creationId="{1C725C0C-CFD4-5BDE-5B65-20DC79E6605C}"/>
          </ac:picMkLst>
        </pc:picChg>
        <pc:picChg chg="add mod">
          <ac:chgData name="Sophia BUI" userId="5388e7d4eb368e7c" providerId="LiveId" clId="{D6A408B9-D6E7-4BF9-9B85-2D9450B73EA7}" dt="2024-09-25T22:47:15.868" v="10" actId="1076"/>
          <ac:picMkLst>
            <pc:docMk/>
            <pc:sldMk cId="3401786857" sldId="261"/>
            <ac:picMk id="6" creationId="{F7EA3FD2-8372-3B75-03C7-BFD7E4F5675F}"/>
          </ac:picMkLst>
        </pc:picChg>
      </pc:sldChg>
      <pc:sldChg chg="addSp modSp del mod">
        <pc:chgData name="Sophia BUI" userId="5388e7d4eb368e7c" providerId="LiveId" clId="{D6A408B9-D6E7-4BF9-9B85-2D9450B73EA7}" dt="2024-10-02T14:26:54.974" v="12562" actId="47"/>
        <pc:sldMkLst>
          <pc:docMk/>
          <pc:sldMk cId="4131043853" sldId="268"/>
        </pc:sldMkLst>
        <pc:spChg chg="mod">
          <ac:chgData name="Sophia BUI" userId="5388e7d4eb368e7c" providerId="LiveId" clId="{D6A408B9-D6E7-4BF9-9B85-2D9450B73EA7}" dt="2024-10-02T14:13:46.951" v="12452" actId="255"/>
          <ac:spMkLst>
            <pc:docMk/>
            <pc:sldMk cId="4131043853" sldId="268"/>
            <ac:spMk id="2" creationId="{E75976DE-E665-3F90-84C7-CAFC032C46AA}"/>
          </ac:spMkLst>
        </pc:spChg>
        <pc:spChg chg="mod">
          <ac:chgData name="Sophia BUI" userId="5388e7d4eb368e7c" providerId="LiveId" clId="{D6A408B9-D6E7-4BF9-9B85-2D9450B73EA7}" dt="2024-09-26T01:29:54.936" v="2865"/>
          <ac:spMkLst>
            <pc:docMk/>
            <pc:sldMk cId="4131043853" sldId="268"/>
            <ac:spMk id="3" creationId="{DF859FBD-B23B-9F35-CAF4-32ADE6896152}"/>
          </ac:spMkLst>
        </pc:spChg>
        <pc:spChg chg="mod">
          <ac:chgData name="Sophia BUI" userId="5388e7d4eb368e7c" providerId="LiveId" clId="{D6A408B9-D6E7-4BF9-9B85-2D9450B73EA7}" dt="2024-09-28T08:38:57.756" v="3400" actId="20577"/>
          <ac:spMkLst>
            <pc:docMk/>
            <pc:sldMk cId="4131043853" sldId="268"/>
            <ac:spMk id="43" creationId="{595E72A1-679F-D2B1-EF6D-4B6062F50812}"/>
          </ac:spMkLst>
        </pc:spChg>
        <pc:picChg chg="add mod">
          <ac:chgData name="Sophia BUI" userId="5388e7d4eb368e7c" providerId="LiveId" clId="{D6A408B9-D6E7-4BF9-9B85-2D9450B73EA7}" dt="2024-09-26T00:42:43.255" v="2688" actId="1076"/>
          <ac:picMkLst>
            <pc:docMk/>
            <pc:sldMk cId="4131043853" sldId="268"/>
            <ac:picMk id="5" creationId="{F71C2678-D1FA-B9F1-35EE-1CE5BE83C540}"/>
          </ac:picMkLst>
        </pc:picChg>
      </pc:sldChg>
      <pc:sldChg chg="modSp del mod">
        <pc:chgData name="Sophia BUI" userId="5388e7d4eb368e7c" providerId="LiveId" clId="{D6A408B9-D6E7-4BF9-9B85-2D9450B73EA7}" dt="2024-10-02T14:09:58.978" v="12387" actId="2696"/>
        <pc:sldMkLst>
          <pc:docMk/>
          <pc:sldMk cId="2069074210" sldId="269"/>
        </pc:sldMkLst>
        <pc:graphicFrameChg chg="modGraphic">
          <ac:chgData name="Sophia BUI" userId="5388e7d4eb368e7c" providerId="LiveId" clId="{D6A408B9-D6E7-4BF9-9B85-2D9450B73EA7}" dt="2024-09-28T14:19:17.666" v="3604" actId="20577"/>
          <ac:graphicFrameMkLst>
            <pc:docMk/>
            <pc:sldMk cId="2069074210" sldId="269"/>
            <ac:graphicFrameMk id="5" creationId="{943304E3-DEC1-081E-5CF8-783EEF4021A8}"/>
          </ac:graphicFrameMkLst>
        </pc:graphicFrameChg>
      </pc:sldChg>
      <pc:sldChg chg="modSp mod ord">
        <pc:chgData name="Sophia BUI" userId="5388e7d4eb368e7c" providerId="LiveId" clId="{D6A408B9-D6E7-4BF9-9B85-2D9450B73EA7}" dt="2024-10-02T14:41:56.529" v="12649"/>
        <pc:sldMkLst>
          <pc:docMk/>
          <pc:sldMk cId="4124713233" sldId="269"/>
        </pc:sldMkLst>
        <pc:spChg chg="mod">
          <ac:chgData name="Sophia BUI" userId="5388e7d4eb368e7c" providerId="LiveId" clId="{D6A408B9-D6E7-4BF9-9B85-2D9450B73EA7}" dt="2024-10-02T14:10:34.329" v="12405" actId="20577"/>
          <ac:spMkLst>
            <pc:docMk/>
            <pc:sldMk cId="4124713233" sldId="269"/>
            <ac:spMk id="2" creationId="{3C8881F5-B84D-F242-95A9-141E2A849202}"/>
          </ac:spMkLst>
        </pc:spChg>
        <pc:graphicFrameChg chg="mod modGraphic">
          <ac:chgData name="Sophia BUI" userId="5388e7d4eb368e7c" providerId="LiveId" clId="{D6A408B9-D6E7-4BF9-9B85-2D9450B73EA7}" dt="2024-10-02T14:12:09.594" v="12418" actId="20577"/>
          <ac:graphicFrameMkLst>
            <pc:docMk/>
            <pc:sldMk cId="4124713233" sldId="269"/>
            <ac:graphicFrameMk id="5" creationId="{943304E3-DEC1-081E-5CF8-783EEF4021A8}"/>
          </ac:graphicFrameMkLst>
        </pc:graphicFrameChg>
      </pc:sldChg>
      <pc:sldChg chg="addSp delSp modSp del mod ord">
        <pc:chgData name="Sophia BUI" userId="5388e7d4eb368e7c" providerId="LiveId" clId="{D6A408B9-D6E7-4BF9-9B85-2D9450B73EA7}" dt="2024-10-02T14:06:16.183" v="12370" actId="2696"/>
        <pc:sldMkLst>
          <pc:docMk/>
          <pc:sldMk cId="4260260139" sldId="671"/>
        </pc:sldMkLst>
        <pc:spChg chg="mod">
          <ac:chgData name="Sophia BUI" userId="5388e7d4eb368e7c" providerId="LiveId" clId="{D6A408B9-D6E7-4BF9-9B85-2D9450B73EA7}" dt="2024-09-26T01:52:42.636" v="3361" actId="27636"/>
          <ac:spMkLst>
            <pc:docMk/>
            <pc:sldMk cId="4260260139" sldId="671"/>
            <ac:spMk id="2" creationId="{00000000-0000-0000-0000-000000000000}"/>
          </ac:spMkLst>
        </pc:spChg>
        <pc:picChg chg="del">
          <ac:chgData name="Sophia BUI" userId="5388e7d4eb368e7c" providerId="LiveId" clId="{D6A408B9-D6E7-4BF9-9B85-2D9450B73EA7}" dt="2024-10-02T14:06:04.907" v="12367" actId="21"/>
          <ac:picMkLst>
            <pc:docMk/>
            <pc:sldMk cId="4260260139" sldId="671"/>
            <ac:picMk id="4" creationId="{00000000-0000-0000-0000-000000000000}"/>
          </ac:picMkLst>
        </pc:picChg>
        <pc:picChg chg="add del">
          <ac:chgData name="Sophia BUI" userId="5388e7d4eb368e7c" providerId="LiveId" clId="{D6A408B9-D6E7-4BF9-9B85-2D9450B73EA7}" dt="2024-10-02T04:33:36.105" v="11736" actId="21"/>
          <ac:picMkLst>
            <pc:docMk/>
            <pc:sldMk cId="4260260139" sldId="671"/>
            <ac:picMk id="7" creationId="{00000000-0000-0000-0000-000000000000}"/>
          </ac:picMkLst>
        </pc:picChg>
      </pc:sldChg>
      <pc:sldChg chg="del">
        <pc:chgData name="Sophia BUI" userId="5388e7d4eb368e7c" providerId="LiveId" clId="{D6A408B9-D6E7-4BF9-9B85-2D9450B73EA7}" dt="2024-10-02T14:09:08.306" v="12379" actId="2696"/>
        <pc:sldMkLst>
          <pc:docMk/>
          <pc:sldMk cId="257345015" sldId="675"/>
        </pc:sldMkLst>
      </pc:sldChg>
      <pc:sldChg chg="del delDesignElem">
        <pc:chgData name="Sophia BUI" userId="5388e7d4eb368e7c" providerId="LiveId" clId="{D6A408B9-D6E7-4BF9-9B85-2D9450B73EA7}" dt="2024-10-02T15:08:25.343" v="13617" actId="47"/>
        <pc:sldMkLst>
          <pc:docMk/>
          <pc:sldMk cId="3112041912" sldId="675"/>
        </pc:sldMkLst>
      </pc:sldChg>
      <pc:sldChg chg="del">
        <pc:chgData name="Sophia BUI" userId="5388e7d4eb368e7c" providerId="LiveId" clId="{D6A408B9-D6E7-4BF9-9B85-2D9450B73EA7}" dt="2024-09-28T14:12:49.511" v="3435" actId="2696"/>
        <pc:sldMkLst>
          <pc:docMk/>
          <pc:sldMk cId="3165975797" sldId="676"/>
        </pc:sldMkLst>
      </pc:sldChg>
      <pc:sldChg chg="del">
        <pc:chgData name="Sophia BUI" userId="5388e7d4eb368e7c" providerId="LiveId" clId="{D6A408B9-D6E7-4BF9-9B85-2D9450B73EA7}" dt="2024-10-02T14:09:08.306" v="12379" actId="2696"/>
        <pc:sldMkLst>
          <pc:docMk/>
          <pc:sldMk cId="267130995" sldId="677"/>
        </pc:sldMkLst>
      </pc:sldChg>
      <pc:sldChg chg="del delDesignElem">
        <pc:chgData name="Sophia BUI" userId="5388e7d4eb368e7c" providerId="LiveId" clId="{D6A408B9-D6E7-4BF9-9B85-2D9450B73EA7}" dt="2024-10-02T15:08:26.113" v="13618" actId="47"/>
        <pc:sldMkLst>
          <pc:docMk/>
          <pc:sldMk cId="2658555902" sldId="677"/>
        </pc:sldMkLst>
      </pc:sldChg>
      <pc:sldChg chg="addSp delSp modSp del mod ord modClrScheme delDesignElem chgLayout">
        <pc:chgData name="Sophia BUI" userId="5388e7d4eb368e7c" providerId="LiveId" clId="{D6A408B9-D6E7-4BF9-9B85-2D9450B73EA7}" dt="2024-09-26T01:00:19.350" v="2710" actId="2696"/>
        <pc:sldMkLst>
          <pc:docMk/>
          <pc:sldMk cId="1789733949" sldId="678"/>
        </pc:sldMkLst>
        <pc:spChg chg="mod ord">
          <ac:chgData name="Sophia BUI" userId="5388e7d4eb368e7c" providerId="LiveId" clId="{D6A408B9-D6E7-4BF9-9B85-2D9450B73EA7}" dt="2024-09-26T00:33:51.759" v="2248" actId="26606"/>
          <ac:spMkLst>
            <pc:docMk/>
            <pc:sldMk cId="1789733949" sldId="678"/>
            <ac:spMk id="2" creationId="{00000000-0000-0000-0000-000000000000}"/>
          </ac:spMkLst>
        </pc:spChg>
        <pc:spChg chg="add del mod ord">
          <ac:chgData name="Sophia BUI" userId="5388e7d4eb368e7c" providerId="LiveId" clId="{D6A408B9-D6E7-4BF9-9B85-2D9450B73EA7}" dt="2024-09-26T00:33:18.960" v="2229" actId="700"/>
          <ac:spMkLst>
            <pc:docMk/>
            <pc:sldMk cId="1789733949" sldId="678"/>
            <ac:spMk id="5" creationId="{E3861A69-5DEF-6762-A1F5-7D3A9C4F5B21}"/>
          </ac:spMkLst>
        </pc:spChg>
        <pc:spChg chg="add mod ord">
          <ac:chgData name="Sophia BUI" userId="5388e7d4eb368e7c" providerId="LiveId" clId="{D6A408B9-D6E7-4BF9-9B85-2D9450B73EA7}" dt="2024-09-26T00:38:23.597" v="2677" actId="207"/>
          <ac:spMkLst>
            <pc:docMk/>
            <pc:sldMk cId="1789733949" sldId="678"/>
            <ac:spMk id="6" creationId="{6A08FFF2-5AA8-751E-5C38-327BD046FB36}"/>
          </ac:spMkLst>
        </pc:spChg>
        <pc:spChg chg="add del mod ord">
          <ac:chgData name="Sophia BUI" userId="5388e7d4eb368e7c" providerId="LiveId" clId="{D6A408B9-D6E7-4BF9-9B85-2D9450B73EA7}" dt="2024-09-26T00:33:40.689" v="2246"/>
          <ac:spMkLst>
            <pc:docMk/>
            <pc:sldMk cId="1789733949" sldId="678"/>
            <ac:spMk id="7" creationId="{FC00AB06-FCC9-2DF0-9E0F-8C63B9AC935D}"/>
          </ac:spMkLst>
        </pc:spChg>
        <pc:spChg chg="del">
          <ac:chgData name="Sophia BUI" userId="5388e7d4eb368e7c" providerId="LiveId" clId="{D6A408B9-D6E7-4BF9-9B85-2D9450B73EA7}" dt="2024-09-26T00:33:18.960" v="2229" actId="700"/>
          <ac:spMkLst>
            <pc:docMk/>
            <pc:sldMk cId="1789733949" sldId="678"/>
            <ac:spMk id="9" creationId="{AC477752-ACCA-41C1-9B1D-D0CED1F9CBDD}"/>
          </ac:spMkLst>
        </pc:spChg>
        <pc:spChg chg="add mod">
          <ac:chgData name="Sophia BUI" userId="5388e7d4eb368e7c" providerId="LiveId" clId="{D6A408B9-D6E7-4BF9-9B85-2D9450B73EA7}" dt="2024-09-26T00:43:35.217" v="2689"/>
          <ac:spMkLst>
            <pc:docMk/>
            <pc:sldMk cId="1789733949" sldId="678"/>
            <ac:spMk id="10" creationId="{E960F0AF-CD6D-BDA1-BB6F-03F4E485A03C}"/>
          </ac:spMkLst>
        </pc:spChg>
        <pc:spChg chg="add del">
          <ac:chgData name="Sophia BUI" userId="5388e7d4eb368e7c" providerId="LiveId" clId="{D6A408B9-D6E7-4BF9-9B85-2D9450B73EA7}" dt="2024-09-26T00:33:51.759" v="2248" actId="26606"/>
          <ac:spMkLst>
            <pc:docMk/>
            <pc:sldMk cId="1789733949" sldId="678"/>
            <ac:spMk id="13" creationId="{058A14AF-9FB5-4CC7-BA35-E8E85D3EDF0E}"/>
          </ac:spMkLst>
        </pc:spChg>
        <pc:spChg chg="add del">
          <ac:chgData name="Sophia BUI" userId="5388e7d4eb368e7c" providerId="LiveId" clId="{D6A408B9-D6E7-4BF9-9B85-2D9450B73EA7}" dt="2024-09-26T00:33:51.759" v="2248" actId="26606"/>
          <ac:spMkLst>
            <pc:docMk/>
            <pc:sldMk cId="1789733949" sldId="678"/>
            <ac:spMk id="15" creationId="{3A9A4357-BD1D-4622-A4FE-766E6AB8DE84}"/>
          </ac:spMkLst>
        </pc:spChg>
        <pc:spChg chg="add del">
          <ac:chgData name="Sophia BUI" userId="5388e7d4eb368e7c" providerId="LiveId" clId="{D6A408B9-D6E7-4BF9-9B85-2D9450B73EA7}" dt="2024-09-26T00:33:51.759" v="2248" actId="26606"/>
          <ac:spMkLst>
            <pc:docMk/>
            <pc:sldMk cId="1789733949" sldId="678"/>
            <ac:spMk id="17" creationId="{E659831F-0D9A-4C63-9EBB-8435B85A440F}"/>
          </ac:spMkLst>
        </pc:spChg>
        <pc:spChg chg="add del">
          <ac:chgData name="Sophia BUI" userId="5388e7d4eb368e7c" providerId="LiveId" clId="{D6A408B9-D6E7-4BF9-9B85-2D9450B73EA7}" dt="2024-09-26T00:33:51.759" v="2248" actId="26606"/>
          <ac:spMkLst>
            <pc:docMk/>
            <pc:sldMk cId="1789733949" sldId="678"/>
            <ac:spMk id="19" creationId="{E6995CE5-F890-4ABA-82A2-26507CE8D2A3}"/>
          </ac:spMkLst>
        </pc:spChg>
        <pc:picChg chg="del">
          <ac:chgData name="Sophia BUI" userId="5388e7d4eb368e7c" providerId="LiveId" clId="{D6A408B9-D6E7-4BF9-9B85-2D9450B73EA7}" dt="2024-09-26T00:32:23.272" v="2222" actId="21"/>
          <ac:picMkLst>
            <pc:docMk/>
            <pc:sldMk cId="1789733949" sldId="678"/>
            <ac:picMk id="4" creationId="{00000000-0000-0000-0000-000000000000}"/>
          </ac:picMkLst>
        </pc:picChg>
        <pc:picChg chg="add mod">
          <ac:chgData name="Sophia BUI" userId="5388e7d4eb368e7c" providerId="LiveId" clId="{D6A408B9-D6E7-4BF9-9B85-2D9450B73EA7}" dt="2024-09-26T00:38:55.711" v="2678" actId="1076"/>
          <ac:picMkLst>
            <pc:docMk/>
            <pc:sldMk cId="1789733949" sldId="678"/>
            <ac:picMk id="8" creationId="{00000000-0000-0000-0000-000000000000}"/>
          </ac:picMkLst>
        </pc:picChg>
      </pc:sldChg>
      <pc:sldChg chg="del">
        <pc:chgData name="Sophia BUI" userId="5388e7d4eb368e7c" providerId="LiveId" clId="{D6A408B9-D6E7-4BF9-9B85-2D9450B73EA7}" dt="2024-09-26T01:45:09.585" v="3119" actId="2696"/>
        <pc:sldMkLst>
          <pc:docMk/>
          <pc:sldMk cId="242276076" sldId="679"/>
        </pc:sldMkLst>
      </pc:sldChg>
      <pc:sldChg chg="del">
        <pc:chgData name="Sophia BUI" userId="5388e7d4eb368e7c" providerId="LiveId" clId="{D6A408B9-D6E7-4BF9-9B85-2D9450B73EA7}" dt="2024-10-14T03:09:52.570" v="15733" actId="47"/>
        <pc:sldMkLst>
          <pc:docMk/>
          <pc:sldMk cId="1054240606" sldId="694"/>
        </pc:sldMkLst>
      </pc:sldChg>
      <pc:sldChg chg="del">
        <pc:chgData name="Sophia BUI" userId="5388e7d4eb368e7c" providerId="LiveId" clId="{D6A408B9-D6E7-4BF9-9B85-2D9450B73EA7}" dt="2024-10-14T03:09:52.724" v="15734" actId="47"/>
        <pc:sldMkLst>
          <pc:docMk/>
          <pc:sldMk cId="1256951833" sldId="695"/>
        </pc:sldMkLst>
      </pc:sldChg>
      <pc:sldChg chg="del">
        <pc:chgData name="Sophia BUI" userId="5388e7d4eb368e7c" providerId="LiveId" clId="{D6A408B9-D6E7-4BF9-9B85-2D9450B73EA7}" dt="2024-10-14T03:09:52.952" v="15735" actId="47"/>
        <pc:sldMkLst>
          <pc:docMk/>
          <pc:sldMk cId="1888777383" sldId="696"/>
        </pc:sldMkLst>
      </pc:sldChg>
      <pc:sldChg chg="del">
        <pc:chgData name="Sophia BUI" userId="5388e7d4eb368e7c" providerId="LiveId" clId="{D6A408B9-D6E7-4BF9-9B85-2D9450B73EA7}" dt="2024-10-14T03:09:53.133" v="15736" actId="47"/>
        <pc:sldMkLst>
          <pc:docMk/>
          <pc:sldMk cId="1641959255" sldId="697"/>
        </pc:sldMkLst>
      </pc:sldChg>
      <pc:sldChg chg="del">
        <pc:chgData name="Sophia BUI" userId="5388e7d4eb368e7c" providerId="LiveId" clId="{D6A408B9-D6E7-4BF9-9B85-2D9450B73EA7}" dt="2024-10-14T03:09:53.272" v="15737" actId="47"/>
        <pc:sldMkLst>
          <pc:docMk/>
          <pc:sldMk cId="3790073736" sldId="698"/>
        </pc:sldMkLst>
      </pc:sldChg>
      <pc:sldChg chg="del">
        <pc:chgData name="Sophia BUI" userId="5388e7d4eb368e7c" providerId="LiveId" clId="{D6A408B9-D6E7-4BF9-9B85-2D9450B73EA7}" dt="2024-09-26T01:45:18.543" v="3120" actId="2696"/>
        <pc:sldMkLst>
          <pc:docMk/>
          <pc:sldMk cId="3897718318" sldId="699"/>
        </pc:sldMkLst>
      </pc:sldChg>
      <pc:sldChg chg="del">
        <pc:chgData name="Sophia BUI" userId="5388e7d4eb368e7c" providerId="LiveId" clId="{D6A408B9-D6E7-4BF9-9B85-2D9450B73EA7}" dt="2024-09-28T14:46:52.183" v="3724" actId="47"/>
        <pc:sldMkLst>
          <pc:docMk/>
          <pc:sldMk cId="363297900" sldId="701"/>
        </pc:sldMkLst>
      </pc:sldChg>
      <pc:sldChg chg="del delDesignElem">
        <pc:chgData name="Sophia BUI" userId="5388e7d4eb368e7c" providerId="LiveId" clId="{D6A408B9-D6E7-4BF9-9B85-2D9450B73EA7}" dt="2024-10-02T15:08:23.140" v="13615" actId="47"/>
        <pc:sldMkLst>
          <pc:docMk/>
          <pc:sldMk cId="530302754" sldId="713"/>
        </pc:sldMkLst>
      </pc:sldChg>
      <pc:sldChg chg="del ord">
        <pc:chgData name="Sophia BUI" userId="5388e7d4eb368e7c" providerId="LiveId" clId="{D6A408B9-D6E7-4BF9-9B85-2D9450B73EA7}" dt="2024-10-02T14:09:08.306" v="12379" actId="2696"/>
        <pc:sldMkLst>
          <pc:docMk/>
          <pc:sldMk cId="2726085771" sldId="713"/>
        </pc:sldMkLst>
      </pc:sldChg>
      <pc:sldChg chg="del">
        <pc:chgData name="Sophia BUI" userId="5388e7d4eb368e7c" providerId="LiveId" clId="{D6A408B9-D6E7-4BF9-9B85-2D9450B73EA7}" dt="2024-09-29T08:07:12.748" v="3774" actId="2696"/>
        <pc:sldMkLst>
          <pc:docMk/>
          <pc:sldMk cId="1707955718" sldId="717"/>
        </pc:sldMkLst>
      </pc:sldChg>
      <pc:sldChg chg="addSp delSp modSp add del mod ord">
        <pc:chgData name="Sophia BUI" userId="5388e7d4eb368e7c" providerId="LiveId" clId="{D6A408B9-D6E7-4BF9-9B85-2D9450B73EA7}" dt="2024-10-02T14:00:55.106" v="12163" actId="2696"/>
        <pc:sldMkLst>
          <pc:docMk/>
          <pc:sldMk cId="4040981169" sldId="717"/>
        </pc:sldMkLst>
        <pc:spChg chg="mod">
          <ac:chgData name="Sophia BUI" userId="5388e7d4eb368e7c" providerId="LiveId" clId="{D6A408B9-D6E7-4BF9-9B85-2D9450B73EA7}" dt="2024-09-29T12:45:51.833" v="3962" actId="20577"/>
          <ac:spMkLst>
            <pc:docMk/>
            <pc:sldMk cId="4040981169" sldId="717"/>
            <ac:spMk id="2" creationId="{00000000-0000-0000-0000-000000000000}"/>
          </ac:spMkLst>
        </pc:spChg>
        <pc:spChg chg="mod">
          <ac:chgData name="Sophia BUI" userId="5388e7d4eb368e7c" providerId="LiveId" clId="{D6A408B9-D6E7-4BF9-9B85-2D9450B73EA7}" dt="2024-09-29T12:45:58.114" v="3963" actId="6549"/>
          <ac:spMkLst>
            <pc:docMk/>
            <pc:sldMk cId="4040981169" sldId="717"/>
            <ac:spMk id="3" creationId="{00000000-0000-0000-0000-000000000000}"/>
          </ac:spMkLst>
        </pc:spChg>
        <pc:spChg chg="add mod">
          <ac:chgData name="Sophia BUI" userId="5388e7d4eb368e7c" providerId="LiveId" clId="{D6A408B9-D6E7-4BF9-9B85-2D9450B73EA7}" dt="2024-10-02T04:22:59.928" v="11315" actId="478"/>
          <ac:spMkLst>
            <pc:docMk/>
            <pc:sldMk cId="4040981169" sldId="717"/>
            <ac:spMk id="5" creationId="{25138C52-57C2-019D-1994-D8683BE8958A}"/>
          </ac:spMkLst>
        </pc:spChg>
        <pc:spChg chg="add del mod">
          <ac:chgData name="Sophia BUI" userId="5388e7d4eb368e7c" providerId="LiveId" clId="{D6A408B9-D6E7-4BF9-9B85-2D9450B73EA7}" dt="2024-09-29T12:44:46.667" v="3933" actId="22"/>
          <ac:spMkLst>
            <pc:docMk/>
            <pc:sldMk cId="4040981169" sldId="717"/>
            <ac:spMk id="5" creationId="{8A5423D3-3EAC-ADFA-C4C7-F03DDEF9FA79}"/>
          </ac:spMkLst>
        </pc:spChg>
        <pc:spChg chg="del mod">
          <ac:chgData name="Sophia BUI" userId="5388e7d4eb368e7c" providerId="LiveId" clId="{D6A408B9-D6E7-4BF9-9B85-2D9450B73EA7}" dt="2024-10-02T04:27:43.233" v="11635" actId="21"/>
          <ac:spMkLst>
            <pc:docMk/>
            <pc:sldMk cId="4040981169" sldId="717"/>
            <ac:spMk id="7" creationId="{00000000-0000-0000-0000-000000000000}"/>
          </ac:spMkLst>
        </pc:spChg>
        <pc:spChg chg="add mod">
          <ac:chgData name="Sophia BUI" userId="5388e7d4eb368e7c" providerId="LiveId" clId="{D6A408B9-D6E7-4BF9-9B85-2D9450B73EA7}" dt="2024-10-02T04:27:43.233" v="11635" actId="21"/>
          <ac:spMkLst>
            <pc:docMk/>
            <pc:sldMk cId="4040981169" sldId="717"/>
            <ac:spMk id="10" creationId="{73263C82-0AF5-BD51-84BA-F86F809ABBBE}"/>
          </ac:spMkLst>
        </pc:spChg>
        <pc:picChg chg="del mod">
          <ac:chgData name="Sophia BUI" userId="5388e7d4eb368e7c" providerId="LiveId" clId="{D6A408B9-D6E7-4BF9-9B85-2D9450B73EA7}" dt="2024-10-02T04:27:43.233" v="11635" actId="21"/>
          <ac:picMkLst>
            <pc:docMk/>
            <pc:sldMk cId="4040981169" sldId="717"/>
            <ac:picMk id="6" creationId="{38B23395-BF95-85FC-FD88-3DF4A72AB6F0}"/>
          </ac:picMkLst>
        </pc:picChg>
        <pc:picChg chg="add del mod ord">
          <ac:chgData name="Sophia BUI" userId="5388e7d4eb368e7c" providerId="LiveId" clId="{D6A408B9-D6E7-4BF9-9B85-2D9450B73EA7}" dt="2024-10-02T04:22:59.928" v="11315" actId="478"/>
          <ac:picMkLst>
            <pc:docMk/>
            <pc:sldMk cId="4040981169" sldId="717"/>
            <ac:picMk id="9" creationId="{B05644C1-F73B-26E9-6122-8DDFD72EE1E6}"/>
          </ac:picMkLst>
        </pc:picChg>
        <pc:picChg chg="del">
          <ac:chgData name="Sophia BUI" userId="5388e7d4eb368e7c" providerId="LiveId" clId="{D6A408B9-D6E7-4BF9-9B85-2D9450B73EA7}" dt="2024-09-29T12:44:20.048" v="3932" actId="478"/>
          <ac:picMkLst>
            <pc:docMk/>
            <pc:sldMk cId="4040981169" sldId="717"/>
            <ac:picMk id="11" creationId="{107D1B65-0155-9F96-782A-2A7185697B5C}"/>
          </ac:picMkLst>
        </pc:picChg>
      </pc:sldChg>
      <pc:sldChg chg="del">
        <pc:chgData name="Sophia BUI" userId="5388e7d4eb368e7c" providerId="LiveId" clId="{D6A408B9-D6E7-4BF9-9B85-2D9450B73EA7}" dt="2024-09-29T07:55:13.727" v="3729" actId="2696"/>
        <pc:sldMkLst>
          <pc:docMk/>
          <pc:sldMk cId="800324095" sldId="718"/>
        </pc:sldMkLst>
      </pc:sldChg>
      <pc:sldChg chg="add del">
        <pc:chgData name="Sophia BUI" userId="5388e7d4eb368e7c" providerId="LiveId" clId="{D6A408B9-D6E7-4BF9-9B85-2D9450B73EA7}" dt="2024-09-30T14:10:02.081" v="8463" actId="2696"/>
        <pc:sldMkLst>
          <pc:docMk/>
          <pc:sldMk cId="207750442" sldId="720"/>
        </pc:sldMkLst>
      </pc:sldChg>
      <pc:sldChg chg="del">
        <pc:chgData name="Sophia BUI" userId="5388e7d4eb368e7c" providerId="LiveId" clId="{D6A408B9-D6E7-4BF9-9B85-2D9450B73EA7}" dt="2024-09-29T08:07:12.748" v="3774" actId="2696"/>
        <pc:sldMkLst>
          <pc:docMk/>
          <pc:sldMk cId="909508031" sldId="720"/>
        </pc:sldMkLst>
      </pc:sldChg>
      <pc:sldChg chg="delSp modSp add del mod ord">
        <pc:chgData name="Sophia BUI" userId="5388e7d4eb368e7c" providerId="LiveId" clId="{D6A408B9-D6E7-4BF9-9B85-2D9450B73EA7}" dt="2024-10-02T15:08:21.378" v="13613" actId="47"/>
        <pc:sldMkLst>
          <pc:docMk/>
          <pc:sldMk cId="2643701336" sldId="721"/>
        </pc:sldMkLst>
        <pc:picChg chg="del mod">
          <ac:chgData name="Sophia BUI" userId="5388e7d4eb368e7c" providerId="LiveId" clId="{D6A408B9-D6E7-4BF9-9B85-2D9450B73EA7}" dt="2024-10-02T14:00:45.390" v="12162" actId="478"/>
          <ac:picMkLst>
            <pc:docMk/>
            <pc:sldMk cId="2643701336" sldId="721"/>
            <ac:picMk id="8" creationId="{24CD3194-0CDD-7C9B-B419-D89E68E5AA45}"/>
          </ac:picMkLst>
        </pc:picChg>
      </pc:sldChg>
      <pc:sldChg chg="del">
        <pc:chgData name="Sophia BUI" userId="5388e7d4eb368e7c" providerId="LiveId" clId="{D6A408B9-D6E7-4BF9-9B85-2D9450B73EA7}" dt="2024-09-29T08:07:12.748" v="3774" actId="2696"/>
        <pc:sldMkLst>
          <pc:docMk/>
          <pc:sldMk cId="3009146904" sldId="721"/>
        </pc:sldMkLst>
      </pc:sldChg>
      <pc:sldChg chg="add del">
        <pc:chgData name="Sophia BUI" userId="5388e7d4eb368e7c" providerId="LiveId" clId="{D6A408B9-D6E7-4BF9-9B85-2D9450B73EA7}" dt="2024-09-30T14:09:40.551" v="8462" actId="2696"/>
        <pc:sldMkLst>
          <pc:docMk/>
          <pc:sldMk cId="3029199959" sldId="722"/>
        </pc:sldMkLst>
      </pc:sldChg>
      <pc:sldChg chg="del">
        <pc:chgData name="Sophia BUI" userId="5388e7d4eb368e7c" providerId="LiveId" clId="{D6A408B9-D6E7-4BF9-9B85-2D9450B73EA7}" dt="2024-09-29T08:07:12.748" v="3774" actId="2696"/>
        <pc:sldMkLst>
          <pc:docMk/>
          <pc:sldMk cId="4061416458" sldId="722"/>
        </pc:sldMkLst>
      </pc:sldChg>
      <pc:sldChg chg="del">
        <pc:chgData name="Sophia BUI" userId="5388e7d4eb368e7c" providerId="LiveId" clId="{D6A408B9-D6E7-4BF9-9B85-2D9450B73EA7}" dt="2024-09-29T08:07:12.748" v="3774" actId="2696"/>
        <pc:sldMkLst>
          <pc:docMk/>
          <pc:sldMk cId="1890251864" sldId="723"/>
        </pc:sldMkLst>
      </pc:sldChg>
      <pc:sldChg chg="add del">
        <pc:chgData name="Sophia BUI" userId="5388e7d4eb368e7c" providerId="LiveId" clId="{D6A408B9-D6E7-4BF9-9B85-2D9450B73EA7}" dt="2024-09-30T14:09:26.764" v="8461" actId="2696"/>
        <pc:sldMkLst>
          <pc:docMk/>
          <pc:sldMk cId="4164082633" sldId="723"/>
        </pc:sldMkLst>
      </pc:sldChg>
      <pc:sldChg chg="del">
        <pc:chgData name="Sophia BUI" userId="5388e7d4eb368e7c" providerId="LiveId" clId="{D6A408B9-D6E7-4BF9-9B85-2D9450B73EA7}" dt="2024-10-14T03:09:12.163" v="15724" actId="47"/>
        <pc:sldMkLst>
          <pc:docMk/>
          <pc:sldMk cId="700836537" sldId="725"/>
        </pc:sldMkLst>
      </pc:sldChg>
      <pc:sldChg chg="del">
        <pc:chgData name="Sophia BUI" userId="5388e7d4eb368e7c" providerId="LiveId" clId="{D6A408B9-D6E7-4BF9-9B85-2D9450B73EA7}" dt="2024-10-14T03:09:11.520" v="15723" actId="47"/>
        <pc:sldMkLst>
          <pc:docMk/>
          <pc:sldMk cId="1158019689" sldId="726"/>
        </pc:sldMkLst>
      </pc:sldChg>
      <pc:sldChg chg="del">
        <pc:chgData name="Sophia BUI" userId="5388e7d4eb368e7c" providerId="LiveId" clId="{D6A408B9-D6E7-4BF9-9B85-2D9450B73EA7}" dt="2024-10-14T03:09:12.907" v="15725" actId="47"/>
        <pc:sldMkLst>
          <pc:docMk/>
          <pc:sldMk cId="2773969669" sldId="727"/>
        </pc:sldMkLst>
      </pc:sldChg>
      <pc:sldChg chg="del">
        <pc:chgData name="Sophia BUI" userId="5388e7d4eb368e7c" providerId="LiveId" clId="{D6A408B9-D6E7-4BF9-9B85-2D9450B73EA7}" dt="2024-10-14T03:09:13.494" v="15726" actId="47"/>
        <pc:sldMkLst>
          <pc:docMk/>
          <pc:sldMk cId="2307223527" sldId="728"/>
        </pc:sldMkLst>
      </pc:sldChg>
      <pc:sldChg chg="del">
        <pc:chgData name="Sophia BUI" userId="5388e7d4eb368e7c" providerId="LiveId" clId="{D6A408B9-D6E7-4BF9-9B85-2D9450B73EA7}" dt="2024-10-14T03:09:08.838" v="15721" actId="47"/>
        <pc:sldMkLst>
          <pc:docMk/>
          <pc:sldMk cId="240273313" sldId="734"/>
        </pc:sldMkLst>
      </pc:sldChg>
      <pc:sldChg chg="del">
        <pc:chgData name="Sophia BUI" userId="5388e7d4eb368e7c" providerId="LiveId" clId="{D6A408B9-D6E7-4BF9-9B85-2D9450B73EA7}" dt="2024-10-14T03:09:10.838" v="15722" actId="47"/>
        <pc:sldMkLst>
          <pc:docMk/>
          <pc:sldMk cId="2627758853" sldId="735"/>
        </pc:sldMkLst>
      </pc:sldChg>
      <pc:sldChg chg="addSp delSp modSp add del mod setBg delDesignElem">
        <pc:chgData name="Sophia BUI" userId="5388e7d4eb368e7c" providerId="LiveId" clId="{D6A408B9-D6E7-4BF9-9B85-2D9450B73EA7}" dt="2024-09-29T12:50:27.490" v="3997" actId="2696"/>
        <pc:sldMkLst>
          <pc:docMk/>
          <pc:sldMk cId="1405776115" sldId="737"/>
        </pc:sldMkLst>
        <pc:spChg chg="del">
          <ac:chgData name="Sophia BUI" userId="5388e7d4eb368e7c" providerId="LiveId" clId="{D6A408B9-D6E7-4BF9-9B85-2D9450B73EA7}" dt="2024-09-29T08:07:29.483" v="3776"/>
          <ac:spMkLst>
            <pc:docMk/>
            <pc:sldMk cId="1405776115" sldId="737"/>
            <ac:spMk id="14" creationId="{7DA1F35B-C8F7-4A5A-9339-7DA4D785B300}"/>
          </ac:spMkLst>
        </pc:spChg>
        <pc:spChg chg="del">
          <ac:chgData name="Sophia BUI" userId="5388e7d4eb368e7c" providerId="LiveId" clId="{D6A408B9-D6E7-4BF9-9B85-2D9450B73EA7}" dt="2024-09-29T08:07:29.483" v="3776"/>
          <ac:spMkLst>
            <pc:docMk/>
            <pc:sldMk cId="1405776115" sldId="737"/>
            <ac:spMk id="16" creationId="{B2D4AD41-40DA-4A81-92F5-B6E3BA1ED82A}"/>
          </ac:spMkLst>
        </pc:spChg>
        <pc:graphicFrameChg chg="mod modGraphic">
          <ac:chgData name="Sophia BUI" userId="5388e7d4eb368e7c" providerId="LiveId" clId="{D6A408B9-D6E7-4BF9-9B85-2D9450B73EA7}" dt="2024-09-29T12:47:11.479" v="3968" actId="1076"/>
          <ac:graphicFrameMkLst>
            <pc:docMk/>
            <pc:sldMk cId="1405776115" sldId="737"/>
            <ac:graphicFrameMk id="9" creationId="{00000000-0000-0000-0000-000000000000}"/>
          </ac:graphicFrameMkLst>
        </pc:graphicFrameChg>
        <pc:picChg chg="del">
          <ac:chgData name="Sophia BUI" userId="5388e7d4eb368e7c" providerId="LiveId" clId="{D6A408B9-D6E7-4BF9-9B85-2D9450B73EA7}" dt="2024-09-29T12:46:27.751" v="3964" actId="478"/>
          <ac:picMkLst>
            <pc:docMk/>
            <pc:sldMk cId="1405776115" sldId="737"/>
            <ac:picMk id="3" creationId="{E23AEFF4-CE2F-E99C-4598-0730798CB8AB}"/>
          </ac:picMkLst>
        </pc:picChg>
        <pc:picChg chg="add mod">
          <ac:chgData name="Sophia BUI" userId="5388e7d4eb368e7c" providerId="LiveId" clId="{D6A408B9-D6E7-4BF9-9B85-2D9450B73EA7}" dt="2024-09-29T12:47:06.668" v="3967" actId="1076"/>
          <ac:picMkLst>
            <pc:docMk/>
            <pc:sldMk cId="1405776115" sldId="737"/>
            <ac:picMk id="4" creationId="{7B28774C-424F-406A-BC9A-C6AC9D76C908}"/>
          </ac:picMkLst>
        </pc:picChg>
      </pc:sldChg>
      <pc:sldChg chg="del">
        <pc:chgData name="Sophia BUI" userId="5388e7d4eb368e7c" providerId="LiveId" clId="{D6A408B9-D6E7-4BF9-9B85-2D9450B73EA7}" dt="2024-09-29T08:07:12.748" v="3774" actId="2696"/>
        <pc:sldMkLst>
          <pc:docMk/>
          <pc:sldMk cId="2752182427" sldId="737"/>
        </pc:sldMkLst>
      </pc:sldChg>
      <pc:sldChg chg="del">
        <pc:chgData name="Sophia BUI" userId="5388e7d4eb368e7c" providerId="LiveId" clId="{D6A408B9-D6E7-4BF9-9B85-2D9450B73EA7}" dt="2024-10-14T03:08:42.357" v="15714" actId="47"/>
        <pc:sldMkLst>
          <pc:docMk/>
          <pc:sldMk cId="1248891355" sldId="738"/>
        </pc:sldMkLst>
      </pc:sldChg>
      <pc:sldChg chg="del">
        <pc:chgData name="Sophia BUI" userId="5388e7d4eb368e7c" providerId="LiveId" clId="{D6A408B9-D6E7-4BF9-9B85-2D9450B73EA7}" dt="2024-10-02T15:09:31.895" v="13634" actId="47"/>
        <pc:sldMkLst>
          <pc:docMk/>
          <pc:sldMk cId="2717320308" sldId="739"/>
        </pc:sldMkLst>
      </pc:sldChg>
      <pc:sldChg chg="del">
        <pc:chgData name="Sophia BUI" userId="5388e7d4eb368e7c" providerId="LiveId" clId="{D6A408B9-D6E7-4BF9-9B85-2D9450B73EA7}" dt="2024-10-02T15:09:33.655" v="13635" actId="47"/>
        <pc:sldMkLst>
          <pc:docMk/>
          <pc:sldMk cId="3716327144" sldId="740"/>
        </pc:sldMkLst>
      </pc:sldChg>
      <pc:sldChg chg="del">
        <pc:chgData name="Sophia BUI" userId="5388e7d4eb368e7c" providerId="LiveId" clId="{D6A408B9-D6E7-4BF9-9B85-2D9450B73EA7}" dt="2024-10-14T03:08:58.580" v="15718" actId="47"/>
        <pc:sldMkLst>
          <pc:docMk/>
          <pc:sldMk cId="3651386016" sldId="741"/>
        </pc:sldMkLst>
      </pc:sldChg>
      <pc:sldChg chg="del ord">
        <pc:chgData name="Sophia BUI" userId="5388e7d4eb368e7c" providerId="LiveId" clId="{D6A408B9-D6E7-4BF9-9B85-2D9450B73EA7}" dt="2024-10-02T15:08:29.481" v="13621" actId="47"/>
        <pc:sldMkLst>
          <pc:docMk/>
          <pc:sldMk cId="1908241126" sldId="744"/>
        </pc:sldMkLst>
      </pc:sldChg>
      <pc:sldChg chg="modSp del mod ord">
        <pc:chgData name="Sophia BUI" userId="5388e7d4eb368e7c" providerId="LiveId" clId="{D6A408B9-D6E7-4BF9-9B85-2D9450B73EA7}" dt="2024-10-02T15:08:32.222" v="13626" actId="47"/>
        <pc:sldMkLst>
          <pc:docMk/>
          <pc:sldMk cId="3497710902" sldId="745"/>
        </pc:sldMkLst>
        <pc:graphicFrameChg chg="mod modGraphic">
          <ac:chgData name="Sophia BUI" userId="5388e7d4eb368e7c" providerId="LiveId" clId="{D6A408B9-D6E7-4BF9-9B85-2D9450B73EA7}" dt="2024-10-02T14:08:17.663" v="12376" actId="14100"/>
          <ac:graphicFrameMkLst>
            <pc:docMk/>
            <pc:sldMk cId="3497710902" sldId="745"/>
            <ac:graphicFrameMk id="8" creationId="{C6307BCE-64D8-5E2A-7D59-EEABD1150818}"/>
          </ac:graphicFrameMkLst>
        </pc:graphicFrameChg>
      </pc:sldChg>
      <pc:sldChg chg="del ord">
        <pc:chgData name="Sophia BUI" userId="5388e7d4eb368e7c" providerId="LiveId" clId="{D6A408B9-D6E7-4BF9-9B85-2D9450B73EA7}" dt="2024-10-02T15:08:30.198" v="13622" actId="47"/>
        <pc:sldMkLst>
          <pc:docMk/>
          <pc:sldMk cId="3322875326" sldId="746"/>
        </pc:sldMkLst>
      </pc:sldChg>
      <pc:sldChg chg="modSp del mod ord">
        <pc:chgData name="Sophia BUI" userId="5388e7d4eb368e7c" providerId="LiveId" clId="{D6A408B9-D6E7-4BF9-9B85-2D9450B73EA7}" dt="2024-10-02T15:08:32.683" v="13627" actId="47"/>
        <pc:sldMkLst>
          <pc:docMk/>
          <pc:sldMk cId="944239270" sldId="747"/>
        </pc:sldMkLst>
        <pc:graphicFrameChg chg="mod modGraphic">
          <ac:chgData name="Sophia BUI" userId="5388e7d4eb368e7c" providerId="LiveId" clId="{D6A408B9-D6E7-4BF9-9B85-2D9450B73EA7}" dt="2024-10-02T14:08:24.735" v="12377" actId="14100"/>
          <ac:graphicFrameMkLst>
            <pc:docMk/>
            <pc:sldMk cId="944239270" sldId="747"/>
            <ac:graphicFrameMk id="8" creationId="{C6307BCE-64D8-5E2A-7D59-EEABD1150818}"/>
          </ac:graphicFrameMkLst>
        </pc:graphicFrameChg>
        <pc:picChg chg="mod">
          <ac:chgData name="Sophia BUI" userId="5388e7d4eb368e7c" providerId="LiveId" clId="{D6A408B9-D6E7-4BF9-9B85-2D9450B73EA7}" dt="2024-10-02T14:08:28.412" v="12378" actId="1076"/>
          <ac:picMkLst>
            <pc:docMk/>
            <pc:sldMk cId="944239270" sldId="747"/>
            <ac:picMk id="7" creationId="{724EE95B-6109-1360-7394-CC583F695FBF}"/>
          </ac:picMkLst>
        </pc:picChg>
        <pc:picChg chg="mod">
          <ac:chgData name="Sophia BUI" userId="5388e7d4eb368e7c" providerId="LiveId" clId="{D6A408B9-D6E7-4BF9-9B85-2D9450B73EA7}" dt="2024-09-29T08:02:33.071" v="3732" actId="1076"/>
          <ac:picMkLst>
            <pc:docMk/>
            <pc:sldMk cId="944239270" sldId="747"/>
            <ac:picMk id="14" creationId="{8B95B45E-1397-ED8F-B804-8CD3D02757B1}"/>
          </ac:picMkLst>
        </pc:picChg>
      </pc:sldChg>
      <pc:sldChg chg="modSp del mod ord">
        <pc:chgData name="Sophia BUI" userId="5388e7d4eb368e7c" providerId="LiveId" clId="{D6A408B9-D6E7-4BF9-9B85-2D9450B73EA7}" dt="2024-10-02T15:08:33.108" v="13628" actId="47"/>
        <pc:sldMkLst>
          <pc:docMk/>
          <pc:sldMk cId="114566620" sldId="748"/>
        </pc:sldMkLst>
        <pc:graphicFrameChg chg="mod modGraphic">
          <ac:chgData name="Sophia BUI" userId="5388e7d4eb368e7c" providerId="LiveId" clId="{D6A408B9-D6E7-4BF9-9B85-2D9450B73EA7}" dt="2024-09-29T08:03:06.486" v="3740" actId="1076"/>
          <ac:graphicFrameMkLst>
            <pc:docMk/>
            <pc:sldMk cId="114566620" sldId="748"/>
            <ac:graphicFrameMk id="8" creationId="{C6307BCE-64D8-5E2A-7D59-EEABD1150818}"/>
          </ac:graphicFrameMkLst>
        </pc:graphicFrameChg>
      </pc:sldChg>
      <pc:sldChg chg="modSp del mod">
        <pc:chgData name="Sophia BUI" userId="5388e7d4eb368e7c" providerId="LiveId" clId="{D6A408B9-D6E7-4BF9-9B85-2D9450B73EA7}" dt="2024-10-02T15:08:35.002" v="13630" actId="47"/>
        <pc:sldMkLst>
          <pc:docMk/>
          <pc:sldMk cId="2471208041" sldId="749"/>
        </pc:sldMkLst>
        <pc:spChg chg="mod">
          <ac:chgData name="Sophia BUI" userId="5388e7d4eb368e7c" providerId="LiveId" clId="{D6A408B9-D6E7-4BF9-9B85-2D9450B73EA7}" dt="2024-09-29T08:04:09.215" v="3757" actId="14100"/>
          <ac:spMkLst>
            <pc:docMk/>
            <pc:sldMk cId="2471208041" sldId="749"/>
            <ac:spMk id="5" creationId="{23B99CDA-AE4D-BCC4-974F-B7C187414285}"/>
          </ac:spMkLst>
        </pc:spChg>
        <pc:picChg chg="mod">
          <ac:chgData name="Sophia BUI" userId="5388e7d4eb368e7c" providerId="LiveId" clId="{D6A408B9-D6E7-4BF9-9B85-2D9450B73EA7}" dt="2024-09-29T08:03:25.286" v="3743" actId="1076"/>
          <ac:picMkLst>
            <pc:docMk/>
            <pc:sldMk cId="2471208041" sldId="749"/>
            <ac:picMk id="9" creationId="{97995A90-06D6-B050-9B91-BA68FC80AA9B}"/>
          </ac:picMkLst>
        </pc:picChg>
        <pc:picChg chg="mod">
          <ac:chgData name="Sophia BUI" userId="5388e7d4eb368e7c" providerId="LiveId" clId="{D6A408B9-D6E7-4BF9-9B85-2D9450B73EA7}" dt="2024-09-29T08:04:00.600" v="3756" actId="14100"/>
          <ac:picMkLst>
            <pc:docMk/>
            <pc:sldMk cId="2471208041" sldId="749"/>
            <ac:picMk id="11" creationId="{5B9DD028-E930-738C-E5A1-1EEAFAAA4441}"/>
          </ac:picMkLst>
        </pc:picChg>
      </pc:sldChg>
      <pc:sldChg chg="del">
        <pc:chgData name="Sophia BUI" userId="5388e7d4eb368e7c" providerId="LiveId" clId="{D6A408B9-D6E7-4BF9-9B85-2D9450B73EA7}" dt="2024-10-03T15:10:50.642" v="13641" actId="2696"/>
        <pc:sldMkLst>
          <pc:docMk/>
          <pc:sldMk cId="3805855459" sldId="750"/>
        </pc:sldMkLst>
      </pc:sldChg>
      <pc:sldChg chg="del">
        <pc:chgData name="Sophia BUI" userId="5388e7d4eb368e7c" providerId="LiveId" clId="{D6A408B9-D6E7-4BF9-9B85-2D9450B73EA7}" dt="2024-09-28T14:46:52.183" v="3724" actId="47"/>
        <pc:sldMkLst>
          <pc:docMk/>
          <pc:sldMk cId="1378831155" sldId="751"/>
        </pc:sldMkLst>
      </pc:sldChg>
      <pc:sldChg chg="del">
        <pc:chgData name="Sophia BUI" userId="5388e7d4eb368e7c" providerId="LiveId" clId="{D6A408B9-D6E7-4BF9-9B85-2D9450B73EA7}" dt="2024-09-28T14:46:52.183" v="3724" actId="47"/>
        <pc:sldMkLst>
          <pc:docMk/>
          <pc:sldMk cId="2618847587" sldId="752"/>
        </pc:sldMkLst>
      </pc:sldChg>
      <pc:sldChg chg="del">
        <pc:chgData name="Sophia BUI" userId="5388e7d4eb368e7c" providerId="LiveId" clId="{D6A408B9-D6E7-4BF9-9B85-2D9450B73EA7}" dt="2024-09-28T14:46:52.183" v="3724" actId="47"/>
        <pc:sldMkLst>
          <pc:docMk/>
          <pc:sldMk cId="1822008448" sldId="753"/>
        </pc:sldMkLst>
      </pc:sldChg>
      <pc:sldChg chg="modSp del mod ord">
        <pc:chgData name="Sophia BUI" userId="5388e7d4eb368e7c" providerId="LiveId" clId="{D6A408B9-D6E7-4BF9-9B85-2D9450B73EA7}" dt="2024-10-02T15:08:31.223" v="13624" actId="47"/>
        <pc:sldMkLst>
          <pc:docMk/>
          <pc:sldMk cId="3662816544" sldId="755"/>
        </pc:sldMkLst>
        <pc:graphicFrameChg chg="mod modGraphic">
          <ac:chgData name="Sophia BUI" userId="5388e7d4eb368e7c" providerId="LiveId" clId="{D6A408B9-D6E7-4BF9-9B85-2D9450B73EA7}" dt="2024-10-02T14:07:51.969" v="12374" actId="14100"/>
          <ac:graphicFrameMkLst>
            <pc:docMk/>
            <pc:sldMk cId="3662816544" sldId="755"/>
            <ac:graphicFrameMk id="8" creationId="{C6307BCE-64D8-5E2A-7D59-EEABD1150818}"/>
          </ac:graphicFrameMkLst>
        </pc:graphicFrameChg>
      </pc:sldChg>
      <pc:sldChg chg="modSp del mod ord modNotesTx">
        <pc:chgData name="Sophia BUI" userId="5388e7d4eb368e7c" providerId="LiveId" clId="{D6A408B9-D6E7-4BF9-9B85-2D9450B73EA7}" dt="2024-10-02T14:26:54.974" v="12562" actId="47"/>
        <pc:sldMkLst>
          <pc:docMk/>
          <pc:sldMk cId="2397422536" sldId="756"/>
        </pc:sldMkLst>
        <pc:spChg chg="mod">
          <ac:chgData name="Sophia BUI" userId="5388e7d4eb368e7c" providerId="LiveId" clId="{D6A408B9-D6E7-4BF9-9B85-2D9450B73EA7}" dt="2024-10-02T14:12:56.889" v="12447" actId="20577"/>
          <ac:spMkLst>
            <pc:docMk/>
            <pc:sldMk cId="2397422536" sldId="756"/>
            <ac:spMk id="2" creationId="{96713B1E-85D5-AA04-F3AE-AEBE35B6F107}"/>
          </ac:spMkLst>
        </pc:spChg>
        <pc:picChg chg="mod">
          <ac:chgData name="Sophia BUI" userId="5388e7d4eb368e7c" providerId="LiveId" clId="{D6A408B9-D6E7-4BF9-9B85-2D9450B73EA7}" dt="2024-09-28T14:40:26.842" v="3702" actId="1076"/>
          <ac:picMkLst>
            <pc:docMk/>
            <pc:sldMk cId="2397422536" sldId="756"/>
            <ac:picMk id="5" creationId="{C03275AD-CFF8-8506-94A0-ADBC57B6EC18}"/>
          </ac:picMkLst>
        </pc:picChg>
      </pc:sldChg>
      <pc:sldChg chg="del">
        <pc:chgData name="Sophia BUI" userId="5388e7d4eb368e7c" providerId="LiveId" clId="{D6A408B9-D6E7-4BF9-9B85-2D9450B73EA7}" dt="2024-09-28T14:18:14.105" v="3584" actId="2696"/>
        <pc:sldMkLst>
          <pc:docMk/>
          <pc:sldMk cId="35812478" sldId="757"/>
        </pc:sldMkLst>
      </pc:sldChg>
      <pc:sldChg chg="del">
        <pc:chgData name="Sophia BUI" userId="5388e7d4eb368e7c" providerId="LiveId" clId="{D6A408B9-D6E7-4BF9-9B85-2D9450B73EA7}" dt="2024-09-29T07:49:58.597" v="3728" actId="2696"/>
        <pc:sldMkLst>
          <pc:docMk/>
          <pc:sldMk cId="1360055676" sldId="758"/>
        </pc:sldMkLst>
      </pc:sldChg>
      <pc:sldChg chg="del">
        <pc:chgData name="Sophia BUI" userId="5388e7d4eb368e7c" providerId="LiveId" clId="{D6A408B9-D6E7-4BF9-9B85-2D9450B73EA7}" dt="2024-09-28T14:46:52.183" v="3724" actId="47"/>
        <pc:sldMkLst>
          <pc:docMk/>
          <pc:sldMk cId="925101778" sldId="759"/>
        </pc:sldMkLst>
      </pc:sldChg>
      <pc:sldChg chg="del">
        <pc:chgData name="Sophia BUI" userId="5388e7d4eb368e7c" providerId="LiveId" clId="{D6A408B9-D6E7-4BF9-9B85-2D9450B73EA7}" dt="2024-09-28T14:46:52.183" v="3724" actId="47"/>
        <pc:sldMkLst>
          <pc:docMk/>
          <pc:sldMk cId="2475514296" sldId="760"/>
        </pc:sldMkLst>
      </pc:sldChg>
      <pc:sldChg chg="del">
        <pc:chgData name="Sophia BUI" userId="5388e7d4eb368e7c" providerId="LiveId" clId="{D6A408B9-D6E7-4BF9-9B85-2D9450B73EA7}" dt="2024-09-28T14:46:52.183" v="3724" actId="47"/>
        <pc:sldMkLst>
          <pc:docMk/>
          <pc:sldMk cId="2697819647" sldId="761"/>
        </pc:sldMkLst>
      </pc:sldChg>
      <pc:sldChg chg="del">
        <pc:chgData name="Sophia BUI" userId="5388e7d4eb368e7c" providerId="LiveId" clId="{D6A408B9-D6E7-4BF9-9B85-2D9450B73EA7}" dt="2024-09-28T14:46:52.183" v="3724" actId="47"/>
        <pc:sldMkLst>
          <pc:docMk/>
          <pc:sldMk cId="216688937" sldId="762"/>
        </pc:sldMkLst>
      </pc:sldChg>
      <pc:sldChg chg="del">
        <pc:chgData name="Sophia BUI" userId="5388e7d4eb368e7c" providerId="LiveId" clId="{D6A408B9-D6E7-4BF9-9B85-2D9450B73EA7}" dt="2024-09-28T14:46:52.183" v="3724" actId="47"/>
        <pc:sldMkLst>
          <pc:docMk/>
          <pc:sldMk cId="3028324753" sldId="763"/>
        </pc:sldMkLst>
      </pc:sldChg>
      <pc:sldChg chg="del">
        <pc:chgData name="Sophia BUI" userId="5388e7d4eb368e7c" providerId="LiveId" clId="{D6A408B9-D6E7-4BF9-9B85-2D9450B73EA7}" dt="2024-09-28T14:46:52.183" v="3724" actId="47"/>
        <pc:sldMkLst>
          <pc:docMk/>
          <pc:sldMk cId="2946638967" sldId="764"/>
        </pc:sldMkLst>
      </pc:sldChg>
      <pc:sldChg chg="modSp del mod ord">
        <pc:chgData name="Sophia BUI" userId="5388e7d4eb368e7c" providerId="LiveId" clId="{D6A408B9-D6E7-4BF9-9B85-2D9450B73EA7}" dt="2024-10-02T15:08:30.676" v="13623" actId="47"/>
        <pc:sldMkLst>
          <pc:docMk/>
          <pc:sldMk cId="784119700" sldId="765"/>
        </pc:sldMkLst>
        <pc:graphicFrameChg chg="mod modGraphic">
          <ac:chgData name="Sophia BUI" userId="5388e7d4eb368e7c" providerId="LiveId" clId="{D6A408B9-D6E7-4BF9-9B85-2D9450B73EA7}" dt="2024-10-02T14:07:58.449" v="12375" actId="14100"/>
          <ac:graphicFrameMkLst>
            <pc:docMk/>
            <pc:sldMk cId="784119700" sldId="765"/>
            <ac:graphicFrameMk id="8" creationId="{C6307BCE-64D8-5E2A-7D59-EEABD1150818}"/>
          </ac:graphicFrameMkLst>
        </pc:graphicFrameChg>
      </pc:sldChg>
      <pc:sldChg chg="modSp del mod ord">
        <pc:chgData name="Sophia BUI" userId="5388e7d4eb368e7c" providerId="LiveId" clId="{D6A408B9-D6E7-4BF9-9B85-2D9450B73EA7}" dt="2024-10-02T15:08:31.612" v="13625" actId="47"/>
        <pc:sldMkLst>
          <pc:docMk/>
          <pc:sldMk cId="2777887330" sldId="766"/>
        </pc:sldMkLst>
        <pc:graphicFrameChg chg="mod modGraphic">
          <ac:chgData name="Sophia BUI" userId="5388e7d4eb368e7c" providerId="LiveId" clId="{D6A408B9-D6E7-4BF9-9B85-2D9450B73EA7}" dt="2024-10-02T14:07:43.369" v="12373" actId="14100"/>
          <ac:graphicFrameMkLst>
            <pc:docMk/>
            <pc:sldMk cId="2777887330" sldId="766"/>
            <ac:graphicFrameMk id="8" creationId="{C6307BCE-64D8-5E2A-7D59-EEABD1150818}"/>
          </ac:graphicFrameMkLst>
        </pc:graphicFrameChg>
      </pc:sldChg>
      <pc:sldChg chg="modSp del mod">
        <pc:chgData name="Sophia BUI" userId="5388e7d4eb368e7c" providerId="LiveId" clId="{D6A408B9-D6E7-4BF9-9B85-2D9450B73EA7}" dt="2024-10-14T03:08:55.105" v="15715" actId="47"/>
        <pc:sldMkLst>
          <pc:docMk/>
          <pc:sldMk cId="2382260364" sldId="767"/>
        </pc:sldMkLst>
        <pc:picChg chg="mod">
          <ac:chgData name="Sophia BUI" userId="5388e7d4eb368e7c" providerId="LiveId" clId="{D6A408B9-D6E7-4BF9-9B85-2D9450B73EA7}" dt="2024-10-03T15:07:05.656" v="13637" actId="14100"/>
          <ac:picMkLst>
            <pc:docMk/>
            <pc:sldMk cId="2382260364" sldId="767"/>
            <ac:picMk id="10" creationId="{00000000-0000-0000-0000-000000000000}"/>
          </ac:picMkLst>
        </pc:picChg>
      </pc:sldChg>
      <pc:sldChg chg="add del">
        <pc:chgData name="Sophia BUI" userId="5388e7d4eb368e7c" providerId="LiveId" clId="{D6A408B9-D6E7-4BF9-9B85-2D9450B73EA7}" dt="2024-09-29T07:49:58.597" v="3728" actId="2696"/>
        <pc:sldMkLst>
          <pc:docMk/>
          <pc:sldMk cId="4058432337" sldId="768"/>
        </pc:sldMkLst>
      </pc:sldChg>
      <pc:sldChg chg="del">
        <pc:chgData name="Sophia BUI" userId="5388e7d4eb368e7c" providerId="LiveId" clId="{D6A408B9-D6E7-4BF9-9B85-2D9450B73EA7}" dt="2024-09-29T07:49:58.597" v="3728" actId="2696"/>
        <pc:sldMkLst>
          <pc:docMk/>
          <pc:sldMk cId="1221188624" sldId="769"/>
        </pc:sldMkLst>
      </pc:sldChg>
      <pc:sldChg chg="del">
        <pc:chgData name="Sophia BUI" userId="5388e7d4eb368e7c" providerId="LiveId" clId="{D6A408B9-D6E7-4BF9-9B85-2D9450B73EA7}" dt="2024-09-29T07:49:58.597" v="3728" actId="2696"/>
        <pc:sldMkLst>
          <pc:docMk/>
          <pc:sldMk cId="1642772759" sldId="770"/>
        </pc:sldMkLst>
      </pc:sldChg>
      <pc:sldChg chg="del">
        <pc:chgData name="Sophia BUI" userId="5388e7d4eb368e7c" providerId="LiveId" clId="{D6A408B9-D6E7-4BF9-9B85-2D9450B73EA7}" dt="2024-09-29T07:49:58.597" v="3728" actId="2696"/>
        <pc:sldMkLst>
          <pc:docMk/>
          <pc:sldMk cId="1893419667" sldId="771"/>
        </pc:sldMkLst>
      </pc:sldChg>
      <pc:sldChg chg="del">
        <pc:chgData name="Sophia BUI" userId="5388e7d4eb368e7c" providerId="LiveId" clId="{D6A408B9-D6E7-4BF9-9B85-2D9450B73EA7}" dt="2024-09-29T07:49:58.597" v="3728" actId="2696"/>
        <pc:sldMkLst>
          <pc:docMk/>
          <pc:sldMk cId="2186359455" sldId="772"/>
        </pc:sldMkLst>
      </pc:sldChg>
      <pc:sldChg chg="del">
        <pc:chgData name="Sophia BUI" userId="5388e7d4eb368e7c" providerId="LiveId" clId="{D6A408B9-D6E7-4BF9-9B85-2D9450B73EA7}" dt="2024-09-29T07:49:58.597" v="3728" actId="2696"/>
        <pc:sldMkLst>
          <pc:docMk/>
          <pc:sldMk cId="3760332816" sldId="773"/>
        </pc:sldMkLst>
      </pc:sldChg>
      <pc:sldChg chg="del">
        <pc:chgData name="Sophia BUI" userId="5388e7d4eb368e7c" providerId="LiveId" clId="{D6A408B9-D6E7-4BF9-9B85-2D9450B73EA7}" dt="2024-10-14T03:08:55.903" v="15716" actId="47"/>
        <pc:sldMkLst>
          <pc:docMk/>
          <pc:sldMk cId="3874109525" sldId="774"/>
        </pc:sldMkLst>
      </pc:sldChg>
      <pc:sldChg chg="del">
        <pc:chgData name="Sophia BUI" userId="5388e7d4eb368e7c" providerId="LiveId" clId="{D6A408B9-D6E7-4BF9-9B85-2D9450B73EA7}" dt="2024-10-14T03:08:56.856" v="15717" actId="47"/>
        <pc:sldMkLst>
          <pc:docMk/>
          <pc:sldMk cId="753060418" sldId="775"/>
        </pc:sldMkLst>
      </pc:sldChg>
      <pc:sldChg chg="add del ord">
        <pc:chgData name="Sophia BUI" userId="5388e7d4eb368e7c" providerId="LiveId" clId="{D6A408B9-D6E7-4BF9-9B85-2D9450B73EA7}" dt="2024-10-24T08:45:59.075" v="32167" actId="2696"/>
        <pc:sldMkLst>
          <pc:docMk/>
          <pc:sldMk cId="1721791988" sldId="776"/>
        </pc:sldMkLst>
      </pc:sldChg>
      <pc:sldChg chg="del">
        <pc:chgData name="Sophia BUI" userId="5388e7d4eb368e7c" providerId="LiveId" clId="{D6A408B9-D6E7-4BF9-9B85-2D9450B73EA7}" dt="2024-10-14T03:09:44.811" v="15727" actId="47"/>
        <pc:sldMkLst>
          <pc:docMk/>
          <pc:sldMk cId="533367262" sldId="777"/>
        </pc:sldMkLst>
      </pc:sldChg>
      <pc:sldChg chg="del">
        <pc:chgData name="Sophia BUI" userId="5388e7d4eb368e7c" providerId="LiveId" clId="{D6A408B9-D6E7-4BF9-9B85-2D9450B73EA7}" dt="2024-10-14T03:09:45.649" v="15728" actId="47"/>
        <pc:sldMkLst>
          <pc:docMk/>
          <pc:sldMk cId="436057891" sldId="778"/>
        </pc:sldMkLst>
      </pc:sldChg>
      <pc:sldChg chg="del">
        <pc:chgData name="Sophia BUI" userId="5388e7d4eb368e7c" providerId="LiveId" clId="{D6A408B9-D6E7-4BF9-9B85-2D9450B73EA7}" dt="2024-10-14T03:09:46.422" v="15729" actId="47"/>
        <pc:sldMkLst>
          <pc:docMk/>
          <pc:sldMk cId="2878311739" sldId="779"/>
        </pc:sldMkLst>
      </pc:sldChg>
      <pc:sldChg chg="del">
        <pc:chgData name="Sophia BUI" userId="5388e7d4eb368e7c" providerId="LiveId" clId="{D6A408B9-D6E7-4BF9-9B85-2D9450B73EA7}" dt="2024-10-14T03:09:47.971" v="15730" actId="47"/>
        <pc:sldMkLst>
          <pc:docMk/>
          <pc:sldMk cId="4051681896" sldId="780"/>
        </pc:sldMkLst>
      </pc:sldChg>
      <pc:sldChg chg="modSp del mod">
        <pc:chgData name="Sophia BUI" userId="5388e7d4eb368e7c" providerId="LiveId" clId="{D6A408B9-D6E7-4BF9-9B85-2D9450B73EA7}" dt="2024-10-02T15:08:35.727" v="13631" actId="47"/>
        <pc:sldMkLst>
          <pc:docMk/>
          <pc:sldMk cId="462938476" sldId="781"/>
        </pc:sldMkLst>
        <pc:graphicFrameChg chg="modGraphic">
          <ac:chgData name="Sophia BUI" userId="5388e7d4eb368e7c" providerId="LiveId" clId="{D6A408B9-D6E7-4BF9-9B85-2D9450B73EA7}" dt="2024-09-29T08:04:25.959" v="3760" actId="14734"/>
          <ac:graphicFrameMkLst>
            <pc:docMk/>
            <pc:sldMk cId="462938476" sldId="781"/>
            <ac:graphicFrameMk id="4" creationId="{EDAF1EA6-61F7-E05B-A2E2-58ECE4AA2B65}"/>
          </ac:graphicFrameMkLst>
        </pc:graphicFrameChg>
      </pc:sldChg>
      <pc:sldChg chg="del">
        <pc:chgData name="Sophia BUI" userId="5388e7d4eb368e7c" providerId="LiveId" clId="{D6A408B9-D6E7-4BF9-9B85-2D9450B73EA7}" dt="2024-09-30T14:10:48.826" v="8464" actId="2696"/>
        <pc:sldMkLst>
          <pc:docMk/>
          <pc:sldMk cId="1796364108" sldId="782"/>
        </pc:sldMkLst>
      </pc:sldChg>
      <pc:sldChg chg="del">
        <pc:chgData name="Sophia BUI" userId="5388e7d4eb368e7c" providerId="LiveId" clId="{D6A408B9-D6E7-4BF9-9B85-2D9450B73EA7}" dt="2024-09-28T14:18:18.601" v="3585" actId="2696"/>
        <pc:sldMkLst>
          <pc:docMk/>
          <pc:sldMk cId="105198969" sldId="783"/>
        </pc:sldMkLst>
      </pc:sldChg>
      <pc:sldChg chg="del">
        <pc:chgData name="Sophia BUI" userId="5388e7d4eb368e7c" providerId="LiveId" clId="{D6A408B9-D6E7-4BF9-9B85-2D9450B73EA7}" dt="2024-09-29T07:49:58.597" v="3728" actId="2696"/>
        <pc:sldMkLst>
          <pc:docMk/>
          <pc:sldMk cId="4213904579" sldId="784"/>
        </pc:sldMkLst>
      </pc:sldChg>
      <pc:sldChg chg="del">
        <pc:chgData name="Sophia BUI" userId="5388e7d4eb368e7c" providerId="LiveId" clId="{D6A408B9-D6E7-4BF9-9B85-2D9450B73EA7}" dt="2024-10-14T03:09:53.463" v="15738" actId="47"/>
        <pc:sldMkLst>
          <pc:docMk/>
          <pc:sldMk cId="2503248073" sldId="785"/>
        </pc:sldMkLst>
      </pc:sldChg>
      <pc:sldChg chg="del">
        <pc:chgData name="Sophia BUI" userId="5388e7d4eb368e7c" providerId="LiveId" clId="{D6A408B9-D6E7-4BF9-9B85-2D9450B73EA7}" dt="2024-10-14T03:09:53.624" v="15739" actId="47"/>
        <pc:sldMkLst>
          <pc:docMk/>
          <pc:sldMk cId="1907023870" sldId="787"/>
        </pc:sldMkLst>
      </pc:sldChg>
      <pc:sldChg chg="del">
        <pc:chgData name="Sophia BUI" userId="5388e7d4eb368e7c" providerId="LiveId" clId="{D6A408B9-D6E7-4BF9-9B85-2D9450B73EA7}" dt="2024-09-28T14:46:52.183" v="3724" actId="47"/>
        <pc:sldMkLst>
          <pc:docMk/>
          <pc:sldMk cId="4201878931" sldId="788"/>
        </pc:sldMkLst>
      </pc:sldChg>
      <pc:sldChg chg="del">
        <pc:chgData name="Sophia BUI" userId="5388e7d4eb368e7c" providerId="LiveId" clId="{D6A408B9-D6E7-4BF9-9B85-2D9450B73EA7}" dt="2024-09-28T14:47:24.906" v="3725" actId="2696"/>
        <pc:sldMkLst>
          <pc:docMk/>
          <pc:sldMk cId="3581089715" sldId="789"/>
        </pc:sldMkLst>
      </pc:sldChg>
      <pc:sldChg chg="del">
        <pc:chgData name="Sophia BUI" userId="5388e7d4eb368e7c" providerId="LiveId" clId="{D6A408B9-D6E7-4BF9-9B85-2D9450B73EA7}" dt="2024-10-14T03:09:52.295" v="15732" actId="47"/>
        <pc:sldMkLst>
          <pc:docMk/>
          <pc:sldMk cId="4144062661" sldId="790"/>
        </pc:sldMkLst>
      </pc:sldChg>
      <pc:sldChg chg="modSp del mod">
        <pc:chgData name="Sophia BUI" userId="5388e7d4eb368e7c" providerId="LiveId" clId="{D6A408B9-D6E7-4BF9-9B85-2D9450B73EA7}" dt="2024-09-28T14:21:52.737" v="3638" actId="2696"/>
        <pc:sldMkLst>
          <pc:docMk/>
          <pc:sldMk cId="1411670630" sldId="791"/>
        </pc:sldMkLst>
        <pc:graphicFrameChg chg="mod modGraphic">
          <ac:chgData name="Sophia BUI" userId="5388e7d4eb368e7c" providerId="LiveId" clId="{D6A408B9-D6E7-4BF9-9B85-2D9450B73EA7}" dt="2024-09-28T14:21:41.927" v="3637" actId="207"/>
          <ac:graphicFrameMkLst>
            <pc:docMk/>
            <pc:sldMk cId="1411670630" sldId="791"/>
            <ac:graphicFrameMk id="6" creationId="{9198AB11-5979-501B-C4B0-AD2AC77B31B3}"/>
          </ac:graphicFrameMkLst>
        </pc:graphicFrameChg>
      </pc:sldChg>
      <pc:sldChg chg="modSp del mod">
        <pc:chgData name="Sophia BUI" userId="5388e7d4eb368e7c" providerId="LiveId" clId="{D6A408B9-D6E7-4BF9-9B85-2D9450B73EA7}" dt="2024-10-02T14:26:54.974" v="12562" actId="47"/>
        <pc:sldMkLst>
          <pc:docMk/>
          <pc:sldMk cId="2821473314" sldId="791"/>
        </pc:sldMkLst>
        <pc:graphicFrameChg chg="modGraphic">
          <ac:chgData name="Sophia BUI" userId="5388e7d4eb368e7c" providerId="LiveId" clId="{D6A408B9-D6E7-4BF9-9B85-2D9450B73EA7}" dt="2024-09-28T14:44:04.642" v="3709" actId="207"/>
          <ac:graphicFrameMkLst>
            <pc:docMk/>
            <pc:sldMk cId="2821473314" sldId="791"/>
            <ac:graphicFrameMk id="6" creationId="{9198AB11-5979-501B-C4B0-AD2AC77B31B3}"/>
          </ac:graphicFrameMkLst>
        </pc:graphicFrameChg>
      </pc:sldChg>
      <pc:sldChg chg="del">
        <pc:chgData name="Sophia BUI" userId="5388e7d4eb368e7c" providerId="LiveId" clId="{D6A408B9-D6E7-4BF9-9B85-2D9450B73EA7}" dt="2024-10-14T03:09:01.177" v="15720" actId="47"/>
        <pc:sldMkLst>
          <pc:docMk/>
          <pc:sldMk cId="2841766988" sldId="792"/>
        </pc:sldMkLst>
      </pc:sldChg>
      <pc:sldChg chg="del">
        <pc:chgData name="Sophia BUI" userId="5388e7d4eb368e7c" providerId="LiveId" clId="{D6A408B9-D6E7-4BF9-9B85-2D9450B73EA7}" dt="2024-10-14T03:09:48.706" v="15731" actId="47"/>
        <pc:sldMkLst>
          <pc:docMk/>
          <pc:sldMk cId="1159831446" sldId="793"/>
        </pc:sldMkLst>
      </pc:sldChg>
      <pc:sldChg chg="modSp del mod ord">
        <pc:chgData name="Sophia BUI" userId="5388e7d4eb368e7c" providerId="LiveId" clId="{D6A408B9-D6E7-4BF9-9B85-2D9450B73EA7}" dt="2024-10-14T03:08:59.454" v="15719" actId="47"/>
        <pc:sldMkLst>
          <pc:docMk/>
          <pc:sldMk cId="504646374" sldId="794"/>
        </pc:sldMkLst>
        <pc:grpChg chg="mod">
          <ac:chgData name="Sophia BUI" userId="5388e7d4eb368e7c" providerId="LiveId" clId="{D6A408B9-D6E7-4BF9-9B85-2D9450B73EA7}" dt="2024-10-02T04:03:28.872" v="11313" actId="1076"/>
          <ac:grpSpMkLst>
            <pc:docMk/>
            <pc:sldMk cId="504646374" sldId="794"/>
            <ac:grpSpMk id="9" creationId="{5A5AFFCA-0FDA-FF61-0BA7-E612FE326CA6}"/>
          </ac:grpSpMkLst>
        </pc:grpChg>
        <pc:picChg chg="mod">
          <ac:chgData name="Sophia BUI" userId="5388e7d4eb368e7c" providerId="LiveId" clId="{D6A408B9-D6E7-4BF9-9B85-2D9450B73EA7}" dt="2024-10-02T04:03:40.624" v="11314" actId="14100"/>
          <ac:picMkLst>
            <pc:docMk/>
            <pc:sldMk cId="504646374" sldId="794"/>
            <ac:picMk id="5" creationId="{98726DC7-E80F-1AAE-73D1-BB7F1CBFBBC4}"/>
          </ac:picMkLst>
        </pc:picChg>
        <pc:picChg chg="mod">
          <ac:chgData name="Sophia BUI" userId="5388e7d4eb368e7c" providerId="LiveId" clId="{D6A408B9-D6E7-4BF9-9B85-2D9450B73EA7}" dt="2024-10-03T15:09:41.678" v="13640" actId="1076"/>
          <ac:picMkLst>
            <pc:docMk/>
            <pc:sldMk cId="504646374" sldId="794"/>
            <ac:picMk id="11" creationId="{6A831276-85A2-D436-2479-8817EEBAC448}"/>
          </ac:picMkLst>
        </pc:picChg>
      </pc:sldChg>
      <pc:sldChg chg="modSp del mod">
        <pc:chgData name="Sophia BUI" userId="5388e7d4eb368e7c" providerId="LiveId" clId="{D6A408B9-D6E7-4BF9-9B85-2D9450B73EA7}" dt="2024-10-02T15:08:36.436" v="13632" actId="47"/>
        <pc:sldMkLst>
          <pc:docMk/>
          <pc:sldMk cId="959123882" sldId="795"/>
        </pc:sldMkLst>
        <pc:graphicFrameChg chg="mod modGraphic">
          <ac:chgData name="Sophia BUI" userId="5388e7d4eb368e7c" providerId="LiveId" clId="{D6A408B9-D6E7-4BF9-9B85-2D9450B73EA7}" dt="2024-09-29T08:05:26.865" v="3767" actId="404"/>
          <ac:graphicFrameMkLst>
            <pc:docMk/>
            <pc:sldMk cId="959123882" sldId="795"/>
            <ac:graphicFrameMk id="9" creationId="{00000000-0000-0000-0000-000000000000}"/>
          </ac:graphicFrameMkLst>
        </pc:graphicFrameChg>
      </pc:sldChg>
      <pc:sldChg chg="modSp del mod">
        <pc:chgData name="Sophia BUI" userId="5388e7d4eb368e7c" providerId="LiveId" clId="{D6A408B9-D6E7-4BF9-9B85-2D9450B73EA7}" dt="2024-10-02T15:08:42.240" v="13633" actId="47"/>
        <pc:sldMkLst>
          <pc:docMk/>
          <pc:sldMk cId="525361384" sldId="796"/>
        </pc:sldMkLst>
        <pc:spChg chg="mod">
          <ac:chgData name="Sophia BUI" userId="5388e7d4eb368e7c" providerId="LiveId" clId="{D6A408B9-D6E7-4BF9-9B85-2D9450B73EA7}" dt="2024-09-29T08:06:07.975" v="3769" actId="1076"/>
          <ac:spMkLst>
            <pc:docMk/>
            <pc:sldMk cId="525361384" sldId="796"/>
            <ac:spMk id="3" creationId="{00000000-0000-0000-0000-000000000000}"/>
          </ac:spMkLst>
        </pc:spChg>
        <pc:spChg chg="mod">
          <ac:chgData name="Sophia BUI" userId="5388e7d4eb368e7c" providerId="LiveId" clId="{D6A408B9-D6E7-4BF9-9B85-2D9450B73EA7}" dt="2024-09-29T08:06:29.695" v="3773" actId="1076"/>
          <ac:spMkLst>
            <pc:docMk/>
            <pc:sldMk cId="525361384" sldId="796"/>
            <ac:spMk id="7" creationId="{00000000-0000-0000-0000-000000000000}"/>
          </ac:spMkLst>
        </pc:spChg>
        <pc:picChg chg="mod">
          <ac:chgData name="Sophia BUI" userId="5388e7d4eb368e7c" providerId="LiveId" clId="{D6A408B9-D6E7-4BF9-9B85-2D9450B73EA7}" dt="2024-09-29T08:06:11.399" v="3770" actId="1076"/>
          <ac:picMkLst>
            <pc:docMk/>
            <pc:sldMk cId="525361384" sldId="796"/>
            <ac:picMk id="5" creationId="{3F574B9F-7263-479D-D3C7-73AE1F3D75BE}"/>
          </ac:picMkLst>
        </pc:picChg>
        <pc:picChg chg="mod">
          <ac:chgData name="Sophia BUI" userId="5388e7d4eb368e7c" providerId="LiveId" clId="{D6A408B9-D6E7-4BF9-9B85-2D9450B73EA7}" dt="2024-09-29T08:06:17.463" v="3771" actId="14100"/>
          <ac:picMkLst>
            <pc:docMk/>
            <pc:sldMk cId="525361384" sldId="796"/>
            <ac:picMk id="6" creationId="{B8637F0E-BF9F-55EA-D5E7-D66C33F846FA}"/>
          </ac:picMkLst>
        </pc:picChg>
        <pc:picChg chg="mod">
          <ac:chgData name="Sophia BUI" userId="5388e7d4eb368e7c" providerId="LiveId" clId="{D6A408B9-D6E7-4BF9-9B85-2D9450B73EA7}" dt="2024-09-29T08:06:22.102" v="3772" actId="14100"/>
          <ac:picMkLst>
            <pc:docMk/>
            <pc:sldMk cId="525361384" sldId="796"/>
            <ac:picMk id="9" creationId="{69B799D9-D642-5B6A-1DD7-643FEE7A95ED}"/>
          </ac:picMkLst>
        </pc:picChg>
      </pc:sldChg>
      <pc:sldChg chg="modSp del mod ord">
        <pc:chgData name="Sophia BUI" userId="5388e7d4eb368e7c" providerId="LiveId" clId="{D6A408B9-D6E7-4BF9-9B85-2D9450B73EA7}" dt="2024-10-02T15:32:32.039" v="13636" actId="2696"/>
        <pc:sldMkLst>
          <pc:docMk/>
          <pc:sldMk cId="3713847648" sldId="797"/>
        </pc:sldMkLst>
        <pc:spChg chg="mod">
          <ac:chgData name="Sophia BUI" userId="5388e7d4eb368e7c" providerId="LiveId" clId="{D6A408B9-D6E7-4BF9-9B85-2D9450B73EA7}" dt="2024-09-26T02:59:07.707" v="3362" actId="207"/>
          <ac:spMkLst>
            <pc:docMk/>
            <pc:sldMk cId="3713847648" sldId="797"/>
            <ac:spMk id="9" creationId="{6426C44F-5C75-1EC0-5659-35867B6F2980}"/>
          </ac:spMkLst>
        </pc:spChg>
        <pc:spChg chg="mod">
          <ac:chgData name="Sophia BUI" userId="5388e7d4eb368e7c" providerId="LiveId" clId="{D6A408B9-D6E7-4BF9-9B85-2D9450B73EA7}" dt="2024-09-26T02:59:12.704" v="3363" actId="207"/>
          <ac:spMkLst>
            <pc:docMk/>
            <pc:sldMk cId="3713847648" sldId="797"/>
            <ac:spMk id="11" creationId="{9AA39B0F-1E0D-24B6-EABC-8D81AA42510D}"/>
          </ac:spMkLst>
        </pc:spChg>
      </pc:sldChg>
      <pc:sldChg chg="addSp modSp del mod ord">
        <pc:chgData name="Sophia BUI" userId="5388e7d4eb368e7c" providerId="LiveId" clId="{D6A408B9-D6E7-4BF9-9B85-2D9450B73EA7}" dt="2024-10-02T14:09:08.306" v="12379" actId="2696"/>
        <pc:sldMkLst>
          <pc:docMk/>
          <pc:sldMk cId="168928963" sldId="798"/>
        </pc:sldMkLst>
        <pc:spChg chg="mod">
          <ac:chgData name="Sophia BUI" userId="5388e7d4eb368e7c" providerId="LiveId" clId="{D6A408B9-D6E7-4BF9-9B85-2D9450B73EA7}" dt="2024-09-26T01:50:31.107" v="3245"/>
          <ac:spMkLst>
            <pc:docMk/>
            <pc:sldMk cId="168928963" sldId="798"/>
            <ac:spMk id="2" creationId="{E75976DE-E665-3F90-84C7-CAFC032C46AA}"/>
          </ac:spMkLst>
        </pc:spChg>
        <pc:spChg chg="add mod">
          <ac:chgData name="Sophia BUI" userId="5388e7d4eb368e7c" providerId="LiveId" clId="{D6A408B9-D6E7-4BF9-9B85-2D9450B73EA7}" dt="2024-09-28T08:42:35.573" v="3434" actId="403"/>
          <ac:spMkLst>
            <pc:docMk/>
            <pc:sldMk cId="168928963" sldId="798"/>
            <ac:spMk id="4" creationId="{A6DFEB9C-9929-04FF-2E28-7F38EA94B8B4}"/>
          </ac:spMkLst>
        </pc:spChg>
        <pc:spChg chg="mod">
          <ac:chgData name="Sophia BUI" userId="5388e7d4eb368e7c" providerId="LiveId" clId="{D6A408B9-D6E7-4BF9-9B85-2D9450B73EA7}" dt="2024-09-28T14:45:16.367" v="3715" actId="27636"/>
          <ac:spMkLst>
            <pc:docMk/>
            <pc:sldMk cId="168928963" sldId="798"/>
            <ac:spMk id="43" creationId="{595E72A1-679F-D2B1-EF6D-4B6062F50812}"/>
          </ac:spMkLst>
        </pc:spChg>
      </pc:sldChg>
      <pc:sldChg chg="del delDesignElem">
        <pc:chgData name="Sophia BUI" userId="5388e7d4eb368e7c" providerId="LiveId" clId="{D6A408B9-D6E7-4BF9-9B85-2D9450B73EA7}" dt="2024-10-02T15:08:22.300" v="13614" actId="47"/>
        <pc:sldMkLst>
          <pc:docMk/>
          <pc:sldMk cId="1447968824" sldId="798"/>
        </pc:sldMkLst>
      </pc:sldChg>
      <pc:sldChg chg="modSp del mod">
        <pc:chgData name="Sophia BUI" userId="5388e7d4eb368e7c" providerId="LiveId" clId="{D6A408B9-D6E7-4BF9-9B85-2D9450B73EA7}" dt="2024-10-02T14:26:54.974" v="12562" actId="47"/>
        <pc:sldMkLst>
          <pc:docMk/>
          <pc:sldMk cId="2787561683" sldId="799"/>
        </pc:sldMkLst>
        <pc:spChg chg="mod">
          <ac:chgData name="Sophia BUI" userId="5388e7d4eb368e7c" providerId="LiveId" clId="{D6A408B9-D6E7-4BF9-9B85-2D9450B73EA7}" dt="2024-09-26T01:29:26.500" v="2863"/>
          <ac:spMkLst>
            <pc:docMk/>
            <pc:sldMk cId="2787561683" sldId="799"/>
            <ac:spMk id="3" creationId="{DF859FBD-B23B-9F35-CAF4-32ADE6896152}"/>
          </ac:spMkLst>
        </pc:spChg>
        <pc:spChg chg="mod">
          <ac:chgData name="Sophia BUI" userId="5388e7d4eb368e7c" providerId="LiveId" clId="{D6A408B9-D6E7-4BF9-9B85-2D9450B73EA7}" dt="2024-09-28T08:38:24.563" v="3388" actId="6549"/>
          <ac:spMkLst>
            <pc:docMk/>
            <pc:sldMk cId="2787561683" sldId="799"/>
            <ac:spMk id="43" creationId="{595E72A1-679F-D2B1-EF6D-4B6062F50812}"/>
          </ac:spMkLst>
        </pc:spChg>
      </pc:sldChg>
      <pc:sldChg chg="modSp del mod">
        <pc:chgData name="Sophia BUI" userId="5388e7d4eb368e7c" providerId="LiveId" clId="{D6A408B9-D6E7-4BF9-9B85-2D9450B73EA7}" dt="2024-10-02T14:26:54.974" v="12562" actId="47"/>
        <pc:sldMkLst>
          <pc:docMk/>
          <pc:sldMk cId="390061945" sldId="800"/>
        </pc:sldMkLst>
        <pc:spChg chg="mod">
          <ac:chgData name="Sophia BUI" userId="5388e7d4eb368e7c" providerId="LiveId" clId="{D6A408B9-D6E7-4BF9-9B85-2D9450B73EA7}" dt="2024-09-26T01:29:01.372" v="2861"/>
          <ac:spMkLst>
            <pc:docMk/>
            <pc:sldMk cId="390061945" sldId="800"/>
            <ac:spMk id="3" creationId="{DF859FBD-B23B-9F35-CAF4-32ADE6896152}"/>
          </ac:spMkLst>
        </pc:spChg>
        <pc:spChg chg="mod">
          <ac:chgData name="Sophia BUI" userId="5388e7d4eb368e7c" providerId="LiveId" clId="{D6A408B9-D6E7-4BF9-9B85-2D9450B73EA7}" dt="2024-09-28T08:38:01.564" v="3379" actId="6549"/>
          <ac:spMkLst>
            <pc:docMk/>
            <pc:sldMk cId="390061945" sldId="800"/>
            <ac:spMk id="43" creationId="{595E72A1-679F-D2B1-EF6D-4B6062F50812}"/>
          </ac:spMkLst>
        </pc:spChg>
      </pc:sldChg>
      <pc:sldChg chg="addSp delSp modSp add mod ord">
        <pc:chgData name="Sophia BUI" userId="5388e7d4eb368e7c" providerId="LiveId" clId="{D6A408B9-D6E7-4BF9-9B85-2D9450B73EA7}" dt="2024-11-04T01:31:00.050" v="43035" actId="108"/>
        <pc:sldMkLst>
          <pc:docMk/>
          <pc:sldMk cId="2687158045" sldId="801"/>
        </pc:sldMkLst>
        <pc:spChg chg="mod">
          <ac:chgData name="Sophia BUI" userId="5388e7d4eb368e7c" providerId="LiveId" clId="{D6A408B9-D6E7-4BF9-9B85-2D9450B73EA7}" dt="2024-10-27T16:02:32.923" v="33270" actId="20577"/>
          <ac:spMkLst>
            <pc:docMk/>
            <pc:sldMk cId="2687158045" sldId="801"/>
            <ac:spMk id="2" creationId="{E75976DE-E665-3F90-84C7-CAFC032C46AA}"/>
          </ac:spMkLst>
        </pc:spChg>
        <pc:spChg chg="mod">
          <ac:chgData name="Sophia BUI" userId="5388e7d4eb368e7c" providerId="LiveId" clId="{D6A408B9-D6E7-4BF9-9B85-2D9450B73EA7}" dt="2024-10-28T01:00:47.563" v="33690" actId="20577"/>
          <ac:spMkLst>
            <pc:docMk/>
            <pc:sldMk cId="2687158045" sldId="801"/>
            <ac:spMk id="3" creationId="{DF859FBD-B23B-9F35-CAF4-32ADE6896152}"/>
          </ac:spMkLst>
        </pc:spChg>
        <pc:spChg chg="mod">
          <ac:chgData name="Sophia BUI" userId="5388e7d4eb368e7c" providerId="LiveId" clId="{D6A408B9-D6E7-4BF9-9B85-2D9450B73EA7}" dt="2024-11-04T01:31:00.050" v="43035" actId="108"/>
          <ac:spMkLst>
            <pc:docMk/>
            <pc:sldMk cId="2687158045" sldId="801"/>
            <ac:spMk id="43" creationId="{595E72A1-679F-D2B1-EF6D-4B6062F50812}"/>
          </ac:spMkLst>
        </pc:spChg>
        <pc:picChg chg="add del mod">
          <ac:chgData name="Sophia BUI" userId="5388e7d4eb368e7c" providerId="LiveId" clId="{D6A408B9-D6E7-4BF9-9B85-2D9450B73EA7}" dt="2024-10-09T22:52:29.098" v="14127" actId="478"/>
          <ac:picMkLst>
            <pc:docMk/>
            <pc:sldMk cId="2687158045" sldId="801"/>
            <ac:picMk id="5" creationId="{162E8217-69B0-FAA3-BD1B-26642D5E7F6E}"/>
          </ac:picMkLst>
        </pc:picChg>
      </pc:sldChg>
      <pc:sldChg chg="addSp delSp modSp add del mod">
        <pc:chgData name="Sophia BUI" userId="5388e7d4eb368e7c" providerId="LiveId" clId="{D6A408B9-D6E7-4BF9-9B85-2D9450B73EA7}" dt="2024-09-29T12:50:16.075" v="3996" actId="2696"/>
        <pc:sldMkLst>
          <pc:docMk/>
          <pc:sldMk cId="1131970457" sldId="802"/>
        </pc:sldMkLst>
        <pc:spChg chg="mod">
          <ac:chgData name="Sophia BUI" userId="5388e7d4eb368e7c" providerId="LiveId" clId="{D6A408B9-D6E7-4BF9-9B85-2D9450B73EA7}" dt="2024-09-26T00:30:33.911" v="2186" actId="14100"/>
          <ac:spMkLst>
            <pc:docMk/>
            <pc:sldMk cId="1131970457" sldId="802"/>
            <ac:spMk id="2" creationId="{E75976DE-E665-3F90-84C7-CAFC032C46AA}"/>
          </ac:spMkLst>
        </pc:spChg>
        <pc:spChg chg="mod ord">
          <ac:chgData name="Sophia BUI" userId="5388e7d4eb368e7c" providerId="LiveId" clId="{D6A408B9-D6E7-4BF9-9B85-2D9450B73EA7}" dt="2024-09-26T00:30:25.607" v="2185" actId="26606"/>
          <ac:spMkLst>
            <pc:docMk/>
            <pc:sldMk cId="1131970457" sldId="802"/>
            <ac:spMk id="3" creationId="{DF859FBD-B23B-9F35-CAF4-32ADE6896152}"/>
          </ac:spMkLst>
        </pc:spChg>
        <pc:spChg chg="del">
          <ac:chgData name="Sophia BUI" userId="5388e7d4eb368e7c" providerId="LiveId" clId="{D6A408B9-D6E7-4BF9-9B85-2D9450B73EA7}" dt="2024-09-26T00:30:25.607" v="2185" actId="26606"/>
          <ac:spMkLst>
            <pc:docMk/>
            <pc:sldMk cId="1131970457" sldId="802"/>
            <ac:spMk id="41" creationId="{777A147A-9ED8-46B4-8660-1B3C2AA880B5}"/>
          </ac:spMkLst>
        </pc:spChg>
        <pc:spChg chg="del">
          <ac:chgData name="Sophia BUI" userId="5388e7d4eb368e7c" providerId="LiveId" clId="{D6A408B9-D6E7-4BF9-9B85-2D9450B73EA7}" dt="2024-09-26T00:30:25.607" v="2185" actId="26606"/>
          <ac:spMkLst>
            <pc:docMk/>
            <pc:sldMk cId="1131970457" sldId="802"/>
            <ac:spMk id="42" creationId="{5D6C15A0-C087-4593-8414-2B4EC1CDC3DE}"/>
          </ac:spMkLst>
        </pc:spChg>
        <pc:spChg chg="mod">
          <ac:chgData name="Sophia BUI" userId="5388e7d4eb368e7c" providerId="LiveId" clId="{D6A408B9-D6E7-4BF9-9B85-2D9450B73EA7}" dt="2024-09-26T00:30:49.487" v="2188"/>
          <ac:spMkLst>
            <pc:docMk/>
            <pc:sldMk cId="1131970457" sldId="802"/>
            <ac:spMk id="43" creationId="{595E72A1-679F-D2B1-EF6D-4B6062F50812}"/>
          </ac:spMkLst>
        </pc:spChg>
        <pc:spChg chg="add">
          <ac:chgData name="Sophia BUI" userId="5388e7d4eb368e7c" providerId="LiveId" clId="{D6A408B9-D6E7-4BF9-9B85-2D9450B73EA7}" dt="2024-09-26T00:30:25.607" v="2185" actId="26606"/>
          <ac:spMkLst>
            <pc:docMk/>
            <pc:sldMk cId="1131970457" sldId="802"/>
            <ac:spMk id="48" creationId="{058A14AF-9FB5-4CC7-BA35-E8E85D3EDF0E}"/>
          </ac:spMkLst>
        </pc:spChg>
        <pc:spChg chg="add">
          <ac:chgData name="Sophia BUI" userId="5388e7d4eb368e7c" providerId="LiveId" clId="{D6A408B9-D6E7-4BF9-9B85-2D9450B73EA7}" dt="2024-09-26T00:30:25.607" v="2185" actId="26606"/>
          <ac:spMkLst>
            <pc:docMk/>
            <pc:sldMk cId="1131970457" sldId="802"/>
            <ac:spMk id="50" creationId="{3A9A4357-BD1D-4622-A4FE-766E6AB8DE84}"/>
          </ac:spMkLst>
        </pc:spChg>
        <pc:spChg chg="add">
          <ac:chgData name="Sophia BUI" userId="5388e7d4eb368e7c" providerId="LiveId" clId="{D6A408B9-D6E7-4BF9-9B85-2D9450B73EA7}" dt="2024-09-26T00:30:25.607" v="2185" actId="26606"/>
          <ac:spMkLst>
            <pc:docMk/>
            <pc:sldMk cId="1131970457" sldId="802"/>
            <ac:spMk id="52" creationId="{E659831F-0D9A-4C63-9EBB-8435B85A440F}"/>
          </ac:spMkLst>
        </pc:spChg>
        <pc:spChg chg="add">
          <ac:chgData name="Sophia BUI" userId="5388e7d4eb368e7c" providerId="LiveId" clId="{D6A408B9-D6E7-4BF9-9B85-2D9450B73EA7}" dt="2024-09-26T00:30:25.607" v="2185" actId="26606"/>
          <ac:spMkLst>
            <pc:docMk/>
            <pc:sldMk cId="1131970457" sldId="802"/>
            <ac:spMk id="54" creationId="{E6995CE5-F890-4ABA-82A2-26507CE8D2A3}"/>
          </ac:spMkLst>
        </pc:spChg>
        <pc:picChg chg="add mod">
          <ac:chgData name="Sophia BUI" userId="5388e7d4eb368e7c" providerId="LiveId" clId="{D6A408B9-D6E7-4BF9-9B85-2D9450B73EA7}" dt="2024-09-26T00:31:15.973" v="2192" actId="1076"/>
          <ac:picMkLst>
            <pc:docMk/>
            <pc:sldMk cId="1131970457" sldId="802"/>
            <ac:picMk id="5" creationId="{FEE9AC96-81F5-7DF0-BA53-36B6066FB434}"/>
          </ac:picMkLst>
        </pc:picChg>
      </pc:sldChg>
      <pc:sldChg chg="addSp delSp modSp add mod">
        <pc:chgData name="Sophia BUI" userId="5388e7d4eb368e7c" providerId="LiveId" clId="{D6A408B9-D6E7-4BF9-9B85-2D9450B73EA7}" dt="2024-10-21T00:29:59.627" v="27909" actId="1036"/>
        <pc:sldMkLst>
          <pc:docMk/>
          <pc:sldMk cId="129043641" sldId="803"/>
        </pc:sldMkLst>
        <pc:spChg chg="mod">
          <ac:chgData name="Sophia BUI" userId="5388e7d4eb368e7c" providerId="LiveId" clId="{D6A408B9-D6E7-4BF9-9B85-2D9450B73EA7}" dt="2024-10-21T00:29:19.437" v="27856" actId="6549"/>
          <ac:spMkLst>
            <pc:docMk/>
            <pc:sldMk cId="129043641" sldId="803"/>
            <ac:spMk id="2" creationId="{E75976DE-E665-3F90-84C7-CAFC032C46AA}"/>
          </ac:spMkLst>
        </pc:spChg>
        <pc:spChg chg="mod">
          <ac:chgData name="Sophia BUI" userId="5388e7d4eb368e7c" providerId="LiveId" clId="{D6A408B9-D6E7-4BF9-9B85-2D9450B73EA7}" dt="2024-10-21T00:28:31.563" v="27848" actId="1076"/>
          <ac:spMkLst>
            <pc:docMk/>
            <pc:sldMk cId="129043641" sldId="803"/>
            <ac:spMk id="3" creationId="{DF859FBD-B23B-9F35-CAF4-32ADE6896152}"/>
          </ac:spMkLst>
        </pc:spChg>
        <pc:spChg chg="mod">
          <ac:chgData name="Sophia BUI" userId="5388e7d4eb368e7c" providerId="LiveId" clId="{D6A408B9-D6E7-4BF9-9B85-2D9450B73EA7}" dt="2024-10-21T00:29:52.655" v="27906" actId="20577"/>
          <ac:spMkLst>
            <pc:docMk/>
            <pc:sldMk cId="129043641" sldId="803"/>
            <ac:spMk id="43" creationId="{595E72A1-679F-D2B1-EF6D-4B6062F50812}"/>
          </ac:spMkLst>
        </pc:spChg>
        <pc:graphicFrameChg chg="add mod modGraphic">
          <ac:chgData name="Sophia BUI" userId="5388e7d4eb368e7c" providerId="LiveId" clId="{D6A408B9-D6E7-4BF9-9B85-2D9450B73EA7}" dt="2024-10-21T00:29:59.627" v="27909" actId="1036"/>
          <ac:graphicFrameMkLst>
            <pc:docMk/>
            <pc:sldMk cId="129043641" sldId="803"/>
            <ac:graphicFrameMk id="4" creationId="{70757341-2408-1D60-9F6F-AC57F021964A}"/>
          </ac:graphicFrameMkLst>
        </pc:graphicFrameChg>
        <pc:picChg chg="add del mod">
          <ac:chgData name="Sophia BUI" userId="5388e7d4eb368e7c" providerId="LiveId" clId="{D6A408B9-D6E7-4BF9-9B85-2D9450B73EA7}" dt="2024-09-26T00:33:36.231" v="2245" actId="21"/>
          <ac:picMkLst>
            <pc:docMk/>
            <pc:sldMk cId="129043641" sldId="803"/>
            <ac:picMk id="4" creationId="{00000000-0000-0000-0000-000000000000}"/>
          </ac:picMkLst>
        </pc:picChg>
        <pc:picChg chg="add mod">
          <ac:chgData name="Sophia BUI" userId="5388e7d4eb368e7c" providerId="LiveId" clId="{D6A408B9-D6E7-4BF9-9B85-2D9450B73EA7}" dt="2024-10-21T00:27:19.134" v="27785" actId="1037"/>
          <ac:picMkLst>
            <pc:docMk/>
            <pc:sldMk cId="129043641" sldId="803"/>
            <ac:picMk id="5" creationId="{8E7BD0FD-7049-9144-3492-B8C4CE48836E}"/>
          </ac:picMkLst>
        </pc:picChg>
        <pc:picChg chg="add del mod">
          <ac:chgData name="Sophia BUI" userId="5388e7d4eb368e7c" providerId="LiveId" clId="{D6A408B9-D6E7-4BF9-9B85-2D9450B73EA7}" dt="2024-10-02T14:53:48.153" v="12784" actId="478"/>
          <ac:picMkLst>
            <pc:docMk/>
            <pc:sldMk cId="129043641" sldId="803"/>
            <ac:picMk id="6" creationId="{4071F7B9-EF98-0356-A4DF-1F2CA4D198D8}"/>
          </ac:picMkLst>
        </pc:picChg>
      </pc:sldChg>
      <pc:sldChg chg="modSp add del mod">
        <pc:chgData name="Sophia BUI" userId="5388e7d4eb368e7c" providerId="LiveId" clId="{D6A408B9-D6E7-4BF9-9B85-2D9450B73EA7}" dt="2024-10-02T15:08:33.637" v="13629" actId="47"/>
        <pc:sldMkLst>
          <pc:docMk/>
          <pc:sldMk cId="2954267317" sldId="804"/>
        </pc:sldMkLst>
        <pc:spChg chg="mod">
          <ac:chgData name="Sophia BUI" userId="5388e7d4eb368e7c" providerId="LiveId" clId="{D6A408B9-D6E7-4BF9-9B85-2D9450B73EA7}" dt="2024-09-28T14:16:46.950" v="3583" actId="255"/>
          <ac:spMkLst>
            <pc:docMk/>
            <pc:sldMk cId="2954267317" sldId="804"/>
            <ac:spMk id="2" creationId="{96713B1E-85D5-AA04-F3AE-AEBE35B6F107}"/>
          </ac:spMkLst>
        </pc:spChg>
      </pc:sldChg>
      <pc:sldChg chg="del delDesignElem">
        <pc:chgData name="Sophia BUI" userId="5388e7d4eb368e7c" providerId="LiveId" clId="{D6A408B9-D6E7-4BF9-9B85-2D9450B73EA7}" dt="2024-10-02T15:08:24.402" v="13616" actId="47"/>
        <pc:sldMkLst>
          <pc:docMk/>
          <pc:sldMk cId="1640856659" sldId="805"/>
        </pc:sldMkLst>
      </pc:sldChg>
      <pc:sldChg chg="modSp del mod ord">
        <pc:chgData name="Sophia BUI" userId="5388e7d4eb368e7c" providerId="LiveId" clId="{D6A408B9-D6E7-4BF9-9B85-2D9450B73EA7}" dt="2024-10-02T14:09:08.306" v="12379" actId="2696"/>
        <pc:sldMkLst>
          <pc:docMk/>
          <pc:sldMk cId="2124504437" sldId="805"/>
        </pc:sldMkLst>
        <pc:spChg chg="mod">
          <ac:chgData name="Sophia BUI" userId="5388e7d4eb368e7c" providerId="LiveId" clId="{D6A408B9-D6E7-4BF9-9B85-2D9450B73EA7}" dt="2024-09-28T14:13:33.556" v="3480" actId="6549"/>
          <ac:spMkLst>
            <pc:docMk/>
            <pc:sldMk cId="2124504437" sldId="805"/>
            <ac:spMk id="2" creationId="{E75976DE-E665-3F90-84C7-CAFC032C46AA}"/>
          </ac:spMkLst>
        </pc:spChg>
        <pc:spChg chg="mod">
          <ac:chgData name="Sophia BUI" userId="5388e7d4eb368e7c" providerId="LiveId" clId="{D6A408B9-D6E7-4BF9-9B85-2D9450B73EA7}" dt="2024-09-28T14:46:14.883" v="3723" actId="207"/>
          <ac:spMkLst>
            <pc:docMk/>
            <pc:sldMk cId="2124504437" sldId="805"/>
            <ac:spMk id="43" creationId="{595E72A1-679F-D2B1-EF6D-4B6062F50812}"/>
          </ac:spMkLst>
        </pc:spChg>
      </pc:sldChg>
      <pc:sldChg chg="addSp delSp modSp new del mod ord modClrScheme chgLayout">
        <pc:chgData name="Sophia BUI" userId="5388e7d4eb368e7c" providerId="LiveId" clId="{D6A408B9-D6E7-4BF9-9B85-2D9450B73EA7}" dt="2024-10-02T15:08:28.744" v="13620" actId="47"/>
        <pc:sldMkLst>
          <pc:docMk/>
          <pc:sldMk cId="1767351131" sldId="806"/>
        </pc:sldMkLst>
        <pc:spChg chg="del mod ord">
          <ac:chgData name="Sophia BUI" userId="5388e7d4eb368e7c" providerId="LiveId" clId="{D6A408B9-D6E7-4BF9-9B85-2D9450B73EA7}" dt="2024-09-29T13:14:17.091" v="4000" actId="700"/>
          <ac:spMkLst>
            <pc:docMk/>
            <pc:sldMk cId="1767351131" sldId="806"/>
            <ac:spMk id="2" creationId="{DDCB3110-D82E-15C6-59E7-2E1DCD49933D}"/>
          </ac:spMkLst>
        </pc:spChg>
        <pc:spChg chg="del mod ord">
          <ac:chgData name="Sophia BUI" userId="5388e7d4eb368e7c" providerId="LiveId" clId="{D6A408B9-D6E7-4BF9-9B85-2D9450B73EA7}" dt="2024-09-29T13:14:17.091" v="4000" actId="700"/>
          <ac:spMkLst>
            <pc:docMk/>
            <pc:sldMk cId="1767351131" sldId="806"/>
            <ac:spMk id="3" creationId="{89CAEBBD-070C-F363-17AB-2C292D29A291}"/>
          </ac:spMkLst>
        </pc:spChg>
        <pc:spChg chg="add mod ord">
          <ac:chgData name="Sophia BUI" userId="5388e7d4eb368e7c" providerId="LiveId" clId="{D6A408B9-D6E7-4BF9-9B85-2D9450B73EA7}" dt="2024-09-29T13:50:09.832" v="4793" actId="14100"/>
          <ac:spMkLst>
            <pc:docMk/>
            <pc:sldMk cId="1767351131" sldId="806"/>
            <ac:spMk id="4" creationId="{470333C6-3D42-4B54-4004-1938A15D5DFF}"/>
          </ac:spMkLst>
        </pc:spChg>
        <pc:spChg chg="add del mod ord">
          <ac:chgData name="Sophia BUI" userId="5388e7d4eb368e7c" providerId="LiveId" clId="{D6A408B9-D6E7-4BF9-9B85-2D9450B73EA7}" dt="2024-09-29T13:14:40.847" v="4057"/>
          <ac:spMkLst>
            <pc:docMk/>
            <pc:sldMk cId="1767351131" sldId="806"/>
            <ac:spMk id="5" creationId="{F7A24175-9813-51F4-AD81-CAA4080B4115}"/>
          </ac:spMkLst>
        </pc:spChg>
        <pc:spChg chg="add del mod ord">
          <ac:chgData name="Sophia BUI" userId="5388e7d4eb368e7c" providerId="LiveId" clId="{D6A408B9-D6E7-4BF9-9B85-2D9450B73EA7}" dt="2024-09-29T13:26:15.934" v="4153" actId="3680"/>
          <ac:spMkLst>
            <pc:docMk/>
            <pc:sldMk cId="1767351131" sldId="806"/>
            <ac:spMk id="6" creationId="{75386E59-9099-5C98-E35E-B0515B17231A}"/>
          </ac:spMkLst>
        </pc:spChg>
        <pc:spChg chg="add del mod">
          <ac:chgData name="Sophia BUI" userId="5388e7d4eb368e7c" providerId="LiveId" clId="{D6A408B9-D6E7-4BF9-9B85-2D9450B73EA7}" dt="2024-09-29T13:39:33.652" v="4350" actId="3680"/>
          <ac:spMkLst>
            <pc:docMk/>
            <pc:sldMk cId="1767351131" sldId="806"/>
            <ac:spMk id="14" creationId="{50C92245-3E2F-B5B7-2CEC-9B8F9937748F}"/>
          </ac:spMkLst>
        </pc:spChg>
        <pc:spChg chg="add del mod">
          <ac:chgData name="Sophia BUI" userId="5388e7d4eb368e7c" providerId="LiveId" clId="{D6A408B9-D6E7-4BF9-9B85-2D9450B73EA7}" dt="2024-09-29T13:43:26.753" v="4425" actId="3680"/>
          <ac:spMkLst>
            <pc:docMk/>
            <pc:sldMk cId="1767351131" sldId="806"/>
            <ac:spMk id="17" creationId="{6B48BC74-4D87-D316-F012-6C920A3EDCDA}"/>
          </ac:spMkLst>
        </pc:spChg>
        <pc:graphicFrameChg chg="add del mod ord modGraphic">
          <ac:chgData name="Sophia BUI" userId="5388e7d4eb368e7c" providerId="LiveId" clId="{D6A408B9-D6E7-4BF9-9B85-2D9450B73EA7}" dt="2024-09-29T13:24:12.245" v="4089" actId="3680"/>
          <ac:graphicFrameMkLst>
            <pc:docMk/>
            <pc:sldMk cId="1767351131" sldId="806"/>
            <ac:graphicFrameMk id="8" creationId="{4A7239B7-766D-7395-98D3-FF7D4217755C}"/>
          </ac:graphicFrameMkLst>
        </pc:graphicFrameChg>
        <pc:graphicFrameChg chg="add del mod ord modGraphic">
          <ac:chgData name="Sophia BUI" userId="5388e7d4eb368e7c" providerId="LiveId" clId="{D6A408B9-D6E7-4BF9-9B85-2D9450B73EA7}" dt="2024-09-29T13:26:09.834" v="4152" actId="3680"/>
          <ac:graphicFrameMkLst>
            <pc:docMk/>
            <pc:sldMk cId="1767351131" sldId="806"/>
            <ac:graphicFrameMk id="9" creationId="{AC1F53AE-8974-0987-10D9-045AEE417ED0}"/>
          </ac:graphicFrameMkLst>
        </pc:graphicFrameChg>
        <pc:graphicFrameChg chg="add del mod ord modGraphic">
          <ac:chgData name="Sophia BUI" userId="5388e7d4eb368e7c" providerId="LiveId" clId="{D6A408B9-D6E7-4BF9-9B85-2D9450B73EA7}" dt="2024-09-29T13:41:23.735" v="4411" actId="478"/>
          <ac:graphicFrameMkLst>
            <pc:docMk/>
            <pc:sldMk cId="1767351131" sldId="806"/>
            <ac:graphicFrameMk id="10" creationId="{9590EB7A-7AC5-1534-1A14-C51C0E2B5882}"/>
          </ac:graphicFrameMkLst>
        </pc:graphicFrameChg>
        <pc:graphicFrameChg chg="add mod ord modGraphic">
          <ac:chgData name="Sophia BUI" userId="5388e7d4eb368e7c" providerId="LiveId" clId="{D6A408B9-D6E7-4BF9-9B85-2D9450B73EA7}" dt="2024-09-29T13:51:02.754" v="4815" actId="20577"/>
          <ac:graphicFrameMkLst>
            <pc:docMk/>
            <pc:sldMk cId="1767351131" sldId="806"/>
            <ac:graphicFrameMk id="15" creationId="{6A61B038-9E32-C1EF-490C-507B5CDCAF36}"/>
          </ac:graphicFrameMkLst>
        </pc:graphicFrameChg>
        <pc:graphicFrameChg chg="add mod ord modGraphic">
          <ac:chgData name="Sophia BUI" userId="5388e7d4eb368e7c" providerId="LiveId" clId="{D6A408B9-D6E7-4BF9-9B85-2D9450B73EA7}" dt="2024-09-29T13:54:08.919" v="4830" actId="20577"/>
          <ac:graphicFrameMkLst>
            <pc:docMk/>
            <pc:sldMk cId="1767351131" sldId="806"/>
            <ac:graphicFrameMk id="18" creationId="{63A0F8B4-14BA-407E-633F-F7584905F071}"/>
          </ac:graphicFrameMkLst>
        </pc:graphicFrameChg>
        <pc:picChg chg="add del mod">
          <ac:chgData name="Sophia BUI" userId="5388e7d4eb368e7c" providerId="LiveId" clId="{D6A408B9-D6E7-4BF9-9B85-2D9450B73EA7}" dt="2024-09-29T13:30:41.261" v="4321" actId="478"/>
          <ac:picMkLst>
            <pc:docMk/>
            <pc:sldMk cId="1767351131" sldId="806"/>
            <ac:picMk id="7" creationId="{BB9553AD-38BB-B324-C9C4-8E2C8A871135}"/>
          </ac:picMkLst>
        </pc:picChg>
        <pc:picChg chg="add mod">
          <ac:chgData name="Sophia BUI" userId="5388e7d4eb368e7c" providerId="LiveId" clId="{D6A408B9-D6E7-4BF9-9B85-2D9450B73EA7}" dt="2024-09-29T13:49:18.432" v="4783" actId="1038"/>
          <ac:picMkLst>
            <pc:docMk/>
            <pc:sldMk cId="1767351131" sldId="806"/>
            <ac:picMk id="12" creationId="{D67E3F41-B333-C707-5BC0-3A9990EA5D9E}"/>
          </ac:picMkLst>
        </pc:picChg>
        <pc:picChg chg="add mod">
          <ac:chgData name="Sophia BUI" userId="5388e7d4eb368e7c" providerId="LiveId" clId="{D6A408B9-D6E7-4BF9-9B85-2D9450B73EA7}" dt="2024-09-29T13:52:23.585" v="4822" actId="1076"/>
          <ac:picMkLst>
            <pc:docMk/>
            <pc:sldMk cId="1767351131" sldId="806"/>
            <ac:picMk id="20" creationId="{0C65CEF6-07B5-4F64-F986-FCA6B3AEC11D}"/>
          </ac:picMkLst>
        </pc:picChg>
      </pc:sldChg>
      <pc:sldChg chg="addSp delSp modSp new del mod modClrScheme chgLayout">
        <pc:chgData name="Sophia BUI" userId="5388e7d4eb368e7c" providerId="LiveId" clId="{D6A408B9-D6E7-4BF9-9B85-2D9450B73EA7}" dt="2024-10-14T03:08:30.510" v="15713" actId="47"/>
        <pc:sldMkLst>
          <pc:docMk/>
          <pc:sldMk cId="3254541903" sldId="807"/>
        </pc:sldMkLst>
        <pc:spChg chg="mod ord">
          <ac:chgData name="Sophia BUI" userId="5388e7d4eb368e7c" providerId="LiveId" clId="{D6A408B9-D6E7-4BF9-9B85-2D9450B73EA7}" dt="2024-10-09T22:37:53.882" v="13729" actId="20577"/>
          <ac:spMkLst>
            <pc:docMk/>
            <pc:sldMk cId="3254541903" sldId="807"/>
            <ac:spMk id="2" creationId="{7C75DB6F-8BF0-7C7A-579E-BD75390FE188}"/>
          </ac:spMkLst>
        </pc:spChg>
        <pc:spChg chg="add del mod ord">
          <ac:chgData name="Sophia BUI" userId="5388e7d4eb368e7c" providerId="LiveId" clId="{D6A408B9-D6E7-4BF9-9B85-2D9450B73EA7}" dt="2024-09-29T14:00:56.452" v="4990" actId="700"/>
          <ac:spMkLst>
            <pc:docMk/>
            <pc:sldMk cId="3254541903" sldId="807"/>
            <ac:spMk id="3" creationId="{FDDA403D-95C8-0227-8B0B-27D25C791368}"/>
          </ac:spMkLst>
        </pc:spChg>
        <pc:spChg chg="add del mod ord">
          <ac:chgData name="Sophia BUI" userId="5388e7d4eb368e7c" providerId="LiveId" clId="{D6A408B9-D6E7-4BF9-9B85-2D9450B73EA7}" dt="2024-09-29T14:01:15.822" v="4991" actId="3680"/>
          <ac:spMkLst>
            <pc:docMk/>
            <pc:sldMk cId="3254541903" sldId="807"/>
            <ac:spMk id="10" creationId="{510FD441-A689-42FD-9943-E5A67B82B81E}"/>
          </ac:spMkLst>
        </pc:spChg>
        <pc:spChg chg="add del mod ord">
          <ac:chgData name="Sophia BUI" userId="5388e7d4eb368e7c" providerId="LiveId" clId="{D6A408B9-D6E7-4BF9-9B85-2D9450B73EA7}" dt="2024-09-29T14:02:28.585" v="5018" actId="700"/>
          <ac:spMkLst>
            <pc:docMk/>
            <pc:sldMk cId="3254541903" sldId="807"/>
            <ac:spMk id="11" creationId="{23633325-AC0D-3964-9B0B-650E018D260B}"/>
          </ac:spMkLst>
        </pc:spChg>
        <pc:graphicFrameChg chg="add del mod ord modGraphic">
          <ac:chgData name="Sophia BUI" userId="5388e7d4eb368e7c" providerId="LiveId" clId="{D6A408B9-D6E7-4BF9-9B85-2D9450B73EA7}" dt="2024-09-29T13:58:25.252" v="4941" actId="3680"/>
          <ac:graphicFrameMkLst>
            <pc:docMk/>
            <pc:sldMk cId="3254541903" sldId="807"/>
            <ac:graphicFrameMk id="4" creationId="{E7CD702A-CE49-9627-2745-CC2362CBDCD0}"/>
          </ac:graphicFrameMkLst>
        </pc:graphicFrameChg>
        <pc:graphicFrameChg chg="add del mod ord modGraphic">
          <ac:chgData name="Sophia BUI" userId="5388e7d4eb368e7c" providerId="LiveId" clId="{D6A408B9-D6E7-4BF9-9B85-2D9450B73EA7}" dt="2024-09-29T14:00:46.848" v="4989" actId="3680"/>
          <ac:graphicFrameMkLst>
            <pc:docMk/>
            <pc:sldMk cId="3254541903" sldId="807"/>
            <ac:graphicFrameMk id="5" creationId="{5463545D-828C-E21C-C9C3-C107A9B683CF}"/>
          </ac:graphicFrameMkLst>
        </pc:graphicFrameChg>
        <pc:graphicFrameChg chg="add mod ord modGraphic">
          <ac:chgData name="Sophia BUI" userId="5388e7d4eb368e7c" providerId="LiveId" clId="{D6A408B9-D6E7-4BF9-9B85-2D9450B73EA7}" dt="2024-10-02T03:18:31.961" v="9612" actId="108"/>
          <ac:graphicFrameMkLst>
            <pc:docMk/>
            <pc:sldMk cId="3254541903" sldId="807"/>
            <ac:graphicFrameMk id="12" creationId="{F4AE58C5-4E9D-B586-5CAF-A506417545CE}"/>
          </ac:graphicFrameMkLst>
        </pc:graphicFrameChg>
        <pc:picChg chg="add del">
          <ac:chgData name="Sophia BUI" userId="5388e7d4eb368e7c" providerId="LiveId" clId="{D6A408B9-D6E7-4BF9-9B85-2D9450B73EA7}" dt="2024-09-29T14:00:13.226" v="4971" actId="22"/>
          <ac:picMkLst>
            <pc:docMk/>
            <pc:sldMk cId="3254541903" sldId="807"/>
            <ac:picMk id="7" creationId="{DE38786D-521B-505A-3919-9E77F9657CDB}"/>
          </ac:picMkLst>
        </pc:picChg>
        <pc:picChg chg="add del mod">
          <ac:chgData name="Sophia BUI" userId="5388e7d4eb368e7c" providerId="LiveId" clId="{D6A408B9-D6E7-4BF9-9B85-2D9450B73EA7}" dt="2024-09-29T14:00:45.142" v="4983" actId="22"/>
          <ac:picMkLst>
            <pc:docMk/>
            <pc:sldMk cId="3254541903" sldId="807"/>
            <ac:picMk id="9" creationId="{1CE08D58-D476-2203-41C7-D37EFEAE77F7}"/>
          </ac:picMkLst>
        </pc:picChg>
        <pc:picChg chg="add del mod">
          <ac:chgData name="Sophia BUI" userId="5388e7d4eb368e7c" providerId="LiveId" clId="{D6A408B9-D6E7-4BF9-9B85-2D9450B73EA7}" dt="2024-09-29T14:43:18.385" v="7012" actId="478"/>
          <ac:picMkLst>
            <pc:docMk/>
            <pc:sldMk cId="3254541903" sldId="807"/>
            <ac:picMk id="14" creationId="{4C4F0A8C-7A0C-66C3-4E87-238FA8E540E7}"/>
          </ac:picMkLst>
        </pc:picChg>
        <pc:picChg chg="add del mod">
          <ac:chgData name="Sophia BUI" userId="5388e7d4eb368e7c" providerId="LiveId" clId="{D6A408B9-D6E7-4BF9-9B85-2D9450B73EA7}" dt="2024-09-29T14:43:20.131" v="7013" actId="478"/>
          <ac:picMkLst>
            <pc:docMk/>
            <pc:sldMk cId="3254541903" sldId="807"/>
            <ac:picMk id="16" creationId="{F1A5E718-B6FB-A771-BAB9-D4CF1CCFCDC0}"/>
          </ac:picMkLst>
        </pc:picChg>
        <pc:picChg chg="add del mod">
          <ac:chgData name="Sophia BUI" userId="5388e7d4eb368e7c" providerId="LiveId" clId="{D6A408B9-D6E7-4BF9-9B85-2D9450B73EA7}" dt="2024-09-29T14:42:04.894" v="6832" actId="22"/>
          <ac:picMkLst>
            <pc:docMk/>
            <pc:sldMk cId="3254541903" sldId="807"/>
            <ac:picMk id="18" creationId="{59014ABB-6292-A505-6A2B-E823E5118021}"/>
          </ac:picMkLst>
        </pc:picChg>
        <pc:picChg chg="add mod">
          <ac:chgData name="Sophia BUI" userId="5388e7d4eb368e7c" providerId="LiveId" clId="{D6A408B9-D6E7-4BF9-9B85-2D9450B73EA7}" dt="2024-09-29T14:49:26.989" v="7692" actId="1035"/>
          <ac:picMkLst>
            <pc:docMk/>
            <pc:sldMk cId="3254541903" sldId="807"/>
            <ac:picMk id="20" creationId="{F4E4EB09-AEA4-9E56-587F-50DE2D0D5340}"/>
          </ac:picMkLst>
        </pc:picChg>
        <pc:picChg chg="add mod">
          <ac:chgData name="Sophia BUI" userId="5388e7d4eb368e7c" providerId="LiveId" clId="{D6A408B9-D6E7-4BF9-9B85-2D9450B73EA7}" dt="2024-09-29T14:49:26.989" v="7692" actId="1035"/>
          <ac:picMkLst>
            <pc:docMk/>
            <pc:sldMk cId="3254541903" sldId="807"/>
            <ac:picMk id="22" creationId="{546F9705-CDB0-E972-826C-4610F3F12E39}"/>
          </ac:picMkLst>
        </pc:picChg>
      </pc:sldChg>
      <pc:sldChg chg="addSp delSp modSp add del mod ord">
        <pc:chgData name="Sophia BUI" userId="5388e7d4eb368e7c" providerId="LiveId" clId="{D6A408B9-D6E7-4BF9-9B85-2D9450B73EA7}" dt="2024-10-02T15:08:15.451" v="13608" actId="47"/>
        <pc:sldMkLst>
          <pc:docMk/>
          <pc:sldMk cId="2724452535" sldId="808"/>
        </pc:sldMkLst>
        <pc:spChg chg="mod">
          <ac:chgData name="Sophia BUI" userId="5388e7d4eb368e7c" providerId="LiveId" clId="{D6A408B9-D6E7-4BF9-9B85-2D9450B73EA7}" dt="2024-10-02T03:21:42.998" v="9697" actId="27636"/>
          <ac:spMkLst>
            <pc:docMk/>
            <pc:sldMk cId="2724452535" sldId="808"/>
            <ac:spMk id="2" creationId="{7C75DB6F-8BF0-7C7A-579E-BD75390FE188}"/>
          </ac:spMkLst>
        </pc:spChg>
        <pc:graphicFrameChg chg="mod modGraphic">
          <ac:chgData name="Sophia BUI" userId="5388e7d4eb368e7c" providerId="LiveId" clId="{D6A408B9-D6E7-4BF9-9B85-2D9450B73EA7}" dt="2024-10-02T03:56:27.196" v="11074"/>
          <ac:graphicFrameMkLst>
            <pc:docMk/>
            <pc:sldMk cId="2724452535" sldId="808"/>
            <ac:graphicFrameMk id="12" creationId="{F4AE58C5-4E9D-B586-5CAF-A506417545CE}"/>
          </ac:graphicFrameMkLst>
        </pc:graphicFrameChg>
        <pc:picChg chg="add mod">
          <ac:chgData name="Sophia BUI" userId="5388e7d4eb368e7c" providerId="LiveId" clId="{D6A408B9-D6E7-4BF9-9B85-2D9450B73EA7}" dt="2024-10-02T03:54:57.076" v="11047" actId="14100"/>
          <ac:picMkLst>
            <pc:docMk/>
            <pc:sldMk cId="2724452535" sldId="808"/>
            <ac:picMk id="4" creationId="{F678AE81-5144-0530-CA54-5CAE21EB85FC}"/>
          </ac:picMkLst>
        </pc:picChg>
        <pc:picChg chg="add del mod">
          <ac:chgData name="Sophia BUI" userId="5388e7d4eb368e7c" providerId="LiveId" clId="{D6A408B9-D6E7-4BF9-9B85-2D9450B73EA7}" dt="2024-09-30T13:59:12.859" v="8453" actId="478"/>
          <ac:picMkLst>
            <pc:docMk/>
            <pc:sldMk cId="2724452535" sldId="808"/>
            <ac:picMk id="4" creationId="{FAAE665B-D506-8A4F-49F7-678D144172CE}"/>
          </ac:picMkLst>
        </pc:picChg>
        <pc:picChg chg="add del mod">
          <ac:chgData name="Sophia BUI" userId="5388e7d4eb368e7c" providerId="LiveId" clId="{D6A408B9-D6E7-4BF9-9B85-2D9450B73EA7}" dt="2024-10-02T03:26:38.211" v="9761" actId="21"/>
          <ac:picMkLst>
            <pc:docMk/>
            <pc:sldMk cId="2724452535" sldId="808"/>
            <ac:picMk id="5" creationId="{A9F9C795-8C37-4CFC-CF7F-3239582F1270}"/>
          </ac:picMkLst>
        </pc:picChg>
        <pc:picChg chg="add del mod">
          <ac:chgData name="Sophia BUI" userId="5388e7d4eb368e7c" providerId="LiveId" clId="{D6A408B9-D6E7-4BF9-9B85-2D9450B73EA7}" dt="2024-09-29T14:26:07.689" v="6317" actId="478"/>
          <ac:picMkLst>
            <pc:docMk/>
            <pc:sldMk cId="2724452535" sldId="808"/>
            <ac:picMk id="6" creationId="{3BF11A49-9471-DDD2-1A6B-CD42BB4B0853}"/>
          </ac:picMkLst>
        </pc:picChg>
        <pc:picChg chg="add del mod">
          <ac:chgData name="Sophia BUI" userId="5388e7d4eb368e7c" providerId="LiveId" clId="{D6A408B9-D6E7-4BF9-9B85-2D9450B73EA7}" dt="2024-09-30T13:59:14.533" v="8454" actId="478"/>
          <ac:picMkLst>
            <pc:docMk/>
            <pc:sldMk cId="2724452535" sldId="808"/>
            <ac:picMk id="8" creationId="{639EE9C0-B84A-9E66-CD5B-3A73064117E7}"/>
          </ac:picMkLst>
        </pc:picChg>
        <pc:picChg chg="add mod">
          <ac:chgData name="Sophia BUI" userId="5388e7d4eb368e7c" providerId="LiveId" clId="{D6A408B9-D6E7-4BF9-9B85-2D9450B73EA7}" dt="2024-10-02T03:55:00.612" v="11049" actId="14100"/>
          <ac:picMkLst>
            <pc:docMk/>
            <pc:sldMk cId="2724452535" sldId="808"/>
            <ac:picMk id="8" creationId="{E8B87433-6A35-4A6A-F8F9-D673E75226B3}"/>
          </ac:picMkLst>
        </pc:picChg>
        <pc:picChg chg="del">
          <ac:chgData name="Sophia BUI" userId="5388e7d4eb368e7c" providerId="LiveId" clId="{D6A408B9-D6E7-4BF9-9B85-2D9450B73EA7}" dt="2024-09-29T14:14:56.144" v="5920" actId="478"/>
          <ac:picMkLst>
            <pc:docMk/>
            <pc:sldMk cId="2724452535" sldId="808"/>
            <ac:picMk id="14" creationId="{4C4F0A8C-7A0C-66C3-4E87-238FA8E540E7}"/>
          </ac:picMkLst>
        </pc:picChg>
        <pc:picChg chg="del mod">
          <ac:chgData name="Sophia BUI" userId="5388e7d4eb368e7c" providerId="LiveId" clId="{D6A408B9-D6E7-4BF9-9B85-2D9450B73EA7}" dt="2024-09-29T14:14:57.714" v="5922" actId="478"/>
          <ac:picMkLst>
            <pc:docMk/>
            <pc:sldMk cId="2724452535" sldId="808"/>
            <ac:picMk id="16" creationId="{F1A5E718-B6FB-A771-BAB9-D4CF1CCFCDC0}"/>
          </ac:picMkLst>
        </pc:picChg>
      </pc:sldChg>
      <pc:sldChg chg="addSp delSp modSp add del mod">
        <pc:chgData name="Sophia BUI" userId="5388e7d4eb368e7c" providerId="LiveId" clId="{D6A408B9-D6E7-4BF9-9B85-2D9450B73EA7}" dt="2024-10-02T15:08:13.264" v="13605" actId="47"/>
        <pc:sldMkLst>
          <pc:docMk/>
          <pc:sldMk cId="1134397231" sldId="809"/>
        </pc:sldMkLst>
        <pc:spChg chg="mod">
          <ac:chgData name="Sophia BUI" userId="5388e7d4eb368e7c" providerId="LiveId" clId="{D6A408B9-D6E7-4BF9-9B85-2D9450B73EA7}" dt="2024-10-02T14:19:13.508" v="12557" actId="27636"/>
          <ac:spMkLst>
            <pc:docMk/>
            <pc:sldMk cId="1134397231" sldId="809"/>
            <ac:spMk id="2" creationId="{7C75DB6F-8BF0-7C7A-579E-BD75390FE188}"/>
          </ac:spMkLst>
        </pc:spChg>
        <pc:graphicFrameChg chg="mod modGraphic">
          <ac:chgData name="Sophia BUI" userId="5388e7d4eb368e7c" providerId="LiveId" clId="{D6A408B9-D6E7-4BF9-9B85-2D9450B73EA7}" dt="2024-10-02T03:17:00.320" v="9574" actId="108"/>
          <ac:graphicFrameMkLst>
            <pc:docMk/>
            <pc:sldMk cId="1134397231" sldId="809"/>
            <ac:graphicFrameMk id="12" creationId="{F4AE58C5-4E9D-B586-5CAF-A506417545CE}"/>
          </ac:graphicFrameMkLst>
        </pc:graphicFrameChg>
        <pc:picChg chg="del">
          <ac:chgData name="Sophia BUI" userId="5388e7d4eb368e7c" providerId="LiveId" clId="{D6A408B9-D6E7-4BF9-9B85-2D9450B73EA7}" dt="2024-09-29T14:28:26.807" v="6443" actId="478"/>
          <ac:picMkLst>
            <pc:docMk/>
            <pc:sldMk cId="1134397231" sldId="809"/>
            <ac:picMk id="4" creationId="{FAAE665B-D506-8A4F-49F7-678D144172CE}"/>
          </ac:picMkLst>
        </pc:picChg>
        <pc:picChg chg="add mod">
          <ac:chgData name="Sophia BUI" userId="5388e7d4eb368e7c" providerId="LiveId" clId="{D6A408B9-D6E7-4BF9-9B85-2D9450B73EA7}" dt="2024-09-29T14:50:29.498" v="7707" actId="1036"/>
          <ac:picMkLst>
            <pc:docMk/>
            <pc:sldMk cId="1134397231" sldId="809"/>
            <ac:picMk id="5" creationId="{26E4F4BB-247B-6256-1C63-45147BF0804E}"/>
          </ac:picMkLst>
        </pc:picChg>
        <pc:picChg chg="add mod">
          <ac:chgData name="Sophia BUI" userId="5388e7d4eb368e7c" providerId="LiveId" clId="{D6A408B9-D6E7-4BF9-9B85-2D9450B73EA7}" dt="2024-10-02T02:55:58.427" v="8547" actId="14100"/>
          <ac:picMkLst>
            <pc:docMk/>
            <pc:sldMk cId="1134397231" sldId="809"/>
            <ac:picMk id="7" creationId="{3809D420-1975-9669-B02C-364F38BA15BD}"/>
          </ac:picMkLst>
        </pc:picChg>
        <pc:picChg chg="del">
          <ac:chgData name="Sophia BUI" userId="5388e7d4eb368e7c" providerId="LiveId" clId="{D6A408B9-D6E7-4BF9-9B85-2D9450B73EA7}" dt="2024-09-29T14:28:24.913" v="6442" actId="478"/>
          <ac:picMkLst>
            <pc:docMk/>
            <pc:sldMk cId="1134397231" sldId="809"/>
            <ac:picMk id="8" creationId="{639EE9C0-B84A-9E66-CD5B-3A73064117E7}"/>
          </ac:picMkLst>
        </pc:picChg>
      </pc:sldChg>
      <pc:sldChg chg="addSp delSp modSp add del mod">
        <pc:chgData name="Sophia BUI" userId="5388e7d4eb368e7c" providerId="LiveId" clId="{D6A408B9-D6E7-4BF9-9B85-2D9450B73EA7}" dt="2024-10-02T15:08:13.797" v="13606" actId="47"/>
        <pc:sldMkLst>
          <pc:docMk/>
          <pc:sldMk cId="190707066" sldId="810"/>
        </pc:sldMkLst>
        <pc:spChg chg="mod">
          <ac:chgData name="Sophia BUI" userId="5388e7d4eb368e7c" providerId="LiveId" clId="{D6A408B9-D6E7-4BF9-9B85-2D9450B73EA7}" dt="2024-10-02T14:19:19.178" v="12559" actId="27636"/>
          <ac:spMkLst>
            <pc:docMk/>
            <pc:sldMk cId="190707066" sldId="810"/>
            <ac:spMk id="2" creationId="{7C75DB6F-8BF0-7C7A-579E-BD75390FE188}"/>
          </ac:spMkLst>
        </pc:spChg>
        <pc:graphicFrameChg chg="mod modGraphic">
          <ac:chgData name="Sophia BUI" userId="5388e7d4eb368e7c" providerId="LiveId" clId="{D6A408B9-D6E7-4BF9-9B85-2D9450B73EA7}" dt="2024-10-02T03:17:39.315" v="9602" actId="108"/>
          <ac:graphicFrameMkLst>
            <pc:docMk/>
            <pc:sldMk cId="190707066" sldId="810"/>
            <ac:graphicFrameMk id="12" creationId="{F4AE58C5-4E9D-B586-5CAF-A506417545CE}"/>
          </ac:graphicFrameMkLst>
        </pc:graphicFrameChg>
        <pc:picChg chg="add mod">
          <ac:chgData name="Sophia BUI" userId="5388e7d4eb368e7c" providerId="LiveId" clId="{D6A408B9-D6E7-4BF9-9B85-2D9450B73EA7}" dt="2024-10-02T02:55:41.459" v="8546" actId="1076"/>
          <ac:picMkLst>
            <pc:docMk/>
            <pc:sldMk cId="190707066" sldId="810"/>
            <ac:picMk id="4" creationId="{0550A9D1-2357-1623-D779-9B0962EAD6B3}"/>
          </ac:picMkLst>
        </pc:picChg>
        <pc:picChg chg="del">
          <ac:chgData name="Sophia BUI" userId="5388e7d4eb368e7c" providerId="LiveId" clId="{D6A408B9-D6E7-4BF9-9B85-2D9450B73EA7}" dt="2024-09-29T14:36:11.282" v="6788" actId="478"/>
          <ac:picMkLst>
            <pc:docMk/>
            <pc:sldMk cId="190707066" sldId="810"/>
            <ac:picMk id="5" creationId="{26E4F4BB-247B-6256-1C63-45147BF0804E}"/>
          </ac:picMkLst>
        </pc:picChg>
        <pc:picChg chg="del">
          <ac:chgData name="Sophia BUI" userId="5388e7d4eb368e7c" providerId="LiveId" clId="{D6A408B9-D6E7-4BF9-9B85-2D9450B73EA7}" dt="2024-09-29T14:36:32.521" v="6793" actId="478"/>
          <ac:picMkLst>
            <pc:docMk/>
            <pc:sldMk cId="190707066" sldId="810"/>
            <ac:picMk id="7" creationId="{3809D420-1975-9669-B02C-364F38BA15BD}"/>
          </ac:picMkLst>
        </pc:picChg>
        <pc:picChg chg="add mod">
          <ac:chgData name="Sophia BUI" userId="5388e7d4eb368e7c" providerId="LiveId" clId="{D6A408B9-D6E7-4BF9-9B85-2D9450B73EA7}" dt="2024-09-29T14:37:55.646" v="6801" actId="14100"/>
          <ac:picMkLst>
            <pc:docMk/>
            <pc:sldMk cId="190707066" sldId="810"/>
            <ac:picMk id="8" creationId="{94D769CD-DC18-17FA-582C-277276DEFD35}"/>
          </ac:picMkLst>
        </pc:picChg>
      </pc:sldChg>
      <pc:sldChg chg="modSp add del mod">
        <pc:chgData name="Sophia BUI" userId="5388e7d4eb368e7c" providerId="LiveId" clId="{D6A408B9-D6E7-4BF9-9B85-2D9450B73EA7}" dt="2024-10-02T15:08:12.488" v="13604" actId="47"/>
        <pc:sldMkLst>
          <pc:docMk/>
          <pc:sldMk cId="2480516764" sldId="811"/>
        </pc:sldMkLst>
        <pc:spChg chg="mod">
          <ac:chgData name="Sophia BUI" userId="5388e7d4eb368e7c" providerId="LiveId" clId="{D6A408B9-D6E7-4BF9-9B85-2D9450B73EA7}" dt="2024-10-02T14:18:56.584" v="12555" actId="20577"/>
          <ac:spMkLst>
            <pc:docMk/>
            <pc:sldMk cId="2480516764" sldId="811"/>
            <ac:spMk id="2" creationId="{7C75DB6F-8BF0-7C7A-579E-BD75390FE188}"/>
          </ac:spMkLst>
        </pc:spChg>
        <pc:graphicFrameChg chg="mod modGraphic">
          <ac:chgData name="Sophia BUI" userId="5388e7d4eb368e7c" providerId="LiveId" clId="{D6A408B9-D6E7-4BF9-9B85-2D9450B73EA7}" dt="2024-10-02T03:19:00.433" v="9614" actId="108"/>
          <ac:graphicFrameMkLst>
            <pc:docMk/>
            <pc:sldMk cId="2480516764" sldId="811"/>
            <ac:graphicFrameMk id="12" creationId="{F4AE58C5-4E9D-B586-5CAF-A506417545CE}"/>
          </ac:graphicFrameMkLst>
        </pc:graphicFrameChg>
        <pc:picChg chg="mod">
          <ac:chgData name="Sophia BUI" userId="5388e7d4eb368e7c" providerId="LiveId" clId="{D6A408B9-D6E7-4BF9-9B85-2D9450B73EA7}" dt="2024-09-29T14:49:39.742" v="7696" actId="1035"/>
          <ac:picMkLst>
            <pc:docMk/>
            <pc:sldMk cId="2480516764" sldId="811"/>
            <ac:picMk id="14" creationId="{4C4F0A8C-7A0C-66C3-4E87-238FA8E540E7}"/>
          </ac:picMkLst>
        </pc:picChg>
        <pc:picChg chg="mod">
          <ac:chgData name="Sophia BUI" userId="5388e7d4eb368e7c" providerId="LiveId" clId="{D6A408B9-D6E7-4BF9-9B85-2D9450B73EA7}" dt="2024-09-29T14:49:48.108" v="7697" actId="1076"/>
          <ac:picMkLst>
            <pc:docMk/>
            <pc:sldMk cId="2480516764" sldId="811"/>
            <ac:picMk id="16" creationId="{F1A5E718-B6FB-A771-BAB9-D4CF1CCFCDC0}"/>
          </ac:picMkLst>
        </pc:picChg>
      </pc:sldChg>
      <pc:sldChg chg="addSp delSp modSp new del mod ord setBg modClrScheme chgLayout">
        <pc:chgData name="Sophia BUI" userId="5388e7d4eb368e7c" providerId="LiveId" clId="{D6A408B9-D6E7-4BF9-9B85-2D9450B73EA7}" dt="2024-10-02T15:08:14.510" v="13607" actId="47"/>
        <pc:sldMkLst>
          <pc:docMk/>
          <pc:sldMk cId="113695958" sldId="812"/>
        </pc:sldMkLst>
        <pc:spChg chg="mod ord">
          <ac:chgData name="Sophia BUI" userId="5388e7d4eb368e7c" providerId="LiveId" clId="{D6A408B9-D6E7-4BF9-9B85-2D9450B73EA7}" dt="2024-09-29T15:07:08.770" v="8217" actId="26606"/>
          <ac:spMkLst>
            <pc:docMk/>
            <pc:sldMk cId="113695958" sldId="812"/>
            <ac:spMk id="2" creationId="{012B1AF9-7851-0CC5-4CE2-0D4683C12DC3}"/>
          </ac:spMkLst>
        </pc:spChg>
        <pc:spChg chg="del">
          <ac:chgData name="Sophia BUI" userId="5388e7d4eb368e7c" providerId="LiveId" clId="{D6A408B9-D6E7-4BF9-9B85-2D9450B73EA7}" dt="2024-09-29T14:59:59.023" v="7904" actId="478"/>
          <ac:spMkLst>
            <pc:docMk/>
            <pc:sldMk cId="113695958" sldId="812"/>
            <ac:spMk id="3" creationId="{D06AA568-A41C-4D17-7E50-F88E59502945}"/>
          </ac:spMkLst>
        </pc:spChg>
        <pc:spChg chg="add mod ord">
          <ac:chgData name="Sophia BUI" userId="5388e7d4eb368e7c" providerId="LiveId" clId="{D6A408B9-D6E7-4BF9-9B85-2D9450B73EA7}" dt="2024-09-29T15:11:38.041" v="8387" actId="12"/>
          <ac:spMkLst>
            <pc:docMk/>
            <pc:sldMk cId="113695958" sldId="812"/>
            <ac:spMk id="4" creationId="{A02BC230-ACE9-06F5-187D-9E9F2EF1BC01}"/>
          </ac:spMkLst>
        </pc:spChg>
        <pc:spChg chg="add del mod ord">
          <ac:chgData name="Sophia BUI" userId="5388e7d4eb368e7c" providerId="LiveId" clId="{D6A408B9-D6E7-4BF9-9B85-2D9450B73EA7}" dt="2024-09-29T15:03:01.816" v="8175" actId="478"/>
          <ac:spMkLst>
            <pc:docMk/>
            <pc:sldMk cId="113695958" sldId="812"/>
            <ac:spMk id="5" creationId="{28F3F4C7-69B3-0FD3-0FB7-99EE358F4142}"/>
          </ac:spMkLst>
        </pc:spChg>
        <pc:spChg chg="add del mod ord">
          <ac:chgData name="Sophia BUI" userId="5388e7d4eb368e7c" providerId="LiveId" clId="{D6A408B9-D6E7-4BF9-9B85-2D9450B73EA7}" dt="2024-09-29T15:03:04.823" v="8177" actId="478"/>
          <ac:spMkLst>
            <pc:docMk/>
            <pc:sldMk cId="113695958" sldId="812"/>
            <ac:spMk id="6" creationId="{BABFF48E-F6AE-EF48-D16F-B7D273936F66}"/>
          </ac:spMkLst>
        </pc:spChg>
        <pc:spChg chg="add del mod ord">
          <ac:chgData name="Sophia BUI" userId="5388e7d4eb368e7c" providerId="LiveId" clId="{D6A408B9-D6E7-4BF9-9B85-2D9450B73EA7}" dt="2024-09-29T15:02:23.511" v="8170" actId="22"/>
          <ac:spMkLst>
            <pc:docMk/>
            <pc:sldMk cId="113695958" sldId="812"/>
            <ac:spMk id="7" creationId="{0707FE17-C706-DABA-7DB6-AF35495A6379}"/>
          </ac:spMkLst>
        </pc:spChg>
        <pc:spChg chg="add">
          <ac:chgData name="Sophia BUI" userId="5388e7d4eb368e7c" providerId="LiveId" clId="{D6A408B9-D6E7-4BF9-9B85-2D9450B73EA7}" dt="2024-09-29T15:07:08.770" v="8217" actId="26606"/>
          <ac:spMkLst>
            <pc:docMk/>
            <pc:sldMk cId="113695958" sldId="812"/>
            <ac:spMk id="18" creationId="{0550F5B9-399F-4FAD-AE6C-ED65F9A43A74}"/>
          </ac:spMkLst>
        </pc:spChg>
        <pc:spChg chg="add">
          <ac:chgData name="Sophia BUI" userId="5388e7d4eb368e7c" providerId="LiveId" clId="{D6A408B9-D6E7-4BF9-9B85-2D9450B73EA7}" dt="2024-09-29T15:07:08.770" v="8217" actId="26606"/>
          <ac:spMkLst>
            <pc:docMk/>
            <pc:sldMk cId="113695958" sldId="812"/>
            <ac:spMk id="20" creationId="{C062E60F-5CD4-4268-8359-8076634680E5}"/>
          </ac:spMkLst>
        </pc:spChg>
        <pc:spChg chg="add">
          <ac:chgData name="Sophia BUI" userId="5388e7d4eb368e7c" providerId="LiveId" clId="{D6A408B9-D6E7-4BF9-9B85-2D9450B73EA7}" dt="2024-09-29T15:07:08.770" v="8217" actId="26606"/>
          <ac:spMkLst>
            <pc:docMk/>
            <pc:sldMk cId="113695958" sldId="812"/>
            <ac:spMk id="22" creationId="{BB341EC3-1810-4D33-BA3F-E2D0AA0ECFB6}"/>
          </ac:spMkLst>
        </pc:spChg>
        <pc:spChg chg="add">
          <ac:chgData name="Sophia BUI" userId="5388e7d4eb368e7c" providerId="LiveId" clId="{D6A408B9-D6E7-4BF9-9B85-2D9450B73EA7}" dt="2024-09-29T15:07:08.770" v="8217" actId="26606"/>
          <ac:spMkLst>
            <pc:docMk/>
            <pc:sldMk cId="113695958" sldId="812"/>
            <ac:spMk id="24" creationId="{10127CDE-2B99-47A8-BB3C-7D17519105E0}"/>
          </ac:spMkLst>
        </pc:spChg>
        <pc:picChg chg="add mod ord">
          <ac:chgData name="Sophia BUI" userId="5388e7d4eb368e7c" providerId="LiveId" clId="{D6A408B9-D6E7-4BF9-9B85-2D9450B73EA7}" dt="2024-09-29T15:12:11.122" v="8390" actId="14100"/>
          <ac:picMkLst>
            <pc:docMk/>
            <pc:sldMk cId="113695958" sldId="812"/>
            <ac:picMk id="9" creationId="{8EA76704-9ED7-F928-4BB8-CAF55A33400D}"/>
          </ac:picMkLst>
        </pc:picChg>
        <pc:picChg chg="add mod">
          <ac:chgData name="Sophia BUI" userId="5388e7d4eb368e7c" providerId="LiveId" clId="{D6A408B9-D6E7-4BF9-9B85-2D9450B73EA7}" dt="2024-09-29T15:12:02.068" v="8389" actId="1076"/>
          <ac:picMkLst>
            <pc:docMk/>
            <pc:sldMk cId="113695958" sldId="812"/>
            <ac:picMk id="11" creationId="{B1B25AEF-9B5F-16F7-362D-94E644B14766}"/>
          </ac:picMkLst>
        </pc:picChg>
        <pc:picChg chg="add mod ord">
          <ac:chgData name="Sophia BUI" userId="5388e7d4eb368e7c" providerId="LiveId" clId="{D6A408B9-D6E7-4BF9-9B85-2D9450B73EA7}" dt="2024-09-29T15:11:53.754" v="8388" actId="14100"/>
          <ac:picMkLst>
            <pc:docMk/>
            <pc:sldMk cId="113695958" sldId="812"/>
            <ac:picMk id="13" creationId="{6902C895-8184-E483-488A-D2BDD2D5F57F}"/>
          </ac:picMkLst>
        </pc:picChg>
      </pc:sldChg>
      <pc:sldChg chg="addSp delSp modSp add del mod">
        <pc:chgData name="Sophia BUI" userId="5388e7d4eb368e7c" providerId="LiveId" clId="{D6A408B9-D6E7-4BF9-9B85-2D9450B73EA7}" dt="2024-10-02T15:08:16.139" v="13609" actId="47"/>
        <pc:sldMkLst>
          <pc:docMk/>
          <pc:sldMk cId="276347042" sldId="813"/>
        </pc:sldMkLst>
        <pc:graphicFrameChg chg="mod modGraphic">
          <ac:chgData name="Sophia BUI" userId="5388e7d4eb368e7c" providerId="LiveId" clId="{D6A408B9-D6E7-4BF9-9B85-2D9450B73EA7}" dt="2024-10-02T03:57:31.502" v="11076"/>
          <ac:graphicFrameMkLst>
            <pc:docMk/>
            <pc:sldMk cId="276347042" sldId="813"/>
            <ac:graphicFrameMk id="12" creationId="{F4AE58C5-4E9D-B586-5CAF-A506417545CE}"/>
          </ac:graphicFrameMkLst>
        </pc:graphicFrameChg>
        <pc:picChg chg="del">
          <ac:chgData name="Sophia BUI" userId="5388e7d4eb368e7c" providerId="LiveId" clId="{D6A408B9-D6E7-4BF9-9B85-2D9450B73EA7}" dt="2024-10-02T03:24:45.834" v="9723" actId="478"/>
          <ac:picMkLst>
            <pc:docMk/>
            <pc:sldMk cId="276347042" sldId="813"/>
            <ac:picMk id="4" creationId="{F678AE81-5144-0530-CA54-5CAE21EB85FC}"/>
          </ac:picMkLst>
        </pc:picChg>
        <pc:picChg chg="del mod">
          <ac:chgData name="Sophia BUI" userId="5388e7d4eb368e7c" providerId="LiveId" clId="{D6A408B9-D6E7-4BF9-9B85-2D9450B73EA7}" dt="2024-10-02T03:25:01.695" v="9730" actId="478"/>
          <ac:picMkLst>
            <pc:docMk/>
            <pc:sldMk cId="276347042" sldId="813"/>
            <ac:picMk id="5" creationId="{A9F9C795-8C37-4CFC-CF7F-3239582F1270}"/>
          </ac:picMkLst>
        </pc:picChg>
        <pc:picChg chg="add mod">
          <ac:chgData name="Sophia BUI" userId="5388e7d4eb368e7c" providerId="LiveId" clId="{D6A408B9-D6E7-4BF9-9B85-2D9450B73EA7}" dt="2024-10-02T03:26:48.157" v="9764" actId="1076"/>
          <ac:picMkLst>
            <pc:docMk/>
            <pc:sldMk cId="276347042" sldId="813"/>
            <ac:picMk id="6" creationId="{852F130F-95E8-B1C1-C883-84C2470EFF64}"/>
          </ac:picMkLst>
        </pc:picChg>
        <pc:picChg chg="add del mod">
          <ac:chgData name="Sophia BUI" userId="5388e7d4eb368e7c" providerId="LiveId" clId="{D6A408B9-D6E7-4BF9-9B85-2D9450B73EA7}" dt="2024-10-02T03:26:08.968" v="9749" actId="21"/>
          <ac:picMkLst>
            <pc:docMk/>
            <pc:sldMk cId="276347042" sldId="813"/>
            <ac:picMk id="8" creationId="{E8B87433-6A35-4A6A-F8F9-D673E75226B3}"/>
          </ac:picMkLst>
        </pc:picChg>
        <pc:picChg chg="add mod">
          <ac:chgData name="Sophia BUI" userId="5388e7d4eb368e7c" providerId="LiveId" clId="{D6A408B9-D6E7-4BF9-9B85-2D9450B73EA7}" dt="2024-10-02T03:26:44.790" v="9763" actId="1076"/>
          <ac:picMkLst>
            <pc:docMk/>
            <pc:sldMk cId="276347042" sldId="813"/>
            <ac:picMk id="9" creationId="{A9F9C795-8C37-4CFC-CF7F-3239582F1270}"/>
          </ac:picMkLst>
        </pc:picChg>
      </pc:sldChg>
      <pc:sldChg chg="addSp delSp modSp add del mod modNotesTx">
        <pc:chgData name="Sophia BUI" userId="5388e7d4eb368e7c" providerId="LiveId" clId="{D6A408B9-D6E7-4BF9-9B85-2D9450B73EA7}" dt="2024-09-30T14:59:18.136" v="8492" actId="2696"/>
        <pc:sldMkLst>
          <pc:docMk/>
          <pc:sldMk cId="2221707641" sldId="813"/>
        </pc:sldMkLst>
        <pc:spChg chg="mod">
          <ac:chgData name="Sophia BUI" userId="5388e7d4eb368e7c" providerId="LiveId" clId="{D6A408B9-D6E7-4BF9-9B85-2D9450B73EA7}" dt="2024-09-29T15:08:49.214" v="8244" actId="20577"/>
          <ac:spMkLst>
            <pc:docMk/>
            <pc:sldMk cId="2221707641" sldId="813"/>
            <ac:spMk id="2" creationId="{012B1AF9-7851-0CC5-4CE2-0D4683C12DC3}"/>
          </ac:spMkLst>
        </pc:spChg>
        <pc:spChg chg="mod">
          <ac:chgData name="Sophia BUI" userId="5388e7d4eb368e7c" providerId="LiveId" clId="{D6A408B9-D6E7-4BF9-9B85-2D9450B73EA7}" dt="2024-09-29T15:11:00.728" v="8383" actId="20577"/>
          <ac:spMkLst>
            <pc:docMk/>
            <pc:sldMk cId="2221707641" sldId="813"/>
            <ac:spMk id="4" creationId="{A02BC230-ACE9-06F5-187D-9E9F2EF1BC01}"/>
          </ac:spMkLst>
        </pc:spChg>
        <pc:picChg chg="add mod">
          <ac:chgData name="Sophia BUI" userId="5388e7d4eb368e7c" providerId="LiveId" clId="{D6A408B9-D6E7-4BF9-9B85-2D9450B73EA7}" dt="2024-09-29T15:35:57.520" v="8394" actId="14100"/>
          <ac:picMkLst>
            <pc:docMk/>
            <pc:sldMk cId="2221707641" sldId="813"/>
            <ac:picMk id="5" creationId="{D8121CF4-966E-D2E1-8B3B-661C2705E1DD}"/>
          </ac:picMkLst>
        </pc:picChg>
        <pc:picChg chg="del">
          <ac:chgData name="Sophia BUI" userId="5388e7d4eb368e7c" providerId="LiveId" clId="{D6A408B9-D6E7-4BF9-9B85-2D9450B73EA7}" dt="2024-09-29T15:11:06.596" v="8385" actId="478"/>
          <ac:picMkLst>
            <pc:docMk/>
            <pc:sldMk cId="2221707641" sldId="813"/>
            <ac:picMk id="9" creationId="{8EA76704-9ED7-F928-4BB8-CAF55A33400D}"/>
          </ac:picMkLst>
        </pc:picChg>
        <pc:picChg chg="del">
          <ac:chgData name="Sophia BUI" userId="5388e7d4eb368e7c" providerId="LiveId" clId="{D6A408B9-D6E7-4BF9-9B85-2D9450B73EA7}" dt="2024-09-29T15:11:08.337" v="8386" actId="478"/>
          <ac:picMkLst>
            <pc:docMk/>
            <pc:sldMk cId="2221707641" sldId="813"/>
            <ac:picMk id="11" creationId="{B1B25AEF-9B5F-16F7-362D-94E644B14766}"/>
          </ac:picMkLst>
        </pc:picChg>
        <pc:picChg chg="del">
          <ac:chgData name="Sophia BUI" userId="5388e7d4eb368e7c" providerId="LiveId" clId="{D6A408B9-D6E7-4BF9-9B85-2D9450B73EA7}" dt="2024-09-29T15:11:04.417" v="8384" actId="478"/>
          <ac:picMkLst>
            <pc:docMk/>
            <pc:sldMk cId="2221707641" sldId="813"/>
            <ac:picMk id="13" creationId="{6902C895-8184-E483-488A-D2BDD2D5F57F}"/>
          </ac:picMkLst>
        </pc:picChg>
      </pc:sldChg>
      <pc:sldChg chg="addSp delSp modSp add del mod ord">
        <pc:chgData name="Sophia BUI" userId="5388e7d4eb368e7c" providerId="LiveId" clId="{D6A408B9-D6E7-4BF9-9B85-2D9450B73EA7}" dt="2024-10-02T15:08:17.345" v="13610" actId="47"/>
        <pc:sldMkLst>
          <pc:docMk/>
          <pc:sldMk cId="883452287" sldId="814"/>
        </pc:sldMkLst>
        <pc:spChg chg="mod">
          <ac:chgData name="Sophia BUI" userId="5388e7d4eb368e7c" providerId="LiveId" clId="{D6A408B9-D6E7-4BF9-9B85-2D9450B73EA7}" dt="2024-10-02T13:56:29.211" v="12121" actId="14100"/>
          <ac:spMkLst>
            <pc:docMk/>
            <pc:sldMk cId="883452287" sldId="814"/>
            <ac:spMk id="2" creationId="{012B1AF9-7851-0CC5-4CE2-0D4683C12DC3}"/>
          </ac:spMkLst>
        </pc:spChg>
        <pc:spChg chg="mod ord">
          <ac:chgData name="Sophia BUI" userId="5388e7d4eb368e7c" providerId="LiveId" clId="{D6A408B9-D6E7-4BF9-9B85-2D9450B73EA7}" dt="2024-10-02T13:56:32.459" v="12122" actId="14100"/>
          <ac:spMkLst>
            <pc:docMk/>
            <pc:sldMk cId="883452287" sldId="814"/>
            <ac:spMk id="4" creationId="{A02BC230-ACE9-06F5-187D-9E9F2EF1BC01}"/>
          </ac:spMkLst>
        </pc:spChg>
        <pc:spChg chg="add del mod">
          <ac:chgData name="Sophia BUI" userId="5388e7d4eb368e7c" providerId="LiveId" clId="{D6A408B9-D6E7-4BF9-9B85-2D9450B73EA7}" dt="2024-10-02T14:02:41.007" v="12171" actId="478"/>
          <ac:spMkLst>
            <pc:docMk/>
            <pc:sldMk cId="883452287" sldId="814"/>
            <ac:spMk id="7" creationId="{F6E7054F-E9E1-385E-E387-CAB7E39FE7DC}"/>
          </ac:spMkLst>
        </pc:spChg>
        <pc:spChg chg="add del">
          <ac:chgData name="Sophia BUI" userId="5388e7d4eb368e7c" providerId="LiveId" clId="{D6A408B9-D6E7-4BF9-9B85-2D9450B73EA7}" dt="2024-10-02T13:56:10.824" v="12115" actId="26606"/>
          <ac:spMkLst>
            <pc:docMk/>
            <pc:sldMk cId="883452287" sldId="814"/>
            <ac:spMk id="18" creationId="{0550F5B9-399F-4FAD-AE6C-ED65F9A43A74}"/>
          </ac:spMkLst>
        </pc:spChg>
        <pc:spChg chg="add del">
          <ac:chgData name="Sophia BUI" userId="5388e7d4eb368e7c" providerId="LiveId" clId="{D6A408B9-D6E7-4BF9-9B85-2D9450B73EA7}" dt="2024-10-02T13:56:10.824" v="12115" actId="26606"/>
          <ac:spMkLst>
            <pc:docMk/>
            <pc:sldMk cId="883452287" sldId="814"/>
            <ac:spMk id="20" creationId="{C062E60F-5CD4-4268-8359-8076634680E5}"/>
          </ac:spMkLst>
        </pc:spChg>
        <pc:spChg chg="add del">
          <ac:chgData name="Sophia BUI" userId="5388e7d4eb368e7c" providerId="LiveId" clId="{D6A408B9-D6E7-4BF9-9B85-2D9450B73EA7}" dt="2024-10-02T13:56:10.824" v="12115" actId="26606"/>
          <ac:spMkLst>
            <pc:docMk/>
            <pc:sldMk cId="883452287" sldId="814"/>
            <ac:spMk id="22" creationId="{BB341EC3-1810-4D33-BA3F-E2D0AA0ECFB6}"/>
          </ac:spMkLst>
        </pc:spChg>
        <pc:spChg chg="add del">
          <ac:chgData name="Sophia BUI" userId="5388e7d4eb368e7c" providerId="LiveId" clId="{D6A408B9-D6E7-4BF9-9B85-2D9450B73EA7}" dt="2024-10-02T13:56:10.824" v="12115" actId="26606"/>
          <ac:spMkLst>
            <pc:docMk/>
            <pc:sldMk cId="883452287" sldId="814"/>
            <ac:spMk id="24" creationId="{10127CDE-2B99-47A8-BB3C-7D17519105E0}"/>
          </ac:spMkLst>
        </pc:spChg>
        <pc:spChg chg="add del">
          <ac:chgData name="Sophia BUI" userId="5388e7d4eb368e7c" providerId="LiveId" clId="{D6A408B9-D6E7-4BF9-9B85-2D9450B73EA7}" dt="2024-10-02T13:52:46.383" v="12086" actId="26606"/>
          <ac:spMkLst>
            <pc:docMk/>
            <pc:sldMk cId="883452287" sldId="814"/>
            <ac:spMk id="29" creationId="{385E1BDC-A9B0-4A87-82E3-F3187F69A802}"/>
          </ac:spMkLst>
        </pc:spChg>
        <pc:spChg chg="add del">
          <ac:chgData name="Sophia BUI" userId="5388e7d4eb368e7c" providerId="LiveId" clId="{D6A408B9-D6E7-4BF9-9B85-2D9450B73EA7}" dt="2024-10-02T13:52:46.383" v="12086" actId="26606"/>
          <ac:spMkLst>
            <pc:docMk/>
            <pc:sldMk cId="883452287" sldId="814"/>
            <ac:spMk id="31" creationId="{0990C621-3B8B-4820-8328-D47EF7CE823C}"/>
          </ac:spMkLst>
        </pc:spChg>
        <pc:spChg chg="add del">
          <ac:chgData name="Sophia BUI" userId="5388e7d4eb368e7c" providerId="LiveId" clId="{D6A408B9-D6E7-4BF9-9B85-2D9450B73EA7}" dt="2024-10-02T13:52:46.383" v="12086" actId="26606"/>
          <ac:spMkLst>
            <pc:docMk/>
            <pc:sldMk cId="883452287" sldId="814"/>
            <ac:spMk id="33" creationId="{C1A2385B-1D2A-4E17-84FA-6CB7F0AAE473}"/>
          </ac:spMkLst>
        </pc:spChg>
        <pc:spChg chg="add del">
          <ac:chgData name="Sophia BUI" userId="5388e7d4eb368e7c" providerId="LiveId" clId="{D6A408B9-D6E7-4BF9-9B85-2D9450B73EA7}" dt="2024-10-02T13:52:46.383" v="12086" actId="26606"/>
          <ac:spMkLst>
            <pc:docMk/>
            <pc:sldMk cId="883452287" sldId="814"/>
            <ac:spMk id="35" creationId="{5E791F2F-79DB-4CC0-9FA1-001E3E91E8B7}"/>
          </ac:spMkLst>
        </pc:spChg>
        <pc:spChg chg="add del">
          <ac:chgData name="Sophia BUI" userId="5388e7d4eb368e7c" providerId="LiveId" clId="{D6A408B9-D6E7-4BF9-9B85-2D9450B73EA7}" dt="2024-10-02T13:53:03.792" v="12088" actId="26606"/>
          <ac:spMkLst>
            <pc:docMk/>
            <pc:sldMk cId="883452287" sldId="814"/>
            <ac:spMk id="37" creationId="{69D47016-023F-44BD-981C-50E7A10A6609}"/>
          </ac:spMkLst>
        </pc:spChg>
        <pc:spChg chg="add del">
          <ac:chgData name="Sophia BUI" userId="5388e7d4eb368e7c" providerId="LiveId" clId="{D6A408B9-D6E7-4BF9-9B85-2D9450B73EA7}" dt="2024-10-02T13:53:03.792" v="12088" actId="26606"/>
          <ac:spMkLst>
            <pc:docMk/>
            <pc:sldMk cId="883452287" sldId="814"/>
            <ac:spMk id="38" creationId="{6D8B37B0-0682-433E-BC8D-498C04ABD9A7}"/>
          </ac:spMkLst>
        </pc:spChg>
        <pc:spChg chg="add del">
          <ac:chgData name="Sophia BUI" userId="5388e7d4eb368e7c" providerId="LiveId" clId="{D6A408B9-D6E7-4BF9-9B85-2D9450B73EA7}" dt="2024-10-02T13:53:27.305" v="12090" actId="26606"/>
          <ac:spMkLst>
            <pc:docMk/>
            <pc:sldMk cId="883452287" sldId="814"/>
            <ac:spMk id="40" creationId="{04695F26-39DB-450E-B464-9C76CD233B36}"/>
          </ac:spMkLst>
        </pc:spChg>
        <pc:spChg chg="add del">
          <ac:chgData name="Sophia BUI" userId="5388e7d4eb368e7c" providerId="LiveId" clId="{D6A408B9-D6E7-4BF9-9B85-2D9450B73EA7}" dt="2024-10-02T13:53:27.305" v="12090" actId="26606"/>
          <ac:spMkLst>
            <pc:docMk/>
            <pc:sldMk cId="883452287" sldId="814"/>
            <ac:spMk id="41" creationId="{2F42E55F-A297-474F-AF2D-6D3A15822BCA}"/>
          </ac:spMkLst>
        </pc:spChg>
        <pc:spChg chg="add del">
          <ac:chgData name="Sophia BUI" userId="5388e7d4eb368e7c" providerId="LiveId" clId="{D6A408B9-D6E7-4BF9-9B85-2D9450B73EA7}" dt="2024-10-02T13:53:45.825" v="12092" actId="26606"/>
          <ac:spMkLst>
            <pc:docMk/>
            <pc:sldMk cId="883452287" sldId="814"/>
            <ac:spMk id="46" creationId="{6D24BC9E-AC6A-42EE-AFD8-B290720B841F}"/>
          </ac:spMkLst>
        </pc:spChg>
        <pc:spChg chg="add del">
          <ac:chgData name="Sophia BUI" userId="5388e7d4eb368e7c" providerId="LiveId" clId="{D6A408B9-D6E7-4BF9-9B85-2D9450B73EA7}" dt="2024-10-02T13:53:45.825" v="12092" actId="26606"/>
          <ac:spMkLst>
            <pc:docMk/>
            <pc:sldMk cId="883452287" sldId="814"/>
            <ac:spMk id="47" creationId="{0990C621-3B8B-4820-8328-D47EF7CE823C}"/>
          </ac:spMkLst>
        </pc:spChg>
        <pc:spChg chg="add del">
          <ac:chgData name="Sophia BUI" userId="5388e7d4eb368e7c" providerId="LiveId" clId="{D6A408B9-D6E7-4BF9-9B85-2D9450B73EA7}" dt="2024-10-02T13:53:45.825" v="12092" actId="26606"/>
          <ac:spMkLst>
            <pc:docMk/>
            <pc:sldMk cId="883452287" sldId="814"/>
            <ac:spMk id="48" creationId="{C1A2385B-1D2A-4E17-84FA-6CB7F0AAE473}"/>
          </ac:spMkLst>
        </pc:spChg>
        <pc:spChg chg="add del">
          <ac:chgData name="Sophia BUI" userId="5388e7d4eb368e7c" providerId="LiveId" clId="{D6A408B9-D6E7-4BF9-9B85-2D9450B73EA7}" dt="2024-10-02T13:53:45.825" v="12092" actId="26606"/>
          <ac:spMkLst>
            <pc:docMk/>
            <pc:sldMk cId="883452287" sldId="814"/>
            <ac:spMk id="49" creationId="{5E791F2F-79DB-4CC0-9FA1-001E3E91E8B7}"/>
          </ac:spMkLst>
        </pc:spChg>
        <pc:spChg chg="add del">
          <ac:chgData name="Sophia BUI" userId="5388e7d4eb368e7c" providerId="LiveId" clId="{D6A408B9-D6E7-4BF9-9B85-2D9450B73EA7}" dt="2024-10-02T13:53:58.448" v="12094" actId="26606"/>
          <ac:spMkLst>
            <pc:docMk/>
            <pc:sldMk cId="883452287" sldId="814"/>
            <ac:spMk id="51" creationId="{B430338F-E2FD-4573-B0B7-E2EB12CC9241}"/>
          </ac:spMkLst>
        </pc:spChg>
        <pc:spChg chg="add del">
          <ac:chgData name="Sophia BUI" userId="5388e7d4eb368e7c" providerId="LiveId" clId="{D6A408B9-D6E7-4BF9-9B85-2D9450B73EA7}" dt="2024-10-02T13:53:58.448" v="12094" actId="26606"/>
          <ac:spMkLst>
            <pc:docMk/>
            <pc:sldMk cId="883452287" sldId="814"/>
            <ac:spMk id="52" creationId="{95C8260E-968F-44E8-A823-ABB431311926}"/>
          </ac:spMkLst>
        </pc:spChg>
        <pc:spChg chg="add del">
          <ac:chgData name="Sophia BUI" userId="5388e7d4eb368e7c" providerId="LiveId" clId="{D6A408B9-D6E7-4BF9-9B85-2D9450B73EA7}" dt="2024-10-02T13:53:58.448" v="12094" actId="26606"/>
          <ac:spMkLst>
            <pc:docMk/>
            <pc:sldMk cId="883452287" sldId="814"/>
            <ac:spMk id="53" creationId="{2C1BBA94-3F40-40AA-8BB9-E69E25E537C1}"/>
          </ac:spMkLst>
        </pc:spChg>
        <pc:spChg chg="add del">
          <ac:chgData name="Sophia BUI" userId="5388e7d4eb368e7c" providerId="LiveId" clId="{D6A408B9-D6E7-4BF9-9B85-2D9450B73EA7}" dt="2024-10-02T13:53:58.448" v="12094" actId="26606"/>
          <ac:spMkLst>
            <pc:docMk/>
            <pc:sldMk cId="883452287" sldId="814"/>
            <ac:spMk id="54" creationId="{FE43805F-24A6-46A4-B19B-54F28347355C}"/>
          </ac:spMkLst>
        </pc:spChg>
        <pc:spChg chg="add del">
          <ac:chgData name="Sophia BUI" userId="5388e7d4eb368e7c" providerId="LiveId" clId="{D6A408B9-D6E7-4BF9-9B85-2D9450B73EA7}" dt="2024-10-02T13:54:01.842" v="12096" actId="26606"/>
          <ac:spMkLst>
            <pc:docMk/>
            <pc:sldMk cId="883452287" sldId="814"/>
            <ac:spMk id="56" creationId="{F4F2FC05-7D27-410F-BDA9-ADF4831368C7}"/>
          </ac:spMkLst>
        </pc:spChg>
        <pc:spChg chg="add del">
          <ac:chgData name="Sophia BUI" userId="5388e7d4eb368e7c" providerId="LiveId" clId="{D6A408B9-D6E7-4BF9-9B85-2D9450B73EA7}" dt="2024-10-02T13:54:01.842" v="12096" actId="26606"/>
          <ac:spMkLst>
            <pc:docMk/>
            <pc:sldMk cId="883452287" sldId="814"/>
            <ac:spMk id="57" creationId="{9080D120-BD54-46E1-BA37-82F5E8089E90}"/>
          </ac:spMkLst>
        </pc:spChg>
        <pc:spChg chg="add del">
          <ac:chgData name="Sophia BUI" userId="5388e7d4eb368e7c" providerId="LiveId" clId="{D6A408B9-D6E7-4BF9-9B85-2D9450B73EA7}" dt="2024-10-02T13:54:01.842" v="12096" actId="26606"/>
          <ac:spMkLst>
            <pc:docMk/>
            <pc:sldMk cId="883452287" sldId="814"/>
            <ac:spMk id="58" creationId="{81D83946-74FA-498A-AC80-9926F041B5C5}"/>
          </ac:spMkLst>
        </pc:spChg>
        <pc:spChg chg="add del">
          <ac:chgData name="Sophia BUI" userId="5388e7d4eb368e7c" providerId="LiveId" clId="{D6A408B9-D6E7-4BF9-9B85-2D9450B73EA7}" dt="2024-10-02T13:54:01.842" v="12096" actId="26606"/>
          <ac:spMkLst>
            <pc:docMk/>
            <pc:sldMk cId="883452287" sldId="814"/>
            <ac:spMk id="59" creationId="{5060D983-8B52-443A-8183-2A1DE05618B5}"/>
          </ac:spMkLst>
        </pc:spChg>
        <pc:spChg chg="add del">
          <ac:chgData name="Sophia BUI" userId="5388e7d4eb368e7c" providerId="LiveId" clId="{D6A408B9-D6E7-4BF9-9B85-2D9450B73EA7}" dt="2024-10-02T13:54:06.970" v="12098" actId="26606"/>
          <ac:spMkLst>
            <pc:docMk/>
            <pc:sldMk cId="883452287" sldId="814"/>
            <ac:spMk id="61" creationId="{B430338F-E2FD-4573-B0B7-E2EB12CC9241}"/>
          </ac:spMkLst>
        </pc:spChg>
        <pc:spChg chg="add del">
          <ac:chgData name="Sophia BUI" userId="5388e7d4eb368e7c" providerId="LiveId" clId="{D6A408B9-D6E7-4BF9-9B85-2D9450B73EA7}" dt="2024-10-02T13:54:06.970" v="12098" actId="26606"/>
          <ac:spMkLst>
            <pc:docMk/>
            <pc:sldMk cId="883452287" sldId="814"/>
            <ac:spMk id="62" creationId="{95C8260E-968F-44E8-A823-ABB431311926}"/>
          </ac:spMkLst>
        </pc:spChg>
        <pc:spChg chg="add del">
          <ac:chgData name="Sophia BUI" userId="5388e7d4eb368e7c" providerId="LiveId" clId="{D6A408B9-D6E7-4BF9-9B85-2D9450B73EA7}" dt="2024-10-02T13:54:06.970" v="12098" actId="26606"/>
          <ac:spMkLst>
            <pc:docMk/>
            <pc:sldMk cId="883452287" sldId="814"/>
            <ac:spMk id="63" creationId="{2C1BBA94-3F40-40AA-8BB9-E69E25E537C1}"/>
          </ac:spMkLst>
        </pc:spChg>
        <pc:spChg chg="add del">
          <ac:chgData name="Sophia BUI" userId="5388e7d4eb368e7c" providerId="LiveId" clId="{D6A408B9-D6E7-4BF9-9B85-2D9450B73EA7}" dt="2024-10-02T13:54:06.970" v="12098" actId="26606"/>
          <ac:spMkLst>
            <pc:docMk/>
            <pc:sldMk cId="883452287" sldId="814"/>
            <ac:spMk id="64" creationId="{FE43805F-24A6-46A4-B19B-54F28347355C}"/>
          </ac:spMkLst>
        </pc:spChg>
        <pc:spChg chg="add del">
          <ac:chgData name="Sophia BUI" userId="5388e7d4eb368e7c" providerId="LiveId" clId="{D6A408B9-D6E7-4BF9-9B85-2D9450B73EA7}" dt="2024-10-02T13:54:22.942" v="12100" actId="26606"/>
          <ac:spMkLst>
            <pc:docMk/>
            <pc:sldMk cId="883452287" sldId="814"/>
            <ac:spMk id="66" creationId="{A51A0227-072A-4F5F-928C-E2C3E5CCD10C}"/>
          </ac:spMkLst>
        </pc:spChg>
        <pc:spChg chg="add del">
          <ac:chgData name="Sophia BUI" userId="5388e7d4eb368e7c" providerId="LiveId" clId="{D6A408B9-D6E7-4BF9-9B85-2D9450B73EA7}" dt="2024-10-02T13:54:22.942" v="12100" actId="26606"/>
          <ac:spMkLst>
            <pc:docMk/>
            <pc:sldMk cId="883452287" sldId="814"/>
            <ac:spMk id="67" creationId="{35D99776-4B38-47DF-A302-11AD9AF87ACA}"/>
          </ac:spMkLst>
        </pc:spChg>
        <pc:spChg chg="add del">
          <ac:chgData name="Sophia BUI" userId="5388e7d4eb368e7c" providerId="LiveId" clId="{D6A408B9-D6E7-4BF9-9B85-2D9450B73EA7}" dt="2024-10-02T13:54:41.393" v="12102" actId="26606"/>
          <ac:spMkLst>
            <pc:docMk/>
            <pc:sldMk cId="883452287" sldId="814"/>
            <ac:spMk id="69" creationId="{F83B1BEA-1159-4AE5-AD9B-9440E5189009}"/>
          </ac:spMkLst>
        </pc:spChg>
        <pc:spChg chg="add del">
          <ac:chgData name="Sophia BUI" userId="5388e7d4eb368e7c" providerId="LiveId" clId="{D6A408B9-D6E7-4BF9-9B85-2D9450B73EA7}" dt="2024-10-02T13:54:41.393" v="12102" actId="26606"/>
          <ac:spMkLst>
            <pc:docMk/>
            <pc:sldMk cId="883452287" sldId="814"/>
            <ac:spMk id="70" creationId="{5D50C310-510F-45B8-81D2-BE905D5C6D58}"/>
          </ac:spMkLst>
        </pc:spChg>
        <pc:spChg chg="add del">
          <ac:chgData name="Sophia BUI" userId="5388e7d4eb368e7c" providerId="LiveId" clId="{D6A408B9-D6E7-4BF9-9B85-2D9450B73EA7}" dt="2024-10-02T13:54:53.306" v="12104" actId="26606"/>
          <ac:spMkLst>
            <pc:docMk/>
            <pc:sldMk cId="883452287" sldId="814"/>
            <ac:spMk id="72" creationId="{41AB65AE-A08D-4F43-8E53-5F1B8D842438}"/>
          </ac:spMkLst>
        </pc:spChg>
        <pc:spChg chg="add del">
          <ac:chgData name="Sophia BUI" userId="5388e7d4eb368e7c" providerId="LiveId" clId="{D6A408B9-D6E7-4BF9-9B85-2D9450B73EA7}" dt="2024-10-02T13:55:27.726" v="12106" actId="26606"/>
          <ac:spMkLst>
            <pc:docMk/>
            <pc:sldMk cId="883452287" sldId="814"/>
            <ac:spMk id="74" creationId="{0AAD52C3-F510-4AD2-8B1D-7D8A574BA0F3}"/>
          </ac:spMkLst>
        </pc:spChg>
        <pc:spChg chg="add del">
          <ac:chgData name="Sophia BUI" userId="5388e7d4eb368e7c" providerId="LiveId" clId="{D6A408B9-D6E7-4BF9-9B85-2D9450B73EA7}" dt="2024-10-02T13:55:39.474" v="12108" actId="26606"/>
          <ac:spMkLst>
            <pc:docMk/>
            <pc:sldMk cId="883452287" sldId="814"/>
            <ac:spMk id="76" creationId="{38468727-63BE-4191-B4A6-C30C82C0E986}"/>
          </ac:spMkLst>
        </pc:spChg>
        <pc:spChg chg="add del">
          <ac:chgData name="Sophia BUI" userId="5388e7d4eb368e7c" providerId="LiveId" clId="{D6A408B9-D6E7-4BF9-9B85-2D9450B73EA7}" dt="2024-10-02T13:55:39.474" v="12108" actId="26606"/>
          <ac:spMkLst>
            <pc:docMk/>
            <pc:sldMk cId="883452287" sldId="814"/>
            <ac:spMk id="77" creationId="{9D355BB6-1BB8-4828-B246-CFB31742D7B8}"/>
          </ac:spMkLst>
        </pc:spChg>
        <pc:spChg chg="add del">
          <ac:chgData name="Sophia BUI" userId="5388e7d4eb368e7c" providerId="LiveId" clId="{D6A408B9-D6E7-4BF9-9B85-2D9450B73EA7}" dt="2024-10-02T13:55:39.474" v="12108" actId="26606"/>
          <ac:spMkLst>
            <pc:docMk/>
            <pc:sldMk cId="883452287" sldId="814"/>
            <ac:spMk id="78" creationId="{CA52A9B9-B2B3-46F0-9D53-0EFF9905BF8F}"/>
          </ac:spMkLst>
        </pc:spChg>
        <pc:spChg chg="add del">
          <ac:chgData name="Sophia BUI" userId="5388e7d4eb368e7c" providerId="LiveId" clId="{D6A408B9-D6E7-4BF9-9B85-2D9450B73EA7}" dt="2024-10-02T13:55:48.583" v="12110" actId="26606"/>
          <ac:spMkLst>
            <pc:docMk/>
            <pc:sldMk cId="883452287" sldId="814"/>
            <ac:spMk id="80" creationId="{223D82F2-8828-4C80-AF95-242810EB9ABB}"/>
          </ac:spMkLst>
        </pc:spChg>
        <pc:spChg chg="add del">
          <ac:chgData name="Sophia BUI" userId="5388e7d4eb368e7c" providerId="LiveId" clId="{D6A408B9-D6E7-4BF9-9B85-2D9450B73EA7}" dt="2024-10-02T13:55:48.583" v="12110" actId="26606"/>
          <ac:spMkLst>
            <pc:docMk/>
            <pc:sldMk cId="883452287" sldId="814"/>
            <ac:spMk id="81" creationId="{7FD0D34F-65E4-4896-8016-F401017B67FD}"/>
          </ac:spMkLst>
        </pc:spChg>
        <pc:spChg chg="add del">
          <ac:chgData name="Sophia BUI" userId="5388e7d4eb368e7c" providerId="LiveId" clId="{D6A408B9-D6E7-4BF9-9B85-2D9450B73EA7}" dt="2024-10-02T13:55:48.583" v="12110" actId="26606"/>
          <ac:spMkLst>
            <pc:docMk/>
            <pc:sldMk cId="883452287" sldId="814"/>
            <ac:spMk id="82" creationId="{27A25769-8A6A-4983-92E9-E41BEB530971}"/>
          </ac:spMkLst>
        </pc:spChg>
        <pc:spChg chg="add del">
          <ac:chgData name="Sophia BUI" userId="5388e7d4eb368e7c" providerId="LiveId" clId="{D6A408B9-D6E7-4BF9-9B85-2D9450B73EA7}" dt="2024-10-02T13:55:48.583" v="12110" actId="26606"/>
          <ac:spMkLst>
            <pc:docMk/>
            <pc:sldMk cId="883452287" sldId="814"/>
            <ac:spMk id="83" creationId="{D6669D83-0E36-4F8C-B68A-D549AC194A99}"/>
          </ac:spMkLst>
        </pc:spChg>
        <pc:spChg chg="add del">
          <ac:chgData name="Sophia BUI" userId="5388e7d4eb368e7c" providerId="LiveId" clId="{D6A408B9-D6E7-4BF9-9B85-2D9450B73EA7}" dt="2024-10-02T13:55:54.164" v="12112" actId="26606"/>
          <ac:spMkLst>
            <pc:docMk/>
            <pc:sldMk cId="883452287" sldId="814"/>
            <ac:spMk id="85" creationId="{21516CB1-E8C8-4751-B6A6-46B2D1E72A61}"/>
          </ac:spMkLst>
        </pc:spChg>
        <pc:spChg chg="add del">
          <ac:chgData name="Sophia BUI" userId="5388e7d4eb368e7c" providerId="LiveId" clId="{D6A408B9-D6E7-4BF9-9B85-2D9450B73EA7}" dt="2024-10-02T13:55:54.164" v="12112" actId="26606"/>
          <ac:spMkLst>
            <pc:docMk/>
            <pc:sldMk cId="883452287" sldId="814"/>
            <ac:spMk id="86" creationId="{90C0C0D1-E79A-41FF-8322-256F6DD1499B}"/>
          </ac:spMkLst>
        </pc:spChg>
        <pc:spChg chg="add del">
          <ac:chgData name="Sophia BUI" userId="5388e7d4eb368e7c" providerId="LiveId" clId="{D6A408B9-D6E7-4BF9-9B85-2D9450B73EA7}" dt="2024-10-02T13:55:54.164" v="12112" actId="26606"/>
          <ac:spMkLst>
            <pc:docMk/>
            <pc:sldMk cId="883452287" sldId="814"/>
            <ac:spMk id="87" creationId="{395FA420-5595-49D1-9D5F-79EC43B55574}"/>
          </ac:spMkLst>
        </pc:spChg>
        <pc:spChg chg="add del">
          <ac:chgData name="Sophia BUI" userId="5388e7d4eb368e7c" providerId="LiveId" clId="{D6A408B9-D6E7-4BF9-9B85-2D9450B73EA7}" dt="2024-10-02T13:56:10.819" v="12114" actId="26606"/>
          <ac:spMkLst>
            <pc:docMk/>
            <pc:sldMk cId="883452287" sldId="814"/>
            <ac:spMk id="89" creationId="{69D47016-023F-44BD-981C-50E7A10A6609}"/>
          </ac:spMkLst>
        </pc:spChg>
        <pc:spChg chg="add del">
          <ac:chgData name="Sophia BUI" userId="5388e7d4eb368e7c" providerId="LiveId" clId="{D6A408B9-D6E7-4BF9-9B85-2D9450B73EA7}" dt="2024-10-02T13:56:10.819" v="12114" actId="26606"/>
          <ac:spMkLst>
            <pc:docMk/>
            <pc:sldMk cId="883452287" sldId="814"/>
            <ac:spMk id="90" creationId="{6D8B37B0-0682-433E-BC8D-498C04ABD9A7}"/>
          </ac:spMkLst>
        </pc:spChg>
        <pc:spChg chg="add">
          <ac:chgData name="Sophia BUI" userId="5388e7d4eb368e7c" providerId="LiveId" clId="{D6A408B9-D6E7-4BF9-9B85-2D9450B73EA7}" dt="2024-10-02T13:56:10.824" v="12115" actId="26606"/>
          <ac:spMkLst>
            <pc:docMk/>
            <pc:sldMk cId="883452287" sldId="814"/>
            <ac:spMk id="92" creationId="{8761DDFE-071F-4200-B0AA-394476C2D2D6}"/>
          </ac:spMkLst>
        </pc:spChg>
        <pc:grpChg chg="add del">
          <ac:chgData name="Sophia BUI" userId="5388e7d4eb368e7c" providerId="LiveId" clId="{D6A408B9-D6E7-4BF9-9B85-2D9450B73EA7}" dt="2024-10-02T13:53:27.305" v="12090" actId="26606"/>
          <ac:grpSpMkLst>
            <pc:docMk/>
            <pc:sldMk cId="883452287" sldId="814"/>
            <ac:grpSpMk id="42" creationId="{972070F7-E065-4D60-8938-9FB8CDB8ACB0}"/>
          </ac:grpSpMkLst>
        </pc:grpChg>
        <pc:picChg chg="add del mod ord">
          <ac:chgData name="Sophia BUI" userId="5388e7d4eb368e7c" providerId="LiveId" clId="{D6A408B9-D6E7-4BF9-9B85-2D9450B73EA7}" dt="2024-10-02T14:02:29.172" v="12168" actId="478"/>
          <ac:picMkLst>
            <pc:docMk/>
            <pc:sldMk cId="883452287" sldId="814"/>
            <ac:picMk id="3" creationId="{2DA631AC-F1D8-861F-2B45-30B42EEE5EC9}"/>
          </ac:picMkLst>
        </pc:picChg>
        <pc:picChg chg="add del mod">
          <ac:chgData name="Sophia BUI" userId="5388e7d4eb368e7c" providerId="LiveId" clId="{D6A408B9-D6E7-4BF9-9B85-2D9450B73EA7}" dt="2024-10-02T14:02:34.462" v="12170" actId="478"/>
          <ac:picMkLst>
            <pc:docMk/>
            <pc:sldMk cId="883452287" sldId="814"/>
            <ac:picMk id="5" creationId="{03716992-5013-3115-05C5-62489EA8BEC9}"/>
          </ac:picMkLst>
        </pc:picChg>
        <pc:picChg chg="del">
          <ac:chgData name="Sophia BUI" userId="5388e7d4eb368e7c" providerId="LiveId" clId="{D6A408B9-D6E7-4BF9-9B85-2D9450B73EA7}" dt="2024-10-02T04:01:02.207" v="11311" actId="478"/>
          <ac:picMkLst>
            <pc:docMk/>
            <pc:sldMk cId="883452287" sldId="814"/>
            <ac:picMk id="9" creationId="{8EA76704-9ED7-F928-4BB8-CAF55A33400D}"/>
          </ac:picMkLst>
        </pc:picChg>
        <pc:picChg chg="del">
          <ac:chgData name="Sophia BUI" userId="5388e7d4eb368e7c" providerId="LiveId" clId="{D6A408B9-D6E7-4BF9-9B85-2D9450B73EA7}" dt="2024-10-02T04:01:02.958" v="11312" actId="478"/>
          <ac:picMkLst>
            <pc:docMk/>
            <pc:sldMk cId="883452287" sldId="814"/>
            <ac:picMk id="11" creationId="{B1B25AEF-9B5F-16F7-362D-94E644B14766}"/>
          </ac:picMkLst>
        </pc:picChg>
        <pc:picChg chg="del">
          <ac:chgData name="Sophia BUI" userId="5388e7d4eb368e7c" providerId="LiveId" clId="{D6A408B9-D6E7-4BF9-9B85-2D9450B73EA7}" dt="2024-10-02T04:01:01.128" v="11310" actId="478"/>
          <ac:picMkLst>
            <pc:docMk/>
            <pc:sldMk cId="883452287" sldId="814"/>
            <ac:picMk id="13" creationId="{6902C895-8184-E483-488A-D2BDD2D5F57F}"/>
          </ac:picMkLst>
        </pc:picChg>
      </pc:sldChg>
      <pc:sldChg chg="modSp add del mod">
        <pc:chgData name="Sophia BUI" userId="5388e7d4eb368e7c" providerId="LiveId" clId="{D6A408B9-D6E7-4BF9-9B85-2D9450B73EA7}" dt="2024-09-30T14:58:59.204" v="8491" actId="2696"/>
        <pc:sldMkLst>
          <pc:docMk/>
          <pc:sldMk cId="2980933352" sldId="814"/>
        </pc:sldMkLst>
        <pc:spChg chg="mod">
          <ac:chgData name="Sophia BUI" userId="5388e7d4eb368e7c" providerId="LiveId" clId="{D6A408B9-D6E7-4BF9-9B85-2D9450B73EA7}" dt="2024-09-30T14:20:41.236" v="8490" actId="20577"/>
          <ac:spMkLst>
            <pc:docMk/>
            <pc:sldMk cId="2980933352" sldId="814"/>
            <ac:spMk id="4" creationId="{470333C6-3D42-4B54-4004-1938A15D5DFF}"/>
          </ac:spMkLst>
        </pc:spChg>
      </pc:sldChg>
      <pc:sldChg chg="addSp delSp modSp add del mod">
        <pc:chgData name="Sophia BUI" userId="5388e7d4eb368e7c" providerId="LiveId" clId="{D6A408B9-D6E7-4BF9-9B85-2D9450B73EA7}" dt="2024-10-02T14:01:00.994" v="12164" actId="2696"/>
        <pc:sldMkLst>
          <pc:docMk/>
          <pc:sldMk cId="3643744484" sldId="815"/>
        </pc:sldMkLst>
        <pc:spChg chg="mod">
          <ac:chgData name="Sophia BUI" userId="5388e7d4eb368e7c" providerId="LiveId" clId="{D6A408B9-D6E7-4BF9-9B85-2D9450B73EA7}" dt="2024-10-02T04:27:07.198" v="11634" actId="1076"/>
          <ac:spMkLst>
            <pc:docMk/>
            <pc:sldMk cId="3643744484" sldId="815"/>
            <ac:spMk id="2" creationId="{012B1AF9-7851-0CC5-4CE2-0D4683C12DC3}"/>
          </ac:spMkLst>
        </pc:spChg>
        <pc:spChg chg="mod">
          <ac:chgData name="Sophia BUI" userId="5388e7d4eb368e7c" providerId="LiveId" clId="{D6A408B9-D6E7-4BF9-9B85-2D9450B73EA7}" dt="2024-10-02T04:26:57.032" v="11633" actId="6549"/>
          <ac:spMkLst>
            <pc:docMk/>
            <pc:sldMk cId="3643744484" sldId="815"/>
            <ac:spMk id="4" creationId="{A02BC230-ACE9-06F5-187D-9E9F2EF1BC01}"/>
          </ac:spMkLst>
        </pc:spChg>
        <pc:spChg chg="add del mod">
          <ac:chgData name="Sophia BUI" userId="5388e7d4eb368e7c" providerId="LiveId" clId="{D6A408B9-D6E7-4BF9-9B85-2D9450B73EA7}" dt="2024-10-02T13:49:59.980" v="12065" actId="478"/>
          <ac:spMkLst>
            <pc:docMk/>
            <pc:sldMk cId="3643744484" sldId="815"/>
            <ac:spMk id="7" creationId="{00000000-0000-0000-0000-000000000000}"/>
          </ac:spMkLst>
        </pc:spChg>
        <pc:picChg chg="add del mod">
          <ac:chgData name="Sophia BUI" userId="5388e7d4eb368e7c" providerId="LiveId" clId="{D6A408B9-D6E7-4BF9-9B85-2D9450B73EA7}" dt="2024-10-02T13:50:27.219" v="12068" actId="21"/>
          <ac:picMkLst>
            <pc:docMk/>
            <pc:sldMk cId="3643744484" sldId="815"/>
            <ac:picMk id="6" creationId="{38B23395-BF95-85FC-FD88-3DF4A72AB6F0}"/>
          </ac:picMkLst>
        </pc:picChg>
      </pc:sldChg>
      <pc:sldChg chg="addSp delSp modSp add del mod ord setBg modClrScheme chgLayout">
        <pc:chgData name="Sophia BUI" userId="5388e7d4eb368e7c" providerId="LiveId" clId="{D6A408B9-D6E7-4BF9-9B85-2D9450B73EA7}" dt="2024-10-02T15:08:19.348" v="13611" actId="47"/>
        <pc:sldMkLst>
          <pc:docMk/>
          <pc:sldMk cId="1663672317" sldId="816"/>
        </pc:sldMkLst>
        <pc:spChg chg="mod ord">
          <ac:chgData name="Sophia BUI" userId="5388e7d4eb368e7c" providerId="LiveId" clId="{D6A408B9-D6E7-4BF9-9B85-2D9450B73EA7}" dt="2024-10-02T13:56:55.090" v="12123" actId="14100"/>
          <ac:spMkLst>
            <pc:docMk/>
            <pc:sldMk cId="1663672317" sldId="816"/>
            <ac:spMk id="2" creationId="{7C75DB6F-8BF0-7C7A-579E-BD75390FE188}"/>
          </ac:spMkLst>
        </pc:spChg>
        <pc:spChg chg="add del mod ord">
          <ac:chgData name="Sophia BUI" userId="5388e7d4eb368e7c" providerId="LiveId" clId="{D6A408B9-D6E7-4BF9-9B85-2D9450B73EA7}" dt="2024-10-02T04:33:32.159" v="11731" actId="478"/>
          <ac:spMkLst>
            <pc:docMk/>
            <pc:sldMk cId="1663672317" sldId="816"/>
            <ac:spMk id="4" creationId="{A3D0E644-C986-2922-0FBC-F6BF9728F82B}"/>
          </ac:spMkLst>
        </pc:spChg>
        <pc:spChg chg="add del mod ord">
          <ac:chgData name="Sophia BUI" userId="5388e7d4eb368e7c" providerId="LiveId" clId="{D6A408B9-D6E7-4BF9-9B85-2D9450B73EA7}" dt="2024-10-02T04:33:31.134" v="11730" actId="700"/>
          <ac:spMkLst>
            <pc:docMk/>
            <pc:sldMk cId="1663672317" sldId="816"/>
            <ac:spMk id="5" creationId="{BCAFB308-7F21-3054-C1B0-47BC98A2C82B}"/>
          </ac:spMkLst>
        </pc:spChg>
        <pc:spChg chg="add del mod ord">
          <ac:chgData name="Sophia BUI" userId="5388e7d4eb368e7c" providerId="LiveId" clId="{D6A408B9-D6E7-4BF9-9B85-2D9450B73EA7}" dt="2024-10-02T04:33:31.134" v="11730" actId="700"/>
          <ac:spMkLst>
            <pc:docMk/>
            <pc:sldMk cId="1663672317" sldId="816"/>
            <ac:spMk id="7" creationId="{15A78CB0-EA48-3332-E47B-8A415C815425}"/>
          </ac:spMkLst>
        </pc:spChg>
        <pc:spChg chg="add del mod ord">
          <ac:chgData name="Sophia BUI" userId="5388e7d4eb368e7c" providerId="LiveId" clId="{D6A408B9-D6E7-4BF9-9B85-2D9450B73EA7}" dt="2024-10-02T04:34:16.487" v="11741" actId="700"/>
          <ac:spMkLst>
            <pc:docMk/>
            <pc:sldMk cId="1663672317" sldId="816"/>
            <ac:spMk id="11" creationId="{96EFF6DA-54C7-7559-8FC0-F2BDE02FEA30}"/>
          </ac:spMkLst>
        </pc:spChg>
        <pc:spChg chg="add del mod ord">
          <ac:chgData name="Sophia BUI" userId="5388e7d4eb368e7c" providerId="LiveId" clId="{D6A408B9-D6E7-4BF9-9B85-2D9450B73EA7}" dt="2024-10-02T13:50:32.215" v="12069"/>
          <ac:spMkLst>
            <pc:docMk/>
            <pc:sldMk cId="1663672317" sldId="816"/>
            <ac:spMk id="13" creationId="{715CF1C9-41CB-F364-43FF-5CB0F26502DC}"/>
          </ac:spMkLst>
        </pc:spChg>
        <pc:spChg chg="add del mod ord">
          <ac:chgData name="Sophia BUI" userId="5388e7d4eb368e7c" providerId="LiveId" clId="{D6A408B9-D6E7-4BF9-9B85-2D9450B73EA7}" dt="2024-10-02T13:51:37.180" v="12081" actId="14100"/>
          <ac:spMkLst>
            <pc:docMk/>
            <pc:sldMk cId="1663672317" sldId="816"/>
            <ac:spMk id="14" creationId="{E282D2A6-C5DE-138A-8486-C36B774E1614}"/>
          </ac:spMkLst>
        </pc:spChg>
        <pc:spChg chg="add del">
          <ac:chgData name="Sophia BUI" userId="5388e7d4eb368e7c" providerId="LiveId" clId="{D6A408B9-D6E7-4BF9-9B85-2D9450B73EA7}" dt="2024-10-02T13:51:09.505" v="12073" actId="26606"/>
          <ac:spMkLst>
            <pc:docMk/>
            <pc:sldMk cId="1663672317" sldId="816"/>
            <ac:spMk id="20" creationId="{385E1BDC-A9B0-4A87-82E3-F3187F69A802}"/>
          </ac:spMkLst>
        </pc:spChg>
        <pc:spChg chg="add del">
          <ac:chgData name="Sophia BUI" userId="5388e7d4eb368e7c" providerId="LiveId" clId="{D6A408B9-D6E7-4BF9-9B85-2D9450B73EA7}" dt="2024-10-02T13:51:09.505" v="12073" actId="26606"/>
          <ac:spMkLst>
            <pc:docMk/>
            <pc:sldMk cId="1663672317" sldId="816"/>
            <ac:spMk id="22" creationId="{0990C621-3B8B-4820-8328-D47EF7CE823C}"/>
          </ac:spMkLst>
        </pc:spChg>
        <pc:spChg chg="add del">
          <ac:chgData name="Sophia BUI" userId="5388e7d4eb368e7c" providerId="LiveId" clId="{D6A408B9-D6E7-4BF9-9B85-2D9450B73EA7}" dt="2024-10-02T13:51:09.505" v="12073" actId="26606"/>
          <ac:spMkLst>
            <pc:docMk/>
            <pc:sldMk cId="1663672317" sldId="816"/>
            <ac:spMk id="24" creationId="{C1A2385B-1D2A-4E17-84FA-6CB7F0AAE473}"/>
          </ac:spMkLst>
        </pc:spChg>
        <pc:spChg chg="add del">
          <ac:chgData name="Sophia BUI" userId="5388e7d4eb368e7c" providerId="LiveId" clId="{D6A408B9-D6E7-4BF9-9B85-2D9450B73EA7}" dt="2024-10-02T13:51:09.505" v="12073" actId="26606"/>
          <ac:spMkLst>
            <pc:docMk/>
            <pc:sldMk cId="1663672317" sldId="816"/>
            <ac:spMk id="26" creationId="{5E791F2F-79DB-4CC0-9FA1-001E3E91E8B7}"/>
          </ac:spMkLst>
        </pc:spChg>
        <pc:spChg chg="add">
          <ac:chgData name="Sophia BUI" userId="5388e7d4eb368e7c" providerId="LiveId" clId="{D6A408B9-D6E7-4BF9-9B85-2D9450B73EA7}" dt="2024-10-02T13:51:09.505" v="12073" actId="26606"/>
          <ac:spMkLst>
            <pc:docMk/>
            <pc:sldMk cId="1663672317" sldId="816"/>
            <ac:spMk id="31" creationId="{8761DDFE-071F-4200-B0AA-394476C2D2D6}"/>
          </ac:spMkLst>
        </pc:spChg>
        <pc:graphicFrameChg chg="add del modGraphic">
          <ac:chgData name="Sophia BUI" userId="5388e7d4eb368e7c" providerId="LiveId" clId="{D6A408B9-D6E7-4BF9-9B85-2D9450B73EA7}" dt="2024-10-02T04:34:01.557" v="11740" actId="478"/>
          <ac:graphicFrameMkLst>
            <pc:docMk/>
            <pc:sldMk cId="1663672317" sldId="816"/>
            <ac:graphicFrameMk id="12" creationId="{F4AE58C5-4E9D-B586-5CAF-A506417545CE}"/>
          </ac:graphicFrameMkLst>
        </pc:graphicFrameChg>
        <pc:picChg chg="add mod">
          <ac:chgData name="Sophia BUI" userId="5388e7d4eb368e7c" providerId="LiveId" clId="{D6A408B9-D6E7-4BF9-9B85-2D9450B73EA7}" dt="2024-10-02T13:52:16.521" v="12083" actId="1076"/>
          <ac:picMkLst>
            <pc:docMk/>
            <pc:sldMk cId="1663672317" sldId="816"/>
            <ac:picMk id="6" creationId="{38B23395-BF95-85FC-FD88-3DF4A72AB6F0}"/>
          </ac:picMkLst>
        </pc:picChg>
        <pc:picChg chg="del">
          <ac:chgData name="Sophia BUI" userId="5388e7d4eb368e7c" providerId="LiveId" clId="{D6A408B9-D6E7-4BF9-9B85-2D9450B73EA7}" dt="2024-10-02T04:31:36.456" v="11688" actId="478"/>
          <ac:picMkLst>
            <pc:docMk/>
            <pc:sldMk cId="1663672317" sldId="816"/>
            <ac:picMk id="6" creationId="{852F130F-95E8-B1C1-C883-84C2470EFF64}"/>
          </ac:picMkLst>
        </pc:picChg>
        <pc:picChg chg="add del mod">
          <ac:chgData name="Sophia BUI" userId="5388e7d4eb368e7c" providerId="LiveId" clId="{D6A408B9-D6E7-4BF9-9B85-2D9450B73EA7}" dt="2024-10-02T04:34:55.698" v="11755" actId="21"/>
          <ac:picMkLst>
            <pc:docMk/>
            <pc:sldMk cId="1663672317" sldId="816"/>
            <ac:picMk id="8" creationId="{00000000-0000-0000-0000-000000000000}"/>
          </ac:picMkLst>
        </pc:picChg>
        <pc:picChg chg="del">
          <ac:chgData name="Sophia BUI" userId="5388e7d4eb368e7c" providerId="LiveId" clId="{D6A408B9-D6E7-4BF9-9B85-2D9450B73EA7}" dt="2024-10-02T04:31:34.619" v="11687" actId="478"/>
          <ac:picMkLst>
            <pc:docMk/>
            <pc:sldMk cId="1663672317" sldId="816"/>
            <ac:picMk id="9" creationId="{A9F9C795-8C37-4CFC-CF7F-3239582F1270}"/>
          </ac:picMkLst>
        </pc:picChg>
        <pc:picChg chg="add mod ord">
          <ac:chgData name="Sophia BUI" userId="5388e7d4eb368e7c" providerId="LiveId" clId="{D6A408B9-D6E7-4BF9-9B85-2D9450B73EA7}" dt="2024-10-02T13:51:45.493" v="12082" actId="14100"/>
          <ac:picMkLst>
            <pc:docMk/>
            <pc:sldMk cId="1663672317" sldId="816"/>
            <ac:picMk id="15" creationId="{9A5050F7-4953-1B2A-20EB-595CD17725C5}"/>
          </ac:picMkLst>
        </pc:picChg>
        <pc:picChg chg="add mod">
          <ac:chgData name="Sophia BUI" userId="5388e7d4eb368e7c" providerId="LiveId" clId="{D6A408B9-D6E7-4BF9-9B85-2D9450B73EA7}" dt="2024-10-02T04:35:06.269" v="11757"/>
          <ac:picMkLst>
            <pc:docMk/>
            <pc:sldMk cId="1663672317" sldId="816"/>
            <ac:picMk id="16" creationId="{00000000-0000-0000-0000-000000000000}"/>
          </ac:picMkLst>
        </pc:picChg>
      </pc:sldChg>
      <pc:sldChg chg="addSp delSp modSp add del mod modClrScheme delDesignElem chgLayout">
        <pc:chgData name="Sophia BUI" userId="5388e7d4eb368e7c" providerId="LiveId" clId="{D6A408B9-D6E7-4BF9-9B85-2D9450B73EA7}" dt="2024-10-02T14:05:22.222" v="12360" actId="2696"/>
        <pc:sldMkLst>
          <pc:docMk/>
          <pc:sldMk cId="2250464602" sldId="817"/>
        </pc:sldMkLst>
        <pc:spChg chg="mod ord">
          <ac:chgData name="Sophia BUI" userId="5388e7d4eb368e7c" providerId="LiveId" clId="{D6A408B9-D6E7-4BF9-9B85-2D9450B73EA7}" dt="2024-10-02T14:02:55.746" v="12173" actId="26606"/>
          <ac:spMkLst>
            <pc:docMk/>
            <pc:sldMk cId="2250464602" sldId="817"/>
            <ac:spMk id="2" creationId="{012B1AF9-7851-0CC5-4CE2-0D4683C12DC3}"/>
          </ac:spMkLst>
        </pc:spChg>
        <pc:spChg chg="mod ord">
          <ac:chgData name="Sophia BUI" userId="5388e7d4eb368e7c" providerId="LiveId" clId="{D6A408B9-D6E7-4BF9-9B85-2D9450B73EA7}" dt="2024-10-02T14:04:26.845" v="12297" actId="21"/>
          <ac:spMkLst>
            <pc:docMk/>
            <pc:sldMk cId="2250464602" sldId="817"/>
            <ac:spMk id="4" creationId="{A02BC230-ACE9-06F5-187D-9E9F2EF1BC01}"/>
          </ac:spMkLst>
        </pc:spChg>
        <pc:spChg chg="add del mod">
          <ac:chgData name="Sophia BUI" userId="5388e7d4eb368e7c" providerId="LiveId" clId="{D6A408B9-D6E7-4BF9-9B85-2D9450B73EA7}" dt="2024-10-02T14:01:59.197" v="12165" actId="700"/>
          <ac:spMkLst>
            <pc:docMk/>
            <pc:sldMk cId="2250464602" sldId="817"/>
            <ac:spMk id="7" creationId="{4EEDFFC5-000D-5DD0-6196-2485BA757D3E}"/>
          </ac:spMkLst>
        </pc:spChg>
        <pc:spChg chg="add del">
          <ac:chgData name="Sophia BUI" userId="5388e7d4eb368e7c" providerId="LiveId" clId="{D6A408B9-D6E7-4BF9-9B85-2D9450B73EA7}" dt="2024-10-02T14:02:55.746" v="12173" actId="26606"/>
          <ac:spMkLst>
            <pc:docMk/>
            <pc:sldMk cId="2250464602" sldId="817"/>
            <ac:spMk id="9" creationId="{943CAA20-3569-4189-9E48-239A229A86CA}"/>
          </ac:spMkLst>
        </pc:spChg>
        <pc:spChg chg="add del">
          <ac:chgData name="Sophia BUI" userId="5388e7d4eb368e7c" providerId="LiveId" clId="{D6A408B9-D6E7-4BF9-9B85-2D9450B73EA7}" dt="2024-10-02T14:02:55.746" v="12173" actId="26606"/>
          <ac:spMkLst>
            <pc:docMk/>
            <pc:sldMk cId="2250464602" sldId="817"/>
            <ac:spMk id="11" creationId="{DA542B6D-E775-4832-91DC-2D20F857813A}"/>
          </ac:spMkLst>
        </pc:spChg>
        <pc:spChg chg="del">
          <ac:chgData name="Sophia BUI" userId="5388e7d4eb368e7c" providerId="LiveId" clId="{D6A408B9-D6E7-4BF9-9B85-2D9450B73EA7}" dt="2024-10-02T14:01:59.197" v="12165" actId="700"/>
          <ac:spMkLst>
            <pc:docMk/>
            <pc:sldMk cId="2250464602" sldId="817"/>
            <ac:spMk id="92" creationId="{8761DDFE-071F-4200-B0AA-394476C2D2D6}"/>
          </ac:spMkLst>
        </pc:spChg>
        <pc:picChg chg="del">
          <ac:chgData name="Sophia BUI" userId="5388e7d4eb368e7c" providerId="LiveId" clId="{D6A408B9-D6E7-4BF9-9B85-2D9450B73EA7}" dt="2024-10-02T13:58:30.111" v="12139" actId="478"/>
          <ac:picMkLst>
            <pc:docMk/>
            <pc:sldMk cId="2250464602" sldId="817"/>
            <ac:picMk id="3" creationId="{2DA631AC-F1D8-861F-2B45-30B42EEE5EC9}"/>
          </ac:picMkLst>
        </pc:picChg>
        <pc:picChg chg="del">
          <ac:chgData name="Sophia BUI" userId="5388e7d4eb368e7c" providerId="LiveId" clId="{D6A408B9-D6E7-4BF9-9B85-2D9450B73EA7}" dt="2024-10-02T13:58:44.069" v="12142" actId="478"/>
          <ac:picMkLst>
            <pc:docMk/>
            <pc:sldMk cId="2250464602" sldId="817"/>
            <ac:picMk id="5" creationId="{03716992-5013-3115-05C5-62489EA8BEC9}"/>
          </ac:picMkLst>
        </pc:picChg>
      </pc:sldChg>
      <pc:sldChg chg="delSp modSp add del mod ord">
        <pc:chgData name="Sophia BUI" userId="5388e7d4eb368e7c" providerId="LiveId" clId="{D6A408B9-D6E7-4BF9-9B85-2D9450B73EA7}" dt="2024-10-02T15:08:27.580" v="13619" actId="47"/>
        <pc:sldMkLst>
          <pc:docMk/>
          <pc:sldMk cId="3741102398" sldId="818"/>
        </pc:sldMkLst>
        <pc:spChg chg="mod">
          <ac:chgData name="Sophia BUI" userId="5388e7d4eb368e7c" providerId="LiveId" clId="{D6A408B9-D6E7-4BF9-9B85-2D9450B73EA7}" dt="2024-10-02T14:04:57.223" v="12358" actId="14100"/>
          <ac:spMkLst>
            <pc:docMk/>
            <pc:sldMk cId="3741102398" sldId="818"/>
            <ac:spMk id="2" creationId="{E75976DE-E665-3F90-84C7-CAFC032C46AA}"/>
          </ac:spMkLst>
        </pc:spChg>
        <pc:spChg chg="mod">
          <ac:chgData name="Sophia BUI" userId="5388e7d4eb368e7c" providerId="LiveId" clId="{D6A408B9-D6E7-4BF9-9B85-2D9450B73EA7}" dt="2024-10-02T14:04:21.067" v="12296" actId="20577"/>
          <ac:spMkLst>
            <pc:docMk/>
            <pc:sldMk cId="3741102398" sldId="818"/>
            <ac:spMk id="3" creationId="{DF859FBD-B23B-9F35-CAF4-32ADE6896152}"/>
          </ac:spMkLst>
        </pc:spChg>
        <pc:spChg chg="mod">
          <ac:chgData name="Sophia BUI" userId="5388e7d4eb368e7c" providerId="LiveId" clId="{D6A408B9-D6E7-4BF9-9B85-2D9450B73EA7}" dt="2024-10-02T14:04:31.059" v="12298"/>
          <ac:spMkLst>
            <pc:docMk/>
            <pc:sldMk cId="3741102398" sldId="818"/>
            <ac:spMk id="43" creationId="{595E72A1-679F-D2B1-EF6D-4B6062F50812}"/>
          </ac:spMkLst>
        </pc:spChg>
        <pc:picChg chg="del mod">
          <ac:chgData name="Sophia BUI" userId="5388e7d4eb368e7c" providerId="LiveId" clId="{D6A408B9-D6E7-4BF9-9B85-2D9450B73EA7}" dt="2024-10-02T14:04:12.640" v="12293" actId="478"/>
          <ac:picMkLst>
            <pc:docMk/>
            <pc:sldMk cId="3741102398" sldId="818"/>
            <ac:picMk id="5" creationId="{162E8217-69B0-FAA3-BD1B-26642D5E7F6E}"/>
          </ac:picMkLst>
        </pc:picChg>
      </pc:sldChg>
      <pc:sldChg chg="addSp delSp modSp add del mod">
        <pc:chgData name="Sophia BUI" userId="5388e7d4eb368e7c" providerId="LiveId" clId="{D6A408B9-D6E7-4BF9-9B85-2D9450B73EA7}" dt="2024-10-02T15:08:20.208" v="13612" actId="47"/>
        <pc:sldMkLst>
          <pc:docMk/>
          <pc:sldMk cId="623669341" sldId="819"/>
        </pc:sldMkLst>
        <pc:picChg chg="add mod">
          <ac:chgData name="Sophia BUI" userId="5388e7d4eb368e7c" providerId="LiveId" clId="{D6A408B9-D6E7-4BF9-9B85-2D9450B73EA7}" dt="2024-10-02T14:06:08.586" v="12369"/>
          <ac:picMkLst>
            <pc:docMk/>
            <pc:sldMk cId="623669341" sldId="819"/>
            <ac:picMk id="4" creationId="{00000000-0000-0000-0000-000000000000}"/>
          </ac:picMkLst>
        </pc:picChg>
        <pc:picChg chg="del">
          <ac:chgData name="Sophia BUI" userId="5388e7d4eb368e7c" providerId="LiveId" clId="{D6A408B9-D6E7-4BF9-9B85-2D9450B73EA7}" dt="2024-10-02T14:06:07.923" v="12368" actId="478"/>
          <ac:picMkLst>
            <pc:docMk/>
            <pc:sldMk cId="623669341" sldId="819"/>
            <ac:picMk id="15" creationId="{9A5050F7-4953-1B2A-20EB-595CD17725C5}"/>
          </ac:picMkLst>
        </pc:picChg>
      </pc:sldChg>
      <pc:sldChg chg="add del">
        <pc:chgData name="Sophia BUI" userId="5388e7d4eb368e7c" providerId="LiveId" clId="{D6A408B9-D6E7-4BF9-9B85-2D9450B73EA7}" dt="2024-10-02T14:05:27.275" v="12361" actId="2696"/>
        <pc:sldMkLst>
          <pc:docMk/>
          <pc:sldMk cId="4216896180" sldId="819"/>
        </pc:sldMkLst>
      </pc:sldChg>
      <pc:sldChg chg="addSp modSp add del mod chgLayout">
        <pc:chgData name="Sophia BUI" userId="5388e7d4eb368e7c" providerId="LiveId" clId="{D6A408B9-D6E7-4BF9-9B85-2D9450B73EA7}" dt="2024-10-02T14:43:03.644" v="12665" actId="2696"/>
        <pc:sldMkLst>
          <pc:docMk/>
          <pc:sldMk cId="2113514254" sldId="820"/>
        </pc:sldMkLst>
        <pc:spChg chg="mod ord">
          <ac:chgData name="Sophia BUI" userId="5388e7d4eb368e7c" providerId="LiveId" clId="{D6A408B9-D6E7-4BF9-9B85-2D9450B73EA7}" dt="2024-10-02T14:42:34.164" v="12652" actId="21"/>
          <ac:spMkLst>
            <pc:docMk/>
            <pc:sldMk cId="2113514254" sldId="820"/>
            <ac:spMk id="2" creationId="{96713B1E-85D5-AA04-F3AE-AEBE35B6F107}"/>
          </ac:spMkLst>
        </pc:spChg>
        <pc:spChg chg="add mod ord">
          <ac:chgData name="Sophia BUI" userId="5388e7d4eb368e7c" providerId="LiveId" clId="{D6A408B9-D6E7-4BF9-9B85-2D9450B73EA7}" dt="2024-10-02T14:42:14.575" v="12650" actId="700"/>
          <ac:spMkLst>
            <pc:docMk/>
            <pc:sldMk cId="2113514254" sldId="820"/>
            <ac:spMk id="3" creationId="{6F7A7D18-CA86-05F4-8A82-CADB17ECBDA9}"/>
          </ac:spMkLst>
        </pc:spChg>
        <pc:picChg chg="mod">
          <ac:chgData name="Sophia BUI" userId="5388e7d4eb368e7c" providerId="LiveId" clId="{D6A408B9-D6E7-4BF9-9B85-2D9450B73EA7}" dt="2024-10-02T14:37:57.720" v="12587"/>
          <ac:picMkLst>
            <pc:docMk/>
            <pc:sldMk cId="2113514254" sldId="820"/>
            <ac:picMk id="5" creationId="{C03275AD-CFF8-8506-94A0-ADBC57B6EC18}"/>
          </ac:picMkLst>
        </pc:picChg>
      </pc:sldChg>
      <pc:sldChg chg="addSp delSp modSp new mod ord setBg">
        <pc:chgData name="Sophia BUI" userId="5388e7d4eb368e7c" providerId="LiveId" clId="{D6A408B9-D6E7-4BF9-9B85-2D9450B73EA7}" dt="2024-10-19T03:26:06.892" v="24717" actId="14100"/>
        <pc:sldMkLst>
          <pc:docMk/>
          <pc:sldMk cId="1324948922" sldId="821"/>
        </pc:sldMkLst>
        <pc:spChg chg="mod">
          <ac:chgData name="Sophia BUI" userId="5388e7d4eb368e7c" providerId="LiveId" clId="{D6A408B9-D6E7-4BF9-9B85-2D9450B73EA7}" dt="2024-10-19T03:26:06.892" v="24717" actId="14100"/>
          <ac:spMkLst>
            <pc:docMk/>
            <pc:sldMk cId="1324948922" sldId="821"/>
            <ac:spMk id="2" creationId="{7371BFB3-6E61-D267-BD0B-F63443A36EAA}"/>
          </ac:spMkLst>
        </pc:spChg>
        <pc:spChg chg="mod">
          <ac:chgData name="Sophia BUI" userId="5388e7d4eb368e7c" providerId="LiveId" clId="{D6A408B9-D6E7-4BF9-9B85-2D9450B73EA7}" dt="2024-10-19T03:26:03.260" v="24716" actId="14100"/>
          <ac:spMkLst>
            <pc:docMk/>
            <pc:sldMk cId="1324948922" sldId="821"/>
            <ac:spMk id="3" creationId="{C954AE56-73DF-1277-FFAB-E22EC4A81F7B}"/>
          </ac:spMkLst>
        </pc:spChg>
        <pc:spChg chg="add del">
          <ac:chgData name="Sophia BUI" userId="5388e7d4eb368e7c" providerId="LiveId" clId="{D6A408B9-D6E7-4BF9-9B85-2D9450B73EA7}" dt="2024-10-02T14:28:18.560" v="12576" actId="26606"/>
          <ac:spMkLst>
            <pc:docMk/>
            <pc:sldMk cId="1324948922" sldId="821"/>
            <ac:spMk id="8" creationId="{F4155C20-3F0E-4576-8A0B-C345B62312DA}"/>
          </ac:spMkLst>
        </pc:spChg>
        <pc:spChg chg="add del">
          <ac:chgData name="Sophia BUI" userId="5388e7d4eb368e7c" providerId="LiveId" clId="{D6A408B9-D6E7-4BF9-9B85-2D9450B73EA7}" dt="2024-10-02T14:28:18.560" v="12576" actId="26606"/>
          <ac:spMkLst>
            <pc:docMk/>
            <pc:sldMk cId="1324948922" sldId="821"/>
            <ac:spMk id="12" creationId="{0BAEB82B-9A6B-4982-B56B-7529C6EA9A95}"/>
          </ac:spMkLst>
        </pc:spChg>
        <pc:spChg chg="add del">
          <ac:chgData name="Sophia BUI" userId="5388e7d4eb368e7c" providerId="LiveId" clId="{D6A408B9-D6E7-4BF9-9B85-2D9450B73EA7}" dt="2024-10-02T14:28:18.560" v="12576" actId="26606"/>
          <ac:spMkLst>
            <pc:docMk/>
            <pc:sldMk cId="1324948922" sldId="821"/>
            <ac:spMk id="14" creationId="{FC71CE45-EECF-4555-AD4B-1B3D0D5D1540}"/>
          </ac:spMkLst>
        </pc:spChg>
        <pc:spChg chg="add del">
          <ac:chgData name="Sophia BUI" userId="5388e7d4eb368e7c" providerId="LiveId" clId="{D6A408B9-D6E7-4BF9-9B85-2D9450B73EA7}" dt="2024-10-02T14:28:18.560" v="12576" actId="26606"/>
          <ac:spMkLst>
            <pc:docMk/>
            <pc:sldMk cId="1324948922" sldId="821"/>
            <ac:spMk id="16" creationId="{53AA89D1-0C70-46BB-8E35-5722A4B18A78}"/>
          </ac:spMkLst>
        </pc:spChg>
        <pc:spChg chg="add del">
          <ac:chgData name="Sophia BUI" userId="5388e7d4eb368e7c" providerId="LiveId" clId="{D6A408B9-D6E7-4BF9-9B85-2D9450B73EA7}" dt="2024-10-02T14:28:22.140" v="12578" actId="26606"/>
          <ac:spMkLst>
            <pc:docMk/>
            <pc:sldMk cId="1324948922" sldId="821"/>
            <ac:spMk id="18" creationId="{4D24BFD5-D814-402B-B6C4-EEF6AE14B0F2}"/>
          </ac:spMkLst>
        </pc:spChg>
        <pc:spChg chg="add del">
          <ac:chgData name="Sophia BUI" userId="5388e7d4eb368e7c" providerId="LiveId" clId="{D6A408B9-D6E7-4BF9-9B85-2D9450B73EA7}" dt="2024-10-02T14:28:22.140" v="12578" actId="26606"/>
          <ac:spMkLst>
            <pc:docMk/>
            <pc:sldMk cId="1324948922" sldId="821"/>
            <ac:spMk id="19" creationId="{36FED7E8-9A97-475F-9FA4-113410D4433B}"/>
          </ac:spMkLst>
        </pc:spChg>
        <pc:spChg chg="add del">
          <ac:chgData name="Sophia BUI" userId="5388e7d4eb368e7c" providerId="LiveId" clId="{D6A408B9-D6E7-4BF9-9B85-2D9450B73EA7}" dt="2024-10-02T14:28:22.140" v="12578" actId="26606"/>
          <ac:spMkLst>
            <pc:docMk/>
            <pc:sldMk cId="1324948922" sldId="821"/>
            <ac:spMk id="20" creationId="{2A39B854-4B6C-4F7F-A602-6F97770CED70}"/>
          </ac:spMkLst>
        </pc:spChg>
        <pc:spChg chg="add del">
          <ac:chgData name="Sophia BUI" userId="5388e7d4eb368e7c" providerId="LiveId" clId="{D6A408B9-D6E7-4BF9-9B85-2D9450B73EA7}" dt="2024-10-02T14:28:52.852" v="12582" actId="26606"/>
          <ac:spMkLst>
            <pc:docMk/>
            <pc:sldMk cId="1324948922" sldId="821"/>
            <ac:spMk id="22" creationId="{F4155C20-3F0E-4576-8A0B-C345B62312DA}"/>
          </ac:spMkLst>
        </pc:spChg>
        <pc:spChg chg="add del">
          <ac:chgData name="Sophia BUI" userId="5388e7d4eb368e7c" providerId="LiveId" clId="{D6A408B9-D6E7-4BF9-9B85-2D9450B73EA7}" dt="2024-10-02T14:28:52.852" v="12582" actId="26606"/>
          <ac:spMkLst>
            <pc:docMk/>
            <pc:sldMk cId="1324948922" sldId="821"/>
            <ac:spMk id="24" creationId="{0BAEB82B-9A6B-4982-B56B-7529C6EA9A95}"/>
          </ac:spMkLst>
        </pc:spChg>
        <pc:spChg chg="add del">
          <ac:chgData name="Sophia BUI" userId="5388e7d4eb368e7c" providerId="LiveId" clId="{D6A408B9-D6E7-4BF9-9B85-2D9450B73EA7}" dt="2024-10-02T14:28:52.852" v="12582" actId="26606"/>
          <ac:spMkLst>
            <pc:docMk/>
            <pc:sldMk cId="1324948922" sldId="821"/>
            <ac:spMk id="25" creationId="{FC71CE45-EECF-4555-AD4B-1B3D0D5D1540}"/>
          </ac:spMkLst>
        </pc:spChg>
        <pc:spChg chg="add del">
          <ac:chgData name="Sophia BUI" userId="5388e7d4eb368e7c" providerId="LiveId" clId="{D6A408B9-D6E7-4BF9-9B85-2D9450B73EA7}" dt="2024-10-02T14:28:52.852" v="12582" actId="26606"/>
          <ac:spMkLst>
            <pc:docMk/>
            <pc:sldMk cId="1324948922" sldId="821"/>
            <ac:spMk id="26" creationId="{53AA89D1-0C70-46BB-8E35-5722A4B18A78}"/>
          </ac:spMkLst>
        </pc:spChg>
        <pc:spChg chg="add del">
          <ac:chgData name="Sophia BUI" userId="5388e7d4eb368e7c" providerId="LiveId" clId="{D6A408B9-D6E7-4BF9-9B85-2D9450B73EA7}" dt="2024-10-02T14:38:55.869" v="12588" actId="26606"/>
          <ac:spMkLst>
            <pc:docMk/>
            <pc:sldMk cId="1324948922" sldId="821"/>
            <ac:spMk id="31" creationId="{F4155C20-3F0E-4576-8A0B-C345B62312DA}"/>
          </ac:spMkLst>
        </pc:spChg>
        <pc:spChg chg="add del">
          <ac:chgData name="Sophia BUI" userId="5388e7d4eb368e7c" providerId="LiveId" clId="{D6A408B9-D6E7-4BF9-9B85-2D9450B73EA7}" dt="2024-10-02T14:38:55.869" v="12588" actId="26606"/>
          <ac:spMkLst>
            <pc:docMk/>
            <pc:sldMk cId="1324948922" sldId="821"/>
            <ac:spMk id="35" creationId="{0BAEB82B-9A6B-4982-B56B-7529C6EA9A95}"/>
          </ac:spMkLst>
        </pc:spChg>
        <pc:spChg chg="add del">
          <ac:chgData name="Sophia BUI" userId="5388e7d4eb368e7c" providerId="LiveId" clId="{D6A408B9-D6E7-4BF9-9B85-2D9450B73EA7}" dt="2024-10-02T14:38:55.869" v="12588" actId="26606"/>
          <ac:spMkLst>
            <pc:docMk/>
            <pc:sldMk cId="1324948922" sldId="821"/>
            <ac:spMk id="37" creationId="{FC71CE45-EECF-4555-AD4B-1B3D0D5D1540}"/>
          </ac:spMkLst>
        </pc:spChg>
        <pc:spChg chg="add del">
          <ac:chgData name="Sophia BUI" userId="5388e7d4eb368e7c" providerId="LiveId" clId="{D6A408B9-D6E7-4BF9-9B85-2D9450B73EA7}" dt="2024-10-02T14:38:55.869" v="12588" actId="26606"/>
          <ac:spMkLst>
            <pc:docMk/>
            <pc:sldMk cId="1324948922" sldId="821"/>
            <ac:spMk id="39" creationId="{53AA89D1-0C70-46BB-8E35-5722A4B18A78}"/>
          </ac:spMkLst>
        </pc:spChg>
        <pc:spChg chg="add del">
          <ac:chgData name="Sophia BUI" userId="5388e7d4eb368e7c" providerId="LiveId" clId="{D6A408B9-D6E7-4BF9-9B85-2D9450B73EA7}" dt="2024-10-02T14:39:18.327" v="12600" actId="26606"/>
          <ac:spMkLst>
            <pc:docMk/>
            <pc:sldMk cId="1324948922" sldId="821"/>
            <ac:spMk id="44" creationId="{BAD76F3E-3A97-486B-B402-44400A8B9173}"/>
          </ac:spMkLst>
        </pc:spChg>
        <pc:spChg chg="add del">
          <ac:chgData name="Sophia BUI" userId="5388e7d4eb368e7c" providerId="LiveId" clId="{D6A408B9-D6E7-4BF9-9B85-2D9450B73EA7}" dt="2024-10-02T14:39:18.327" v="12600" actId="26606"/>
          <ac:spMkLst>
            <pc:docMk/>
            <pc:sldMk cId="1324948922" sldId="821"/>
            <ac:spMk id="46" creationId="{391F6B52-91F4-4AEB-B6DB-29FEBCF28C8B}"/>
          </ac:spMkLst>
        </pc:spChg>
        <pc:spChg chg="add del">
          <ac:chgData name="Sophia BUI" userId="5388e7d4eb368e7c" providerId="LiveId" clId="{D6A408B9-D6E7-4BF9-9B85-2D9450B73EA7}" dt="2024-10-02T14:39:18.327" v="12600" actId="26606"/>
          <ac:spMkLst>
            <pc:docMk/>
            <pc:sldMk cId="1324948922" sldId="821"/>
            <ac:spMk id="48" creationId="{2CD6F061-7C53-44F4-9794-953DB70A451B}"/>
          </ac:spMkLst>
        </pc:spChg>
        <pc:spChg chg="add del">
          <ac:chgData name="Sophia BUI" userId="5388e7d4eb368e7c" providerId="LiveId" clId="{D6A408B9-D6E7-4BF9-9B85-2D9450B73EA7}" dt="2024-10-02T14:40:13.206" v="12615" actId="26606"/>
          <ac:spMkLst>
            <pc:docMk/>
            <pc:sldMk cId="1324948922" sldId="821"/>
            <ac:spMk id="53" creationId="{1ACA2EA0-FFD3-42EC-9406-B595015ED96E}"/>
          </ac:spMkLst>
        </pc:spChg>
        <pc:spChg chg="add del">
          <ac:chgData name="Sophia BUI" userId="5388e7d4eb368e7c" providerId="LiveId" clId="{D6A408B9-D6E7-4BF9-9B85-2D9450B73EA7}" dt="2024-10-02T14:40:13.206" v="12615" actId="26606"/>
          <ac:spMkLst>
            <pc:docMk/>
            <pc:sldMk cId="1324948922" sldId="821"/>
            <ac:spMk id="55" creationId="{D5288BCE-665C-472A-8C43-664BCFA31E43}"/>
          </ac:spMkLst>
        </pc:spChg>
        <pc:spChg chg="add del">
          <ac:chgData name="Sophia BUI" userId="5388e7d4eb368e7c" providerId="LiveId" clId="{D6A408B9-D6E7-4BF9-9B85-2D9450B73EA7}" dt="2024-10-02T14:40:13.206" v="12615" actId="26606"/>
          <ac:spMkLst>
            <pc:docMk/>
            <pc:sldMk cId="1324948922" sldId="821"/>
            <ac:spMk id="57" creationId="{46C57131-53A7-4C1A-BEA8-25F06A06AD29}"/>
          </ac:spMkLst>
        </pc:spChg>
        <pc:spChg chg="add">
          <ac:chgData name="Sophia BUI" userId="5388e7d4eb368e7c" providerId="LiveId" clId="{D6A408B9-D6E7-4BF9-9B85-2D9450B73EA7}" dt="2024-10-02T14:40:13.206" v="12615" actId="26606"/>
          <ac:spMkLst>
            <pc:docMk/>
            <pc:sldMk cId="1324948922" sldId="821"/>
            <ac:spMk id="62" creationId="{934F1179-B481-4F9E-BCA3-AFB972070F83}"/>
          </ac:spMkLst>
        </pc:spChg>
        <pc:spChg chg="add">
          <ac:chgData name="Sophia BUI" userId="5388e7d4eb368e7c" providerId="LiveId" clId="{D6A408B9-D6E7-4BF9-9B85-2D9450B73EA7}" dt="2024-10-02T14:40:13.206" v="12615" actId="26606"/>
          <ac:spMkLst>
            <pc:docMk/>
            <pc:sldMk cId="1324948922" sldId="821"/>
            <ac:spMk id="64" creationId="{827DC2C4-B485-428A-BF4A-472D2967F47F}"/>
          </ac:spMkLst>
        </pc:spChg>
        <pc:spChg chg="add">
          <ac:chgData name="Sophia BUI" userId="5388e7d4eb368e7c" providerId="LiveId" clId="{D6A408B9-D6E7-4BF9-9B85-2D9450B73EA7}" dt="2024-10-02T14:40:13.206" v="12615" actId="26606"/>
          <ac:spMkLst>
            <pc:docMk/>
            <pc:sldMk cId="1324948922" sldId="821"/>
            <ac:spMk id="66" creationId="{EE04B5EB-F158-4507-90DD-BD23620C7CC9}"/>
          </ac:spMkLst>
        </pc:spChg>
        <pc:cxnChg chg="add del">
          <ac:chgData name="Sophia BUI" userId="5388e7d4eb368e7c" providerId="LiveId" clId="{D6A408B9-D6E7-4BF9-9B85-2D9450B73EA7}" dt="2024-10-02T14:28:18.560" v="12576" actId="26606"/>
          <ac:cxnSpMkLst>
            <pc:docMk/>
            <pc:sldMk cId="1324948922" sldId="821"/>
            <ac:cxnSpMk id="10" creationId="{56020367-4FD5-4596-8E10-C5F095CD8DBF}"/>
          </ac:cxnSpMkLst>
        </pc:cxnChg>
        <pc:cxnChg chg="add del">
          <ac:chgData name="Sophia BUI" userId="5388e7d4eb368e7c" providerId="LiveId" clId="{D6A408B9-D6E7-4BF9-9B85-2D9450B73EA7}" dt="2024-10-02T14:28:52.852" v="12582" actId="26606"/>
          <ac:cxnSpMkLst>
            <pc:docMk/>
            <pc:sldMk cId="1324948922" sldId="821"/>
            <ac:cxnSpMk id="23" creationId="{56020367-4FD5-4596-8E10-C5F095CD8DBF}"/>
          </ac:cxnSpMkLst>
        </pc:cxnChg>
        <pc:cxnChg chg="add del">
          <ac:chgData name="Sophia BUI" userId="5388e7d4eb368e7c" providerId="LiveId" clId="{D6A408B9-D6E7-4BF9-9B85-2D9450B73EA7}" dt="2024-10-02T14:38:55.869" v="12588" actId="26606"/>
          <ac:cxnSpMkLst>
            <pc:docMk/>
            <pc:sldMk cId="1324948922" sldId="821"/>
            <ac:cxnSpMk id="33" creationId="{56020367-4FD5-4596-8E10-C5F095CD8DBF}"/>
          </ac:cxnSpMkLst>
        </pc:cxnChg>
      </pc:sldChg>
      <pc:sldChg chg="addSp delSp modSp new mod modClrScheme chgLayout">
        <pc:chgData name="Sophia BUI" userId="5388e7d4eb368e7c" providerId="LiveId" clId="{D6A408B9-D6E7-4BF9-9B85-2D9450B73EA7}" dt="2024-10-30T07:35:23.192" v="40425" actId="255"/>
        <pc:sldMkLst>
          <pc:docMk/>
          <pc:sldMk cId="1750756830" sldId="823"/>
        </pc:sldMkLst>
        <pc:spChg chg="del mod ord">
          <ac:chgData name="Sophia BUI" userId="5388e7d4eb368e7c" providerId="LiveId" clId="{D6A408B9-D6E7-4BF9-9B85-2D9450B73EA7}" dt="2024-10-09T22:38:52.380" v="13731" actId="700"/>
          <ac:spMkLst>
            <pc:docMk/>
            <pc:sldMk cId="1750756830" sldId="823"/>
            <ac:spMk id="2" creationId="{C166E8A5-7038-2319-3630-55C2186223FC}"/>
          </ac:spMkLst>
        </pc:spChg>
        <pc:spChg chg="del mod ord">
          <ac:chgData name="Sophia BUI" userId="5388e7d4eb368e7c" providerId="LiveId" clId="{D6A408B9-D6E7-4BF9-9B85-2D9450B73EA7}" dt="2024-10-09T22:38:52.380" v="13731" actId="700"/>
          <ac:spMkLst>
            <pc:docMk/>
            <pc:sldMk cId="1750756830" sldId="823"/>
            <ac:spMk id="3" creationId="{2F5AC250-CA23-CB95-F7A6-1F6DBBE790F0}"/>
          </ac:spMkLst>
        </pc:spChg>
        <pc:spChg chg="add mod ord">
          <ac:chgData name="Sophia BUI" userId="5388e7d4eb368e7c" providerId="LiveId" clId="{D6A408B9-D6E7-4BF9-9B85-2D9450B73EA7}" dt="2024-10-29T03:20:17.736" v="36659" actId="27636"/>
          <ac:spMkLst>
            <pc:docMk/>
            <pc:sldMk cId="1750756830" sldId="823"/>
            <ac:spMk id="4" creationId="{211A924E-452A-BED4-3C3E-A613F410887A}"/>
          </ac:spMkLst>
        </pc:spChg>
        <pc:spChg chg="add del mod ord">
          <ac:chgData name="Sophia BUI" userId="5388e7d4eb368e7c" providerId="LiveId" clId="{D6A408B9-D6E7-4BF9-9B85-2D9450B73EA7}" dt="2024-10-09T22:39:30.750" v="13734" actId="3680"/>
          <ac:spMkLst>
            <pc:docMk/>
            <pc:sldMk cId="1750756830" sldId="823"/>
            <ac:spMk id="5" creationId="{75798E2A-3C50-B303-00BD-AA5B49F2763E}"/>
          </ac:spMkLst>
        </pc:spChg>
        <pc:graphicFrameChg chg="add del mod ord modGraphic">
          <ac:chgData name="Sophia BUI" userId="5388e7d4eb368e7c" providerId="LiveId" clId="{D6A408B9-D6E7-4BF9-9B85-2D9450B73EA7}" dt="2024-10-09T22:39:23.763" v="13733" actId="3680"/>
          <ac:graphicFrameMkLst>
            <pc:docMk/>
            <pc:sldMk cId="1750756830" sldId="823"/>
            <ac:graphicFrameMk id="6" creationId="{423A6B09-084A-0116-72C6-F5147113D803}"/>
          </ac:graphicFrameMkLst>
        </pc:graphicFrameChg>
        <pc:graphicFrameChg chg="add mod ord modGraphic">
          <ac:chgData name="Sophia BUI" userId="5388e7d4eb368e7c" providerId="LiveId" clId="{D6A408B9-D6E7-4BF9-9B85-2D9450B73EA7}" dt="2024-10-30T07:35:23.192" v="40425" actId="255"/>
          <ac:graphicFrameMkLst>
            <pc:docMk/>
            <pc:sldMk cId="1750756830" sldId="823"/>
            <ac:graphicFrameMk id="7" creationId="{0E3ADCBB-88DE-DA32-806D-61C52EAD292F}"/>
          </ac:graphicFrameMkLst>
        </pc:graphicFrameChg>
      </pc:sldChg>
      <pc:sldChg chg="addSp modSp add mod ord">
        <pc:chgData name="Sophia BUI" userId="5388e7d4eb368e7c" providerId="LiveId" clId="{D6A408B9-D6E7-4BF9-9B85-2D9450B73EA7}" dt="2024-10-28T00:56:12.580" v="33571" actId="14100"/>
        <pc:sldMkLst>
          <pc:docMk/>
          <pc:sldMk cId="924102629" sldId="824"/>
        </pc:sldMkLst>
        <pc:spChg chg="mod">
          <ac:chgData name="Sophia BUI" userId="5388e7d4eb368e7c" providerId="LiveId" clId="{D6A408B9-D6E7-4BF9-9B85-2D9450B73EA7}" dt="2024-10-28T00:56:12.580" v="33571" actId="14100"/>
          <ac:spMkLst>
            <pc:docMk/>
            <pc:sldMk cId="924102629" sldId="824"/>
            <ac:spMk id="2" creationId="{E75976DE-E665-3F90-84C7-CAFC032C46AA}"/>
          </ac:spMkLst>
        </pc:spChg>
        <pc:spChg chg="mod">
          <ac:chgData name="Sophia BUI" userId="5388e7d4eb368e7c" providerId="LiveId" clId="{D6A408B9-D6E7-4BF9-9B85-2D9450B73EA7}" dt="2024-10-21T01:21:05.411" v="28521" actId="14100"/>
          <ac:spMkLst>
            <pc:docMk/>
            <pc:sldMk cId="924102629" sldId="824"/>
            <ac:spMk id="3" creationId="{DF859FBD-B23B-9F35-CAF4-32ADE6896152}"/>
          </ac:spMkLst>
        </pc:spChg>
        <pc:spChg chg="mod">
          <ac:chgData name="Sophia BUI" userId="5388e7d4eb368e7c" providerId="LiveId" clId="{D6A408B9-D6E7-4BF9-9B85-2D9450B73EA7}" dt="2024-10-21T01:16:37.576" v="28495" actId="21"/>
          <ac:spMkLst>
            <pc:docMk/>
            <pc:sldMk cId="924102629" sldId="824"/>
            <ac:spMk id="43" creationId="{595E72A1-679F-D2B1-EF6D-4B6062F50812}"/>
          </ac:spMkLst>
        </pc:spChg>
        <pc:picChg chg="add mod">
          <ac:chgData name="Sophia BUI" userId="5388e7d4eb368e7c" providerId="LiveId" clId="{D6A408B9-D6E7-4BF9-9B85-2D9450B73EA7}" dt="2024-10-22T08:47:58.001" v="29975" actId="14100"/>
          <ac:picMkLst>
            <pc:docMk/>
            <pc:sldMk cId="924102629" sldId="824"/>
            <ac:picMk id="4" creationId="{5431BD34-2D5B-ED66-5361-DB15A31A652B}"/>
          </ac:picMkLst>
        </pc:picChg>
      </pc:sldChg>
      <pc:sldChg chg="addSp delSp modSp add del mod">
        <pc:chgData name="Sophia BUI" userId="5388e7d4eb368e7c" providerId="LiveId" clId="{D6A408B9-D6E7-4BF9-9B85-2D9450B73EA7}" dt="2024-10-29T03:10:36.574" v="36397" actId="2696"/>
        <pc:sldMkLst>
          <pc:docMk/>
          <pc:sldMk cId="694697571" sldId="825"/>
        </pc:sldMkLst>
        <pc:spChg chg="mod">
          <ac:chgData name="Sophia BUI" userId="5388e7d4eb368e7c" providerId="LiveId" clId="{D6A408B9-D6E7-4BF9-9B85-2D9450B73EA7}" dt="2024-10-24T08:45:43.174" v="32161" actId="20577"/>
          <ac:spMkLst>
            <pc:docMk/>
            <pc:sldMk cId="694697571" sldId="825"/>
            <ac:spMk id="2" creationId="{E75976DE-E665-3F90-84C7-CAFC032C46AA}"/>
          </ac:spMkLst>
        </pc:spChg>
        <pc:spChg chg="mod">
          <ac:chgData name="Sophia BUI" userId="5388e7d4eb368e7c" providerId="LiveId" clId="{D6A408B9-D6E7-4BF9-9B85-2D9450B73EA7}" dt="2024-10-24T07:14:00.431" v="30882" actId="20577"/>
          <ac:spMkLst>
            <pc:docMk/>
            <pc:sldMk cId="694697571" sldId="825"/>
            <ac:spMk id="3" creationId="{DF859FBD-B23B-9F35-CAF4-32ADE6896152}"/>
          </ac:spMkLst>
        </pc:spChg>
        <pc:spChg chg="mod">
          <ac:chgData name="Sophia BUI" userId="5388e7d4eb368e7c" providerId="LiveId" clId="{D6A408B9-D6E7-4BF9-9B85-2D9450B73EA7}" dt="2024-10-24T08:45:46.829" v="32166" actId="20577"/>
          <ac:spMkLst>
            <pc:docMk/>
            <pc:sldMk cId="694697571" sldId="825"/>
            <ac:spMk id="43" creationId="{595E72A1-679F-D2B1-EF6D-4B6062F50812}"/>
          </ac:spMkLst>
        </pc:spChg>
        <pc:picChg chg="add del mod">
          <ac:chgData name="Sophia BUI" userId="5388e7d4eb368e7c" providerId="LiveId" clId="{D6A408B9-D6E7-4BF9-9B85-2D9450B73EA7}" dt="2024-10-24T09:00:51.556" v="32561" actId="478"/>
          <ac:picMkLst>
            <pc:docMk/>
            <pc:sldMk cId="694697571" sldId="825"/>
            <ac:picMk id="5" creationId="{D79F0F49-A881-65C8-9E62-0DE4BB6FB79B}"/>
          </ac:picMkLst>
        </pc:picChg>
        <pc:picChg chg="add del mod">
          <ac:chgData name="Sophia BUI" userId="5388e7d4eb368e7c" providerId="LiveId" clId="{D6A408B9-D6E7-4BF9-9B85-2D9450B73EA7}" dt="2024-10-24T09:02:16.719" v="32567" actId="478"/>
          <ac:picMkLst>
            <pc:docMk/>
            <pc:sldMk cId="694697571" sldId="825"/>
            <ac:picMk id="7" creationId="{785E903B-9899-A65C-0001-F51444A9A58E}"/>
          </ac:picMkLst>
        </pc:picChg>
        <pc:picChg chg="add mod">
          <ac:chgData name="Sophia BUI" userId="5388e7d4eb368e7c" providerId="LiveId" clId="{D6A408B9-D6E7-4BF9-9B85-2D9450B73EA7}" dt="2024-10-24T09:02:25.266" v="32571" actId="1076"/>
          <ac:picMkLst>
            <pc:docMk/>
            <pc:sldMk cId="694697571" sldId="825"/>
            <ac:picMk id="9" creationId="{1478C5A9-1909-6F87-6059-850455F37065}"/>
          </ac:picMkLst>
        </pc:picChg>
      </pc:sldChg>
      <pc:sldChg chg="delSp modSp mod delDesignElem">
        <pc:chgData name="Sophia BUI" userId="5388e7d4eb368e7c" providerId="LiveId" clId="{D6A408B9-D6E7-4BF9-9B85-2D9450B73EA7}" dt="2024-11-04T00:56:02.446" v="42328" actId="20577"/>
        <pc:sldMkLst>
          <pc:docMk/>
          <pc:sldMk cId="4242965569" sldId="825"/>
        </pc:sldMkLst>
        <pc:spChg chg="mod">
          <ac:chgData name="Sophia BUI" userId="5388e7d4eb368e7c" providerId="LiveId" clId="{D6A408B9-D6E7-4BF9-9B85-2D9450B73EA7}" dt="2024-10-29T03:11:45.892" v="36400" actId="20577"/>
          <ac:spMkLst>
            <pc:docMk/>
            <pc:sldMk cId="4242965569" sldId="825"/>
            <ac:spMk id="2" creationId="{E75976DE-E665-3F90-84C7-CAFC032C46AA}"/>
          </ac:spMkLst>
        </pc:spChg>
        <pc:spChg chg="mod">
          <ac:chgData name="Sophia BUI" userId="5388e7d4eb368e7c" providerId="LiveId" clId="{D6A408B9-D6E7-4BF9-9B85-2D9450B73EA7}" dt="2024-11-04T00:56:02.446" v="42328" actId="20577"/>
          <ac:spMkLst>
            <pc:docMk/>
            <pc:sldMk cId="4242965569" sldId="825"/>
            <ac:spMk id="43" creationId="{595E72A1-679F-D2B1-EF6D-4B6062F50812}"/>
          </ac:spMkLst>
        </pc:spChg>
        <pc:picChg chg="del">
          <ac:chgData name="Sophia BUI" userId="5388e7d4eb368e7c" providerId="LiveId" clId="{D6A408B9-D6E7-4BF9-9B85-2D9450B73EA7}" dt="2024-10-29T03:11:52.425" v="36401" actId="478"/>
          <ac:picMkLst>
            <pc:docMk/>
            <pc:sldMk cId="4242965569" sldId="825"/>
            <ac:picMk id="9" creationId="{1478C5A9-1909-6F87-6059-850455F37065}"/>
          </ac:picMkLst>
        </pc:picChg>
      </pc:sldChg>
      <pc:sldChg chg="addSp delSp modSp add mod ord">
        <pc:chgData name="Sophia BUI" userId="5388e7d4eb368e7c" providerId="LiveId" clId="{D6A408B9-D6E7-4BF9-9B85-2D9450B73EA7}" dt="2024-10-21T00:31:52.880" v="28071" actId="1076"/>
        <pc:sldMkLst>
          <pc:docMk/>
          <pc:sldMk cId="2817500822" sldId="826"/>
        </pc:sldMkLst>
        <pc:spChg chg="mod">
          <ac:chgData name="Sophia BUI" userId="5388e7d4eb368e7c" providerId="LiveId" clId="{D6A408B9-D6E7-4BF9-9B85-2D9450B73EA7}" dt="2024-10-21T00:26:39.292" v="27774" actId="14100"/>
          <ac:spMkLst>
            <pc:docMk/>
            <pc:sldMk cId="2817500822" sldId="826"/>
            <ac:spMk id="2" creationId="{E75976DE-E665-3F90-84C7-CAFC032C46AA}"/>
          </ac:spMkLst>
        </pc:spChg>
        <pc:spChg chg="mod">
          <ac:chgData name="Sophia BUI" userId="5388e7d4eb368e7c" providerId="LiveId" clId="{D6A408B9-D6E7-4BF9-9B85-2D9450B73EA7}" dt="2024-10-21T00:31:52.880" v="28071" actId="1076"/>
          <ac:spMkLst>
            <pc:docMk/>
            <pc:sldMk cId="2817500822" sldId="826"/>
            <ac:spMk id="3" creationId="{DF859FBD-B23B-9F35-CAF4-32ADE6896152}"/>
          </ac:spMkLst>
        </pc:spChg>
        <pc:spChg chg="mod">
          <ac:chgData name="Sophia BUI" userId="5388e7d4eb368e7c" providerId="LiveId" clId="{D6A408B9-D6E7-4BF9-9B85-2D9450B73EA7}" dt="2024-10-21T00:31:34.438" v="28070" actId="108"/>
          <ac:spMkLst>
            <pc:docMk/>
            <pc:sldMk cId="2817500822" sldId="826"/>
            <ac:spMk id="43" creationId="{595E72A1-679F-D2B1-EF6D-4B6062F50812}"/>
          </ac:spMkLst>
        </pc:spChg>
        <pc:picChg chg="add del mod">
          <ac:chgData name="Sophia BUI" userId="5388e7d4eb368e7c" providerId="LiveId" clId="{D6A408B9-D6E7-4BF9-9B85-2D9450B73EA7}" dt="2024-10-21T00:26:34.739" v="27773" actId="21"/>
          <ac:picMkLst>
            <pc:docMk/>
            <pc:sldMk cId="2817500822" sldId="826"/>
            <ac:picMk id="4" creationId="{8E7BD0FD-7049-9144-3492-B8C4CE48836E}"/>
          </ac:picMkLst>
        </pc:picChg>
      </pc:sldChg>
      <pc:sldChg chg="new del">
        <pc:chgData name="Sophia BUI" userId="5388e7d4eb368e7c" providerId="LiveId" clId="{D6A408B9-D6E7-4BF9-9B85-2D9450B73EA7}" dt="2024-10-14T03:05:26.770" v="15578" actId="2696"/>
        <pc:sldMkLst>
          <pc:docMk/>
          <pc:sldMk cId="3297229306" sldId="827"/>
        </pc:sldMkLst>
      </pc:sldChg>
      <pc:sldChg chg="addSp delSp modSp add mod ord">
        <pc:chgData name="Sophia BUI" userId="5388e7d4eb368e7c" providerId="LiveId" clId="{D6A408B9-D6E7-4BF9-9B85-2D9450B73EA7}" dt="2024-10-28T00:47:34.119" v="33528" actId="20577"/>
        <pc:sldMkLst>
          <pc:docMk/>
          <pc:sldMk cId="2418597127" sldId="836"/>
        </pc:sldMkLst>
        <pc:spChg chg="mod">
          <ac:chgData name="Sophia BUI" userId="5388e7d4eb368e7c" providerId="LiveId" clId="{D6A408B9-D6E7-4BF9-9B85-2D9450B73EA7}" dt="2024-10-28T00:47:34.119" v="33528" actId="20577"/>
          <ac:spMkLst>
            <pc:docMk/>
            <pc:sldMk cId="2418597127" sldId="836"/>
            <ac:spMk id="2" creationId="{7C75DB6F-8BF0-7C7A-579E-BD75390FE188}"/>
          </ac:spMkLst>
        </pc:spChg>
        <pc:graphicFrameChg chg="mod modGraphic">
          <ac:chgData name="Sophia BUI" userId="5388e7d4eb368e7c" providerId="LiveId" clId="{D6A408B9-D6E7-4BF9-9B85-2D9450B73EA7}" dt="2024-10-15T07:22:46.072" v="18789" actId="113"/>
          <ac:graphicFrameMkLst>
            <pc:docMk/>
            <pc:sldMk cId="2418597127" sldId="836"/>
            <ac:graphicFrameMk id="12" creationId="{F4AE58C5-4E9D-B586-5CAF-A506417545CE}"/>
          </ac:graphicFrameMkLst>
        </pc:graphicFrameChg>
        <pc:picChg chg="del">
          <ac:chgData name="Sophia BUI" userId="5388e7d4eb368e7c" providerId="LiveId" clId="{D6A408B9-D6E7-4BF9-9B85-2D9450B73EA7}" dt="2024-10-14T03:05:36.398" v="15581" actId="478"/>
          <ac:picMkLst>
            <pc:docMk/>
            <pc:sldMk cId="2418597127" sldId="836"/>
            <ac:picMk id="3" creationId="{C5946C86-BD8B-8A5A-C2E1-ED9C5013DB71}"/>
          </ac:picMkLst>
        </pc:picChg>
        <pc:picChg chg="add mod">
          <ac:chgData name="Sophia BUI" userId="5388e7d4eb368e7c" providerId="LiveId" clId="{D6A408B9-D6E7-4BF9-9B85-2D9450B73EA7}" dt="2024-10-15T07:19:30.890" v="18773" actId="14100"/>
          <ac:picMkLst>
            <pc:docMk/>
            <pc:sldMk cId="2418597127" sldId="836"/>
            <ac:picMk id="4" creationId="{55230064-8DCE-42A4-E553-FD940BBF37AC}"/>
          </ac:picMkLst>
        </pc:picChg>
        <pc:picChg chg="del">
          <ac:chgData name="Sophia BUI" userId="5388e7d4eb368e7c" providerId="LiveId" clId="{D6A408B9-D6E7-4BF9-9B85-2D9450B73EA7}" dt="2024-10-14T03:05:37.030" v="15582" actId="478"/>
          <ac:picMkLst>
            <pc:docMk/>
            <pc:sldMk cId="2418597127" sldId="836"/>
            <ac:picMk id="4" creationId="{57B4F5EE-1C5D-135D-4AF0-D678D8769698}"/>
          </ac:picMkLst>
        </pc:picChg>
        <pc:picChg chg="add mod">
          <ac:chgData name="Sophia BUI" userId="5388e7d4eb368e7c" providerId="LiveId" clId="{D6A408B9-D6E7-4BF9-9B85-2D9450B73EA7}" dt="2024-10-15T07:19:14.354" v="18772" actId="14100"/>
          <ac:picMkLst>
            <pc:docMk/>
            <pc:sldMk cId="2418597127" sldId="836"/>
            <ac:picMk id="6" creationId="{EF7B2EF1-8555-612E-C08A-C1769E08E2B4}"/>
          </ac:picMkLst>
        </pc:picChg>
        <pc:picChg chg="del mod">
          <ac:chgData name="Sophia BUI" userId="5388e7d4eb368e7c" providerId="LiveId" clId="{D6A408B9-D6E7-4BF9-9B85-2D9450B73EA7}" dt="2024-10-14T03:05:35.354" v="15580" actId="478"/>
          <ac:picMkLst>
            <pc:docMk/>
            <pc:sldMk cId="2418597127" sldId="836"/>
            <ac:picMk id="7" creationId="{B780B98C-3608-802D-6942-0C1B63E65FE0}"/>
          </ac:picMkLst>
        </pc:picChg>
      </pc:sldChg>
      <pc:sldChg chg="addSp delSp modSp add del mod ord setBg">
        <pc:chgData name="Sophia BUI" userId="5388e7d4eb368e7c" providerId="LiveId" clId="{D6A408B9-D6E7-4BF9-9B85-2D9450B73EA7}" dt="2024-10-16T05:06:01.908" v="22257" actId="20577"/>
        <pc:sldMkLst>
          <pc:docMk/>
          <pc:sldMk cId="3787945656" sldId="850"/>
        </pc:sldMkLst>
        <pc:spChg chg="mod">
          <ac:chgData name="Sophia BUI" userId="5388e7d4eb368e7c" providerId="LiveId" clId="{D6A408B9-D6E7-4BF9-9B85-2D9450B73EA7}" dt="2024-10-16T05:06:01.908" v="22257" actId="20577"/>
          <ac:spMkLst>
            <pc:docMk/>
            <pc:sldMk cId="3787945656" sldId="850"/>
            <ac:spMk id="2" creationId="{7C75DB6F-8BF0-7C7A-579E-BD75390FE188}"/>
          </ac:spMkLst>
        </pc:spChg>
        <pc:spChg chg="add del mod">
          <ac:chgData name="Sophia BUI" userId="5388e7d4eb368e7c" providerId="LiveId" clId="{D6A408B9-D6E7-4BF9-9B85-2D9450B73EA7}" dt="2024-10-15T09:23:02.009" v="19456" actId="478"/>
          <ac:spMkLst>
            <pc:docMk/>
            <pc:sldMk cId="3787945656" sldId="850"/>
            <ac:spMk id="8" creationId="{14F673B9-495B-83D5-FF24-30C7A070D59A}"/>
          </ac:spMkLst>
        </pc:spChg>
        <pc:spChg chg="add del">
          <ac:chgData name="Sophia BUI" userId="5388e7d4eb368e7c" providerId="LiveId" clId="{D6A408B9-D6E7-4BF9-9B85-2D9450B73EA7}" dt="2024-10-15T09:27:15.204" v="19487" actId="26606"/>
          <ac:spMkLst>
            <pc:docMk/>
            <pc:sldMk cId="3787945656" sldId="850"/>
            <ac:spMk id="20" creationId="{70155189-D96C-4527-B0EC-654B946BE615}"/>
          </ac:spMkLst>
        </pc:spChg>
        <pc:graphicFrameChg chg="del modGraphic">
          <ac:chgData name="Sophia BUI" userId="5388e7d4eb368e7c" providerId="LiveId" clId="{D6A408B9-D6E7-4BF9-9B85-2D9450B73EA7}" dt="2024-10-15T09:22:57.763" v="19455" actId="478"/>
          <ac:graphicFrameMkLst>
            <pc:docMk/>
            <pc:sldMk cId="3787945656" sldId="850"/>
            <ac:graphicFrameMk id="12" creationId="{F4AE58C5-4E9D-B586-5CAF-A506417545CE}"/>
          </ac:graphicFrameMkLst>
        </pc:graphicFrameChg>
        <pc:picChg chg="add del mod">
          <ac:chgData name="Sophia BUI" userId="5388e7d4eb368e7c" providerId="LiveId" clId="{D6A408B9-D6E7-4BF9-9B85-2D9450B73EA7}" dt="2024-10-15T09:24:22.621" v="19465" actId="478"/>
          <ac:picMkLst>
            <pc:docMk/>
            <pc:sldMk cId="3787945656" sldId="850"/>
            <ac:picMk id="4" creationId="{97905307-1936-CEB4-46A2-B5996F5A62CB}"/>
          </ac:picMkLst>
        </pc:picChg>
        <pc:picChg chg="add del mod">
          <ac:chgData name="Sophia BUI" userId="5388e7d4eb368e7c" providerId="LiveId" clId="{D6A408B9-D6E7-4BF9-9B85-2D9450B73EA7}" dt="2024-10-14T06:56:28.701" v="17768" actId="478"/>
          <ac:picMkLst>
            <pc:docMk/>
            <pc:sldMk cId="3787945656" sldId="850"/>
            <ac:picMk id="4" creationId="{B897E971-3640-86AC-7510-EB23013AF947}"/>
          </ac:picMkLst>
        </pc:picChg>
        <pc:picChg chg="del">
          <ac:chgData name="Sophia BUI" userId="5388e7d4eb368e7c" providerId="LiveId" clId="{D6A408B9-D6E7-4BF9-9B85-2D9450B73EA7}" dt="2024-10-14T03:05:40.276" v="15584" actId="478"/>
          <ac:picMkLst>
            <pc:docMk/>
            <pc:sldMk cId="3787945656" sldId="850"/>
            <ac:picMk id="5" creationId="{7BF08A85-003A-00E7-4679-6D64F47143CC}"/>
          </ac:picMkLst>
        </pc:picChg>
        <pc:picChg chg="add del mod">
          <ac:chgData name="Sophia BUI" userId="5388e7d4eb368e7c" providerId="LiveId" clId="{D6A408B9-D6E7-4BF9-9B85-2D9450B73EA7}" dt="2024-10-15T09:24:35.358" v="19469" actId="478"/>
          <ac:picMkLst>
            <pc:docMk/>
            <pc:sldMk cId="3787945656" sldId="850"/>
            <ac:picMk id="6" creationId="{432F2503-869D-0F52-7E94-36253C21A342}"/>
          </ac:picMkLst>
        </pc:picChg>
        <pc:picChg chg="add del mod">
          <ac:chgData name="Sophia BUI" userId="5388e7d4eb368e7c" providerId="LiveId" clId="{D6A408B9-D6E7-4BF9-9B85-2D9450B73EA7}" dt="2024-10-14T06:56:31.192" v="17769" actId="478"/>
          <ac:picMkLst>
            <pc:docMk/>
            <pc:sldMk cId="3787945656" sldId="850"/>
            <ac:picMk id="7" creationId="{648CA401-9F83-8E31-69BF-57A3268DA4E1}"/>
          </ac:picMkLst>
        </pc:picChg>
        <pc:picChg chg="del">
          <ac:chgData name="Sophia BUI" userId="5388e7d4eb368e7c" providerId="LiveId" clId="{D6A408B9-D6E7-4BF9-9B85-2D9450B73EA7}" dt="2024-10-14T03:05:39.406" v="15583" actId="478"/>
          <ac:picMkLst>
            <pc:docMk/>
            <pc:sldMk cId="3787945656" sldId="850"/>
            <ac:picMk id="10" creationId="{0742D170-EF2C-F946-195B-7A67A8512AAB}"/>
          </ac:picMkLst>
        </pc:picChg>
        <pc:picChg chg="add mod">
          <ac:chgData name="Sophia BUI" userId="5388e7d4eb368e7c" providerId="LiveId" clId="{D6A408B9-D6E7-4BF9-9B85-2D9450B73EA7}" dt="2024-10-15T09:27:15.204" v="19487" actId="26606"/>
          <ac:picMkLst>
            <pc:docMk/>
            <pc:sldMk cId="3787945656" sldId="850"/>
            <ac:picMk id="10" creationId="{F631E074-DD23-8047-821F-0FD74BC85D3E}"/>
          </ac:picMkLst>
        </pc:picChg>
        <pc:picChg chg="add mod ord">
          <ac:chgData name="Sophia BUI" userId="5388e7d4eb368e7c" providerId="LiveId" clId="{D6A408B9-D6E7-4BF9-9B85-2D9450B73EA7}" dt="2024-10-15T09:27:32.074" v="19491" actId="1038"/>
          <ac:picMkLst>
            <pc:docMk/>
            <pc:sldMk cId="3787945656" sldId="850"/>
            <ac:picMk id="13" creationId="{5B2BCB84-E7FF-56DF-2329-AFA1CDC5D75F}"/>
          </ac:picMkLst>
        </pc:picChg>
        <pc:picChg chg="add mod">
          <ac:chgData name="Sophia BUI" userId="5388e7d4eb368e7c" providerId="LiveId" clId="{D6A408B9-D6E7-4BF9-9B85-2D9450B73EA7}" dt="2024-10-15T09:27:15.204" v="19487" actId="26606"/>
          <ac:picMkLst>
            <pc:docMk/>
            <pc:sldMk cId="3787945656" sldId="850"/>
            <ac:picMk id="15" creationId="{1224C1FF-F2B2-9E84-62D5-E52078BB5DF8}"/>
          </ac:picMkLst>
        </pc:picChg>
      </pc:sldChg>
      <pc:sldChg chg="addSp delSp modSp add del mod setBg modClrScheme addAnim delAnim setClrOvrMap delDesignElem chgLayout">
        <pc:chgData name="Sophia BUI" userId="5388e7d4eb368e7c" providerId="LiveId" clId="{D6A408B9-D6E7-4BF9-9B85-2D9450B73EA7}" dt="2024-10-28T00:47:14.982" v="33507" actId="14100"/>
        <pc:sldMkLst>
          <pc:docMk/>
          <pc:sldMk cId="1961127721" sldId="857"/>
        </pc:sldMkLst>
        <pc:spChg chg="mod ord">
          <ac:chgData name="Sophia BUI" userId="5388e7d4eb368e7c" providerId="LiveId" clId="{D6A408B9-D6E7-4BF9-9B85-2D9450B73EA7}" dt="2024-10-16T05:03:49.249" v="22241" actId="14100"/>
          <ac:spMkLst>
            <pc:docMk/>
            <pc:sldMk cId="1961127721" sldId="857"/>
            <ac:spMk id="2" creationId="{7C75DB6F-8BF0-7C7A-579E-BD75390FE188}"/>
          </ac:spMkLst>
        </pc:spChg>
        <pc:spChg chg="add del mod">
          <ac:chgData name="Sophia BUI" userId="5388e7d4eb368e7c" providerId="LiveId" clId="{D6A408B9-D6E7-4BF9-9B85-2D9450B73EA7}" dt="2024-10-15T04:04:03.744" v="17785" actId="22"/>
          <ac:spMkLst>
            <pc:docMk/>
            <pc:sldMk cId="1961127721" sldId="857"/>
            <ac:spMk id="4" creationId="{7C67929B-21E2-87D3-1E65-D9E34D99FF5A}"/>
          </ac:spMkLst>
        </pc:spChg>
        <pc:spChg chg="add del mod ord">
          <ac:chgData name="Sophia BUI" userId="5388e7d4eb368e7c" providerId="LiveId" clId="{D6A408B9-D6E7-4BF9-9B85-2D9450B73EA7}" dt="2024-10-14T03:21:35.170" v="15857" actId="22"/>
          <ac:spMkLst>
            <pc:docMk/>
            <pc:sldMk cId="1961127721" sldId="857"/>
            <ac:spMk id="5" creationId="{DD50AD09-94CE-D86D-D00D-4404C5123C3B}"/>
          </ac:spMkLst>
        </pc:spChg>
        <pc:spChg chg="add del mod ord">
          <ac:chgData name="Sophia BUI" userId="5388e7d4eb368e7c" providerId="LiveId" clId="{D6A408B9-D6E7-4BF9-9B85-2D9450B73EA7}" dt="2024-10-14T03:40:17.141" v="16308" actId="478"/>
          <ac:spMkLst>
            <pc:docMk/>
            <pc:sldMk cId="1961127721" sldId="857"/>
            <ac:spMk id="6" creationId="{4F272D58-7ED3-C584-249B-27E10CCD9FB5}"/>
          </ac:spMkLst>
        </pc:spChg>
        <pc:spChg chg="add mod ord">
          <ac:chgData name="Sophia BUI" userId="5388e7d4eb368e7c" providerId="LiveId" clId="{D6A408B9-D6E7-4BF9-9B85-2D9450B73EA7}" dt="2024-10-16T05:03:52.994" v="22242" actId="1076"/>
          <ac:spMkLst>
            <pc:docMk/>
            <pc:sldMk cId="1961127721" sldId="857"/>
            <ac:spMk id="9" creationId="{A574E095-5C65-9428-C2D2-CEE7834E19FC}"/>
          </ac:spMkLst>
        </pc:spChg>
        <pc:spChg chg="add del">
          <ac:chgData name="Sophia BUI" userId="5388e7d4eb368e7c" providerId="LiveId" clId="{D6A408B9-D6E7-4BF9-9B85-2D9450B73EA7}" dt="2024-10-14T03:21:47.466" v="15860" actId="26606"/>
          <ac:spMkLst>
            <pc:docMk/>
            <pc:sldMk cId="1961127721" sldId="857"/>
            <ac:spMk id="10" creationId="{0671A8AE-40A1-4631-A6B8-581AFF065482}"/>
          </ac:spMkLst>
        </pc:spChg>
        <pc:spChg chg="add del mod">
          <ac:chgData name="Sophia BUI" userId="5388e7d4eb368e7c" providerId="LiveId" clId="{D6A408B9-D6E7-4BF9-9B85-2D9450B73EA7}" dt="2024-10-15T04:27:15.202" v="17801" actId="22"/>
          <ac:spMkLst>
            <pc:docMk/>
            <pc:sldMk cId="1961127721" sldId="857"/>
            <ac:spMk id="10" creationId="{EFF1A707-1569-ABE8-DD1C-5F52F705F653}"/>
          </ac:spMkLst>
        </pc:spChg>
        <pc:spChg chg="add del">
          <ac:chgData name="Sophia BUI" userId="5388e7d4eb368e7c" providerId="LiveId" clId="{D6A408B9-D6E7-4BF9-9B85-2D9450B73EA7}" dt="2024-10-14T03:21:47.466" v="15860" actId="26606"/>
          <ac:spMkLst>
            <pc:docMk/>
            <pc:sldMk cId="1961127721" sldId="857"/>
            <ac:spMk id="15" creationId="{AB58EF07-17C2-48CF-ABB0-EEF1F17CB8F0}"/>
          </ac:spMkLst>
        </pc:spChg>
        <pc:spChg chg="add del">
          <ac:chgData name="Sophia BUI" userId="5388e7d4eb368e7c" providerId="LiveId" clId="{D6A408B9-D6E7-4BF9-9B85-2D9450B73EA7}" dt="2024-10-15T04:04:08.913" v="17787" actId="26606"/>
          <ac:spMkLst>
            <pc:docMk/>
            <pc:sldMk cId="1961127721" sldId="857"/>
            <ac:spMk id="16" creationId="{F0087D53-9295-4463-AAE4-D5C626046E9F}"/>
          </ac:spMkLst>
        </pc:spChg>
        <pc:spChg chg="add del">
          <ac:chgData name="Sophia BUI" userId="5388e7d4eb368e7c" providerId="LiveId" clId="{D6A408B9-D6E7-4BF9-9B85-2D9450B73EA7}" dt="2024-10-14T03:21:47.466" v="15860" actId="26606"/>
          <ac:spMkLst>
            <pc:docMk/>
            <pc:sldMk cId="1961127721" sldId="857"/>
            <ac:spMk id="17" creationId="{AF2F604E-43BE-4DC3-B983-E071523364F8}"/>
          </ac:spMkLst>
        </pc:spChg>
        <pc:spChg chg="add del">
          <ac:chgData name="Sophia BUI" userId="5388e7d4eb368e7c" providerId="LiveId" clId="{D6A408B9-D6E7-4BF9-9B85-2D9450B73EA7}" dt="2024-10-15T04:04:08.913" v="17787" actId="26606"/>
          <ac:spMkLst>
            <pc:docMk/>
            <pc:sldMk cId="1961127721" sldId="857"/>
            <ac:spMk id="18" creationId="{D6A9C53F-5F90-40A5-8C85-5412D39C8C68}"/>
          </ac:spMkLst>
        </pc:spChg>
        <pc:spChg chg="add del">
          <ac:chgData name="Sophia BUI" userId="5388e7d4eb368e7c" providerId="LiveId" clId="{D6A408B9-D6E7-4BF9-9B85-2D9450B73EA7}" dt="2024-10-14T03:21:47.466" v="15860" actId="26606"/>
          <ac:spMkLst>
            <pc:docMk/>
            <pc:sldMk cId="1961127721" sldId="857"/>
            <ac:spMk id="19" creationId="{08C9B587-E65E-4B52-B37C-ABEBB6E87928}"/>
          </ac:spMkLst>
        </pc:spChg>
        <pc:spChg chg="add del mod">
          <ac:chgData name="Sophia BUI" userId="5388e7d4eb368e7c" providerId="LiveId" clId="{D6A408B9-D6E7-4BF9-9B85-2D9450B73EA7}" dt="2024-10-15T06:27:38.266" v="17806" actId="478"/>
          <ac:spMkLst>
            <pc:docMk/>
            <pc:sldMk cId="1961127721" sldId="857"/>
            <ac:spMk id="19" creationId="{CEDF3EFD-FC6D-4C54-AF4F-F0FD88A5F42F}"/>
          </ac:spMkLst>
        </pc:spChg>
        <pc:spChg chg="add del">
          <ac:chgData name="Sophia BUI" userId="5388e7d4eb368e7c" providerId="LiveId" clId="{D6A408B9-D6E7-4BF9-9B85-2D9450B73EA7}" dt="2024-10-14T03:40:32.048" v="16309" actId="700"/>
          <ac:spMkLst>
            <pc:docMk/>
            <pc:sldMk cId="1961127721" sldId="857"/>
            <ac:spMk id="21" creationId="{665DBBEF-238B-476B-96AB-8AAC3224ECEA}"/>
          </ac:spMkLst>
        </pc:spChg>
        <pc:spChg chg="add del">
          <ac:chgData name="Sophia BUI" userId="5388e7d4eb368e7c" providerId="LiveId" clId="{D6A408B9-D6E7-4BF9-9B85-2D9450B73EA7}" dt="2024-10-14T03:40:32.048" v="16309" actId="700"/>
          <ac:spMkLst>
            <pc:docMk/>
            <pc:sldMk cId="1961127721" sldId="857"/>
            <ac:spMk id="22" creationId="{3FCFB1DE-0B7E-48CC-BA90-B2AB0889F9D6}"/>
          </ac:spMkLst>
        </pc:spChg>
        <pc:graphicFrameChg chg="add mod ord modGraphic">
          <ac:chgData name="Sophia BUI" userId="5388e7d4eb368e7c" providerId="LiveId" clId="{D6A408B9-D6E7-4BF9-9B85-2D9450B73EA7}" dt="2024-10-28T00:47:14.982" v="33507" actId="14100"/>
          <ac:graphicFrameMkLst>
            <pc:docMk/>
            <pc:sldMk cId="1961127721" sldId="857"/>
            <ac:graphicFrameMk id="11" creationId="{AC6D4F6C-1125-4B76-2CCB-80E771801AE4}"/>
          </ac:graphicFrameMkLst>
        </pc:graphicFrameChg>
        <pc:picChg chg="add del mod">
          <ac:chgData name="Sophia BUI" userId="5388e7d4eb368e7c" providerId="LiveId" clId="{D6A408B9-D6E7-4BF9-9B85-2D9450B73EA7}" dt="2024-10-14T03:21:30.971" v="15856" actId="478"/>
          <ac:picMkLst>
            <pc:docMk/>
            <pc:sldMk cId="1961127721" sldId="857"/>
            <ac:picMk id="4" creationId="{AF28FBB7-CD15-1DCE-1CED-0BEC96E9AA03}"/>
          </ac:picMkLst>
        </pc:picChg>
        <pc:picChg chg="add del mod ord">
          <ac:chgData name="Sophia BUI" userId="5388e7d4eb368e7c" providerId="LiveId" clId="{D6A408B9-D6E7-4BF9-9B85-2D9450B73EA7}" dt="2024-10-15T04:27:06.622" v="17798" actId="478"/>
          <ac:picMkLst>
            <pc:docMk/>
            <pc:sldMk cId="1961127721" sldId="857"/>
            <ac:picMk id="6" creationId="{6F17900C-1D3F-87C7-6C2E-B9F50D1E9448}"/>
          </ac:picMkLst>
        </pc:picChg>
        <pc:picChg chg="add del mod ord">
          <ac:chgData name="Sophia BUI" userId="5388e7d4eb368e7c" providerId="LiveId" clId="{D6A408B9-D6E7-4BF9-9B85-2D9450B73EA7}" dt="2024-10-15T04:03:30.966" v="17783" actId="478"/>
          <ac:picMkLst>
            <pc:docMk/>
            <pc:sldMk cId="1961127721" sldId="857"/>
            <ac:picMk id="8" creationId="{EFFF00A4-4738-437A-7A17-F5F1A91D7CA6}"/>
          </ac:picMkLst>
        </pc:picChg>
        <pc:picChg chg="add del">
          <ac:chgData name="Sophia BUI" userId="5388e7d4eb368e7c" providerId="LiveId" clId="{D6A408B9-D6E7-4BF9-9B85-2D9450B73EA7}" dt="2024-10-15T04:27:08.989" v="17800" actId="22"/>
          <ac:picMkLst>
            <pc:docMk/>
            <pc:sldMk cId="1961127721" sldId="857"/>
            <ac:picMk id="13" creationId="{123FD690-DC25-18FB-AF4E-31CDBFB5DD0B}"/>
          </ac:picMkLst>
        </pc:picChg>
        <pc:picChg chg="del">
          <ac:chgData name="Sophia BUI" userId="5388e7d4eb368e7c" providerId="LiveId" clId="{D6A408B9-D6E7-4BF9-9B85-2D9450B73EA7}" dt="2024-10-14T03:04:18.381" v="15575" actId="478"/>
          <ac:picMkLst>
            <pc:docMk/>
            <pc:sldMk cId="1961127721" sldId="857"/>
            <ac:picMk id="13" creationId="{BB31F8DB-0863-7661-29B2-329F4B97A287}"/>
          </ac:picMkLst>
        </pc:picChg>
        <pc:picChg chg="add del mod ord">
          <ac:chgData name="Sophia BUI" userId="5388e7d4eb368e7c" providerId="LiveId" clId="{D6A408B9-D6E7-4BF9-9B85-2D9450B73EA7}" dt="2024-10-15T06:27:33.187" v="17805" actId="478"/>
          <ac:picMkLst>
            <pc:docMk/>
            <pc:sldMk cId="1961127721" sldId="857"/>
            <ac:picMk id="15" creationId="{6D31EB3E-8383-AD07-DAA8-6E17054A8690}"/>
          </ac:picMkLst>
        </pc:picChg>
        <pc:picChg chg="add del mod">
          <ac:chgData name="Sophia BUI" userId="5388e7d4eb368e7c" providerId="LiveId" clId="{D6A408B9-D6E7-4BF9-9B85-2D9450B73EA7}" dt="2024-10-15T06:41:31.191" v="17896" actId="478"/>
          <ac:picMkLst>
            <pc:docMk/>
            <pc:sldMk cId="1961127721" sldId="857"/>
            <ac:picMk id="21" creationId="{3E793748-98DD-F27C-EF17-F8466497A753}"/>
          </ac:picMkLst>
        </pc:picChg>
        <pc:picChg chg="add del mod">
          <ac:chgData name="Sophia BUI" userId="5388e7d4eb368e7c" providerId="LiveId" clId="{D6A408B9-D6E7-4BF9-9B85-2D9450B73EA7}" dt="2024-10-15T08:11:40.747" v="18844" actId="478"/>
          <ac:picMkLst>
            <pc:docMk/>
            <pc:sldMk cId="1961127721" sldId="857"/>
            <ac:picMk id="23" creationId="{D376DD9B-BBFD-F300-83A6-0019067FF5D6}"/>
          </ac:picMkLst>
        </pc:picChg>
        <pc:picChg chg="add del mod">
          <ac:chgData name="Sophia BUI" userId="5388e7d4eb368e7c" providerId="LiveId" clId="{D6A408B9-D6E7-4BF9-9B85-2D9450B73EA7}" dt="2024-10-15T08:09:50.021" v="18842" actId="22"/>
          <ac:picMkLst>
            <pc:docMk/>
            <pc:sldMk cId="1961127721" sldId="857"/>
            <ac:picMk id="25" creationId="{852CCABC-5946-9FDA-83D5-78071403C8E4}"/>
          </ac:picMkLst>
        </pc:picChg>
        <pc:picChg chg="add mod">
          <ac:chgData name="Sophia BUI" userId="5388e7d4eb368e7c" providerId="LiveId" clId="{D6A408B9-D6E7-4BF9-9B85-2D9450B73EA7}" dt="2024-10-15T08:11:48.349" v="18893" actId="1038"/>
          <ac:picMkLst>
            <pc:docMk/>
            <pc:sldMk cId="1961127721" sldId="857"/>
            <ac:picMk id="27" creationId="{5C01038A-9769-83D7-18BC-DF8F9C1405A8}"/>
          </ac:picMkLst>
        </pc:picChg>
      </pc:sldChg>
      <pc:sldChg chg="addSp delSp modSp add del mod ord setBg">
        <pc:chgData name="Sophia BUI" userId="5388e7d4eb368e7c" providerId="LiveId" clId="{D6A408B9-D6E7-4BF9-9B85-2D9450B73EA7}" dt="2024-10-21T05:46:13.013" v="28681" actId="2696"/>
        <pc:sldMkLst>
          <pc:docMk/>
          <pc:sldMk cId="759318268" sldId="858"/>
        </pc:sldMkLst>
        <pc:spChg chg="mod">
          <ac:chgData name="Sophia BUI" userId="5388e7d4eb368e7c" providerId="LiveId" clId="{D6A408B9-D6E7-4BF9-9B85-2D9450B73EA7}" dt="2024-10-21T01:18:36.962" v="28514" actId="20577"/>
          <ac:spMkLst>
            <pc:docMk/>
            <pc:sldMk cId="759318268" sldId="858"/>
            <ac:spMk id="2" creationId="{7C75DB6F-8BF0-7C7A-579E-BD75390FE188}"/>
          </ac:spMkLst>
        </pc:spChg>
        <pc:spChg chg="add mod">
          <ac:chgData name="Sophia BUI" userId="5388e7d4eb368e7c" providerId="LiveId" clId="{D6A408B9-D6E7-4BF9-9B85-2D9450B73EA7}" dt="2024-10-19T07:45:53.631" v="24864" actId="26606"/>
          <ac:spMkLst>
            <pc:docMk/>
            <pc:sldMk cId="759318268" sldId="858"/>
            <ac:spMk id="9" creationId="{A574E095-5C65-9428-C2D2-CEE7834E19FC}"/>
          </ac:spMkLst>
        </pc:spChg>
        <pc:spChg chg="add del">
          <ac:chgData name="Sophia BUI" userId="5388e7d4eb368e7c" providerId="LiveId" clId="{D6A408B9-D6E7-4BF9-9B85-2D9450B73EA7}" dt="2024-10-19T07:45:53.631" v="24864" actId="26606"/>
          <ac:spMkLst>
            <pc:docMk/>
            <pc:sldMk cId="759318268" sldId="858"/>
            <ac:spMk id="16" creationId="{8761DDFE-071F-4200-B0AA-394476C2D2D6}"/>
          </ac:spMkLst>
        </pc:spChg>
        <pc:graphicFrameChg chg="add mod ord modGraphic">
          <ac:chgData name="Sophia BUI" userId="5388e7d4eb368e7c" providerId="LiveId" clId="{D6A408B9-D6E7-4BF9-9B85-2D9450B73EA7}" dt="2024-10-19T07:47:22.246" v="24882" actId="14734"/>
          <ac:graphicFrameMkLst>
            <pc:docMk/>
            <pc:sldMk cId="759318268" sldId="858"/>
            <ac:graphicFrameMk id="11" creationId="{AC6D4F6C-1125-4B76-2CCB-80E771801AE4}"/>
          </ac:graphicFrameMkLst>
        </pc:graphicFrameChg>
        <pc:picChg chg="add del mod">
          <ac:chgData name="Sophia BUI" userId="5388e7d4eb368e7c" providerId="LiveId" clId="{D6A408B9-D6E7-4BF9-9B85-2D9450B73EA7}" dt="2024-10-19T08:09:34.661" v="24892" actId="478"/>
          <ac:picMkLst>
            <pc:docMk/>
            <pc:sldMk cId="759318268" sldId="858"/>
            <ac:picMk id="4" creationId="{7690FBE9-161F-9EA3-BD32-BA84FDD5D39D}"/>
          </ac:picMkLst>
        </pc:picChg>
        <pc:picChg chg="add del mod">
          <ac:chgData name="Sophia BUI" userId="5388e7d4eb368e7c" providerId="LiveId" clId="{D6A408B9-D6E7-4BF9-9B85-2D9450B73EA7}" dt="2024-10-19T07:47:24.015" v="24885" actId="22"/>
          <ac:picMkLst>
            <pc:docMk/>
            <pc:sldMk cId="759318268" sldId="858"/>
            <ac:picMk id="5" creationId="{3035C666-F50C-27A6-8DB5-DE5BFC1A1444}"/>
          </ac:picMkLst>
        </pc:picChg>
        <pc:picChg chg="add mod">
          <ac:chgData name="Sophia BUI" userId="5388e7d4eb368e7c" providerId="LiveId" clId="{D6A408B9-D6E7-4BF9-9B85-2D9450B73EA7}" dt="2024-10-16T05:08:55.096" v="22309"/>
          <ac:picMkLst>
            <pc:docMk/>
            <pc:sldMk cId="759318268" sldId="858"/>
            <ac:picMk id="5" creationId="{BEFF115C-90F8-A818-D517-A696DB3AB576}"/>
          </ac:picMkLst>
        </pc:picChg>
        <pc:picChg chg="add del mod">
          <ac:chgData name="Sophia BUI" userId="5388e7d4eb368e7c" providerId="LiveId" clId="{D6A408B9-D6E7-4BF9-9B85-2D9450B73EA7}" dt="2024-10-21T01:20:47.890" v="28517" actId="21"/>
          <ac:picMkLst>
            <pc:docMk/>
            <pc:sldMk cId="759318268" sldId="858"/>
            <ac:picMk id="7" creationId="{5B939493-8EC9-7C80-A4AA-1BD180FF74E6}"/>
          </ac:picMkLst>
        </pc:picChg>
      </pc:sldChg>
      <pc:sldChg chg="addSp delSp modSp add mod">
        <pc:chgData name="Sophia BUI" userId="5388e7d4eb368e7c" providerId="LiveId" clId="{D6A408B9-D6E7-4BF9-9B85-2D9450B73EA7}" dt="2024-10-28T00:56:48.331" v="33578" actId="20577"/>
        <pc:sldMkLst>
          <pc:docMk/>
          <pc:sldMk cId="3043830441" sldId="859"/>
        </pc:sldMkLst>
        <pc:spChg chg="mod">
          <ac:chgData name="Sophia BUI" userId="5388e7d4eb368e7c" providerId="LiveId" clId="{D6A408B9-D6E7-4BF9-9B85-2D9450B73EA7}" dt="2024-10-28T00:56:48.331" v="33578" actId="20577"/>
          <ac:spMkLst>
            <pc:docMk/>
            <pc:sldMk cId="3043830441" sldId="859"/>
            <ac:spMk id="2" creationId="{7C75DB6F-8BF0-7C7A-579E-BD75390FE188}"/>
          </ac:spMkLst>
        </pc:spChg>
        <pc:spChg chg="add del mod">
          <ac:chgData name="Sophia BUI" userId="5388e7d4eb368e7c" providerId="LiveId" clId="{D6A408B9-D6E7-4BF9-9B85-2D9450B73EA7}" dt="2024-10-16T05:17:41.713" v="22857" actId="478"/>
          <ac:spMkLst>
            <pc:docMk/>
            <pc:sldMk cId="3043830441" sldId="859"/>
            <ac:spMk id="5" creationId="{439E6E87-458F-2BE5-7CB8-24756B13A833}"/>
          </ac:spMkLst>
        </pc:spChg>
        <pc:graphicFrameChg chg="add mod modGraphic">
          <ac:chgData name="Sophia BUI" userId="5388e7d4eb368e7c" providerId="LiveId" clId="{D6A408B9-D6E7-4BF9-9B85-2D9450B73EA7}" dt="2024-10-21T01:22:30.718" v="28532" actId="14100"/>
          <ac:graphicFrameMkLst>
            <pc:docMk/>
            <pc:sldMk cId="3043830441" sldId="859"/>
            <ac:graphicFrameMk id="3" creationId="{E2B08477-8AB6-8605-04AB-5B313D5F4963}"/>
          </ac:graphicFrameMkLst>
        </pc:graphicFrameChg>
        <pc:graphicFrameChg chg="del">
          <ac:chgData name="Sophia BUI" userId="5388e7d4eb368e7c" providerId="LiveId" clId="{D6A408B9-D6E7-4BF9-9B85-2D9450B73EA7}" dt="2024-10-16T05:17:37.459" v="22856" actId="478"/>
          <ac:graphicFrameMkLst>
            <pc:docMk/>
            <pc:sldMk cId="3043830441" sldId="859"/>
            <ac:graphicFrameMk id="12" creationId="{F4AE58C5-4E9D-B586-5CAF-A506417545CE}"/>
          </ac:graphicFrameMkLst>
        </pc:graphicFrameChg>
        <pc:picChg chg="add mod">
          <ac:chgData name="Sophia BUI" userId="5388e7d4eb368e7c" providerId="LiveId" clId="{D6A408B9-D6E7-4BF9-9B85-2D9450B73EA7}" dt="2024-10-19T13:46:27.824" v="25167" actId="1038"/>
          <ac:picMkLst>
            <pc:docMk/>
            <pc:sldMk cId="3043830441" sldId="859"/>
            <ac:picMk id="5" creationId="{ED23C6E7-26D1-36E7-0292-52F9B72E3B35}"/>
          </ac:picMkLst>
        </pc:picChg>
        <pc:picChg chg="add del mod">
          <ac:chgData name="Sophia BUI" userId="5388e7d4eb368e7c" providerId="LiveId" clId="{D6A408B9-D6E7-4BF9-9B85-2D9450B73EA7}" dt="2024-10-19T13:39:58.823" v="25032" actId="478"/>
          <ac:picMkLst>
            <pc:docMk/>
            <pc:sldMk cId="3043830441" sldId="859"/>
            <ac:picMk id="7" creationId="{63E78937-8420-3055-085F-5553380016FD}"/>
          </ac:picMkLst>
        </pc:picChg>
        <pc:picChg chg="add mod">
          <ac:chgData name="Sophia BUI" userId="5388e7d4eb368e7c" providerId="LiveId" clId="{D6A408B9-D6E7-4BF9-9B85-2D9450B73EA7}" dt="2024-10-19T13:46:20.284" v="25105" actId="1036"/>
          <ac:picMkLst>
            <pc:docMk/>
            <pc:sldMk cId="3043830441" sldId="859"/>
            <ac:picMk id="9" creationId="{45E03F26-0017-EF06-20AF-4007A7741B61}"/>
          </ac:picMkLst>
        </pc:picChg>
        <pc:picChg chg="add mod">
          <ac:chgData name="Sophia BUI" userId="5388e7d4eb368e7c" providerId="LiveId" clId="{D6A408B9-D6E7-4BF9-9B85-2D9450B73EA7}" dt="2024-10-19T13:46:14.159" v="25100" actId="1076"/>
          <ac:picMkLst>
            <pc:docMk/>
            <pc:sldMk cId="3043830441" sldId="859"/>
            <ac:picMk id="11" creationId="{A87BCE8C-2C7A-9AD3-3EC0-93560736B11A}"/>
          </ac:picMkLst>
        </pc:picChg>
      </pc:sldChg>
      <pc:sldChg chg="addSp delSp modSp add mod">
        <pc:chgData name="Sophia BUI" userId="5388e7d4eb368e7c" providerId="LiveId" clId="{D6A408B9-D6E7-4BF9-9B85-2D9450B73EA7}" dt="2024-10-28T00:57:52.632" v="33604" actId="20577"/>
        <pc:sldMkLst>
          <pc:docMk/>
          <pc:sldMk cId="595627485" sldId="860"/>
        </pc:sldMkLst>
        <pc:spChg chg="mod">
          <ac:chgData name="Sophia BUI" userId="5388e7d4eb368e7c" providerId="LiveId" clId="{D6A408B9-D6E7-4BF9-9B85-2D9450B73EA7}" dt="2024-10-28T00:57:52.632" v="33604" actId="20577"/>
          <ac:spMkLst>
            <pc:docMk/>
            <pc:sldMk cId="595627485" sldId="860"/>
            <ac:spMk id="2" creationId="{7C75DB6F-8BF0-7C7A-579E-BD75390FE188}"/>
          </ac:spMkLst>
        </pc:spChg>
        <pc:spChg chg="add del mod">
          <ac:chgData name="Sophia BUI" userId="5388e7d4eb368e7c" providerId="LiveId" clId="{D6A408B9-D6E7-4BF9-9B85-2D9450B73EA7}" dt="2024-10-19T14:03:06.786" v="25360" actId="478"/>
          <ac:spMkLst>
            <pc:docMk/>
            <pc:sldMk cId="595627485" sldId="860"/>
            <ac:spMk id="10" creationId="{84126CE2-BE02-9C0D-C65D-082F9774A7BE}"/>
          </ac:spMkLst>
        </pc:spChg>
        <pc:graphicFrameChg chg="del mod modGraphic">
          <ac:chgData name="Sophia BUI" userId="5388e7d4eb368e7c" providerId="LiveId" clId="{D6A408B9-D6E7-4BF9-9B85-2D9450B73EA7}" dt="2024-10-19T14:03:03.355" v="25359" actId="478"/>
          <ac:graphicFrameMkLst>
            <pc:docMk/>
            <pc:sldMk cId="595627485" sldId="860"/>
            <ac:graphicFrameMk id="12" creationId="{F4AE58C5-4E9D-B586-5CAF-A506417545CE}"/>
          </ac:graphicFrameMkLst>
        </pc:graphicFrameChg>
        <pc:picChg chg="add mod">
          <ac:chgData name="Sophia BUI" userId="5388e7d4eb368e7c" providerId="LiveId" clId="{D6A408B9-D6E7-4BF9-9B85-2D9450B73EA7}" dt="2024-10-19T14:04:58.150" v="25407" actId="14100"/>
          <ac:picMkLst>
            <pc:docMk/>
            <pc:sldMk cId="595627485" sldId="860"/>
            <ac:picMk id="4" creationId="{60314EC9-F385-554C-389B-2D9BF7BBE506}"/>
          </ac:picMkLst>
        </pc:picChg>
        <pc:picChg chg="add mod">
          <ac:chgData name="Sophia BUI" userId="5388e7d4eb368e7c" providerId="LiveId" clId="{D6A408B9-D6E7-4BF9-9B85-2D9450B73EA7}" dt="2024-10-22T09:33:04.920" v="30035" actId="14100"/>
          <ac:picMkLst>
            <pc:docMk/>
            <pc:sldMk cId="595627485" sldId="860"/>
            <ac:picMk id="5" creationId="{F3BE4B0D-99EA-9449-6D11-A3D03DE51A6C}"/>
          </ac:picMkLst>
        </pc:picChg>
        <pc:picChg chg="add del mod">
          <ac:chgData name="Sophia BUI" userId="5388e7d4eb368e7c" providerId="LiveId" clId="{D6A408B9-D6E7-4BF9-9B85-2D9450B73EA7}" dt="2024-10-19T14:02:40.418" v="25341" actId="478"/>
          <ac:picMkLst>
            <pc:docMk/>
            <pc:sldMk cId="595627485" sldId="860"/>
            <ac:picMk id="6" creationId="{4A1A1A10-1688-81F5-567D-A304E568B272}"/>
          </ac:picMkLst>
        </pc:picChg>
        <pc:picChg chg="add del mod">
          <ac:chgData name="Sophia BUI" userId="5388e7d4eb368e7c" providerId="LiveId" clId="{D6A408B9-D6E7-4BF9-9B85-2D9450B73EA7}" dt="2024-10-22T09:31:34.670" v="30028" actId="478"/>
          <ac:picMkLst>
            <pc:docMk/>
            <pc:sldMk cId="595627485" sldId="860"/>
            <ac:picMk id="8" creationId="{137FF60D-C3CE-7A97-8576-060653A09DDB}"/>
          </ac:picMkLst>
        </pc:picChg>
      </pc:sldChg>
      <pc:sldChg chg="addSp delSp modSp add mod">
        <pc:chgData name="Sophia BUI" userId="5388e7d4eb368e7c" providerId="LiveId" clId="{D6A408B9-D6E7-4BF9-9B85-2D9450B73EA7}" dt="2024-10-28T01:01:16.964" v="33702" actId="20577"/>
        <pc:sldMkLst>
          <pc:docMk/>
          <pc:sldMk cId="436534845" sldId="861"/>
        </pc:sldMkLst>
        <pc:spChg chg="mod">
          <ac:chgData name="Sophia BUI" userId="5388e7d4eb368e7c" providerId="LiveId" clId="{D6A408B9-D6E7-4BF9-9B85-2D9450B73EA7}" dt="2024-10-28T01:01:16.964" v="33702" actId="20577"/>
          <ac:spMkLst>
            <pc:docMk/>
            <pc:sldMk cId="436534845" sldId="861"/>
            <ac:spMk id="2" creationId="{7C75DB6F-8BF0-7C7A-579E-BD75390FE188}"/>
          </ac:spMkLst>
        </pc:spChg>
        <pc:spChg chg="add mod">
          <ac:chgData name="Sophia BUI" userId="5388e7d4eb368e7c" providerId="LiveId" clId="{D6A408B9-D6E7-4BF9-9B85-2D9450B73EA7}" dt="2024-10-17T15:01:17.556" v="23857"/>
          <ac:spMkLst>
            <pc:docMk/>
            <pc:sldMk cId="436534845" sldId="861"/>
            <ac:spMk id="3" creationId="{D2A66334-D72C-6733-6CBD-B21BF88A089B}"/>
          </ac:spMkLst>
        </pc:spChg>
        <pc:graphicFrameChg chg="add mod modGraphic">
          <ac:chgData name="Sophia BUI" userId="5388e7d4eb368e7c" providerId="LiveId" clId="{D6A408B9-D6E7-4BF9-9B85-2D9450B73EA7}" dt="2024-10-17T15:08:54.285" v="24585" actId="14734"/>
          <ac:graphicFrameMkLst>
            <pc:docMk/>
            <pc:sldMk cId="436534845" sldId="861"/>
            <ac:graphicFrameMk id="5" creationId="{A21A2C2F-BE53-7977-57FB-B31FBDC057FB}"/>
          </ac:graphicFrameMkLst>
        </pc:graphicFrameChg>
        <pc:picChg chg="add del mod">
          <ac:chgData name="Sophia BUI" userId="5388e7d4eb368e7c" providerId="LiveId" clId="{D6A408B9-D6E7-4BF9-9B85-2D9450B73EA7}" dt="2024-10-17T15:07:46.200" v="24453" actId="478"/>
          <ac:picMkLst>
            <pc:docMk/>
            <pc:sldMk cId="436534845" sldId="861"/>
            <ac:picMk id="4" creationId="{A09E4FBB-FC81-1FF0-59E7-A15176D8C943}"/>
          </ac:picMkLst>
        </pc:picChg>
        <pc:picChg chg="add mod">
          <ac:chgData name="Sophia BUI" userId="5388e7d4eb368e7c" providerId="LiveId" clId="{D6A408B9-D6E7-4BF9-9B85-2D9450B73EA7}" dt="2024-10-17T15:07:52.355" v="24489" actId="1038"/>
          <ac:picMkLst>
            <pc:docMk/>
            <pc:sldMk cId="436534845" sldId="861"/>
            <ac:picMk id="7" creationId="{A207D1B6-7444-2E26-D227-5E1B13FB59A9}"/>
          </ac:picMkLst>
        </pc:picChg>
      </pc:sldChg>
      <pc:sldChg chg="add del">
        <pc:chgData name="Sophia BUI" userId="5388e7d4eb368e7c" providerId="LiveId" clId="{D6A408B9-D6E7-4BF9-9B85-2D9450B73EA7}" dt="2024-10-14T03:06:58.528" v="15642"/>
        <pc:sldMkLst>
          <pc:docMk/>
          <pc:sldMk cId="2387517036" sldId="861"/>
        </pc:sldMkLst>
      </pc:sldChg>
      <pc:sldChg chg="add del">
        <pc:chgData name="Sophia BUI" userId="5388e7d4eb368e7c" providerId="LiveId" clId="{D6A408B9-D6E7-4BF9-9B85-2D9450B73EA7}" dt="2024-10-14T03:06:58.528" v="15642"/>
        <pc:sldMkLst>
          <pc:docMk/>
          <pc:sldMk cId="1440224501" sldId="862"/>
        </pc:sldMkLst>
      </pc:sldChg>
      <pc:sldChg chg="addSp modSp add mod ord">
        <pc:chgData name="Sophia BUI" userId="5388e7d4eb368e7c" providerId="LiveId" clId="{D6A408B9-D6E7-4BF9-9B85-2D9450B73EA7}" dt="2024-10-28T03:27:57.588" v="34507" actId="20577"/>
        <pc:sldMkLst>
          <pc:docMk/>
          <pc:sldMk cId="3499228371" sldId="862"/>
        </pc:sldMkLst>
        <pc:spChg chg="mod">
          <ac:chgData name="Sophia BUI" userId="5388e7d4eb368e7c" providerId="LiveId" clId="{D6A408B9-D6E7-4BF9-9B85-2D9450B73EA7}" dt="2024-10-28T03:27:57.588" v="34507" actId="20577"/>
          <ac:spMkLst>
            <pc:docMk/>
            <pc:sldMk cId="3499228371" sldId="862"/>
            <ac:spMk id="2" creationId="{7C75DB6F-8BF0-7C7A-579E-BD75390FE188}"/>
          </ac:spMkLst>
        </pc:spChg>
        <pc:graphicFrameChg chg="mod modGraphic">
          <ac:chgData name="Sophia BUI" userId="5388e7d4eb368e7c" providerId="LiveId" clId="{D6A408B9-D6E7-4BF9-9B85-2D9450B73EA7}" dt="2024-10-28T01:35:52.134" v="34319" actId="14100"/>
          <ac:graphicFrameMkLst>
            <pc:docMk/>
            <pc:sldMk cId="3499228371" sldId="862"/>
            <ac:graphicFrameMk id="12" creationId="{F4AE58C5-4E9D-B586-5CAF-A506417545CE}"/>
          </ac:graphicFrameMkLst>
        </pc:graphicFrameChg>
        <pc:picChg chg="add mod">
          <ac:chgData name="Sophia BUI" userId="5388e7d4eb368e7c" providerId="LiveId" clId="{D6A408B9-D6E7-4BF9-9B85-2D9450B73EA7}" dt="2024-10-28T01:35:40.141" v="34316" actId="1076"/>
          <ac:picMkLst>
            <pc:docMk/>
            <pc:sldMk cId="3499228371" sldId="862"/>
            <ac:picMk id="4" creationId="{512CF4C2-47C4-1EC2-45D9-CF4D7773DC84}"/>
          </ac:picMkLst>
        </pc:picChg>
      </pc:sldChg>
      <pc:sldChg chg="addSp delSp modSp add mod">
        <pc:chgData name="Sophia BUI" userId="5388e7d4eb368e7c" providerId="LiveId" clId="{D6A408B9-D6E7-4BF9-9B85-2D9450B73EA7}" dt="2024-10-28T03:31:14.984" v="34510" actId="14100"/>
        <pc:sldMkLst>
          <pc:docMk/>
          <pc:sldMk cId="93906532" sldId="863"/>
        </pc:sldMkLst>
        <pc:spChg chg="mod">
          <ac:chgData name="Sophia BUI" userId="5388e7d4eb368e7c" providerId="LiveId" clId="{D6A408B9-D6E7-4BF9-9B85-2D9450B73EA7}" dt="2024-10-28T03:27:49.512" v="34503" actId="20577"/>
          <ac:spMkLst>
            <pc:docMk/>
            <pc:sldMk cId="93906532" sldId="863"/>
            <ac:spMk id="2" creationId="{7C75DB6F-8BF0-7C7A-579E-BD75390FE188}"/>
          </ac:spMkLst>
        </pc:spChg>
        <pc:graphicFrameChg chg="mod modGraphic">
          <ac:chgData name="Sophia BUI" userId="5388e7d4eb368e7c" providerId="LiveId" clId="{D6A408B9-D6E7-4BF9-9B85-2D9450B73EA7}" dt="2024-10-28T03:31:09.440" v="34509" actId="14100"/>
          <ac:graphicFrameMkLst>
            <pc:docMk/>
            <pc:sldMk cId="93906532" sldId="863"/>
            <ac:graphicFrameMk id="12" creationId="{F4AE58C5-4E9D-B586-5CAF-A506417545CE}"/>
          </ac:graphicFrameMkLst>
        </pc:graphicFrameChg>
        <pc:picChg chg="add del mod">
          <ac:chgData name="Sophia BUI" userId="5388e7d4eb368e7c" providerId="LiveId" clId="{D6A408B9-D6E7-4BF9-9B85-2D9450B73EA7}" dt="2024-10-28T01:26:17.980" v="34134" actId="478"/>
          <ac:picMkLst>
            <pc:docMk/>
            <pc:sldMk cId="93906532" sldId="863"/>
            <ac:picMk id="4" creationId="{49DA3BB8-4D0D-3282-229E-EFBCCA893BB3}"/>
          </ac:picMkLst>
        </pc:picChg>
        <pc:picChg chg="add mod">
          <ac:chgData name="Sophia BUI" userId="5388e7d4eb368e7c" providerId="LiveId" clId="{D6A408B9-D6E7-4BF9-9B85-2D9450B73EA7}" dt="2024-10-28T03:31:14.984" v="34510" actId="14100"/>
          <ac:picMkLst>
            <pc:docMk/>
            <pc:sldMk cId="93906532" sldId="863"/>
            <ac:picMk id="6" creationId="{8EBF0819-EF73-EA7F-64F3-2AFCFAA58EA9}"/>
          </ac:picMkLst>
        </pc:picChg>
        <pc:picChg chg="add mod">
          <ac:chgData name="Sophia BUI" userId="5388e7d4eb368e7c" providerId="LiveId" clId="{D6A408B9-D6E7-4BF9-9B85-2D9450B73EA7}" dt="2024-10-28T01:52:11.380" v="34496" actId="14100"/>
          <ac:picMkLst>
            <pc:docMk/>
            <pc:sldMk cId="93906532" sldId="863"/>
            <ac:picMk id="8" creationId="{35C639FD-FEB2-37B4-FE7C-DC9241B4B9A6}"/>
          </ac:picMkLst>
        </pc:picChg>
      </pc:sldChg>
      <pc:sldChg chg="add del">
        <pc:chgData name="Sophia BUI" userId="5388e7d4eb368e7c" providerId="LiveId" clId="{D6A408B9-D6E7-4BF9-9B85-2D9450B73EA7}" dt="2024-10-14T03:06:58.528" v="15642"/>
        <pc:sldMkLst>
          <pc:docMk/>
          <pc:sldMk cId="820236055" sldId="863"/>
        </pc:sldMkLst>
      </pc:sldChg>
      <pc:sldChg chg="addSp modSp add del mod">
        <pc:chgData name="Sophia BUI" userId="5388e7d4eb368e7c" providerId="LiveId" clId="{D6A408B9-D6E7-4BF9-9B85-2D9450B73EA7}" dt="2024-10-29T03:10:36.574" v="36397" actId="2696"/>
        <pc:sldMkLst>
          <pc:docMk/>
          <pc:sldMk cId="67277849" sldId="864"/>
        </pc:sldMkLst>
        <pc:spChg chg="mod">
          <ac:chgData name="Sophia BUI" userId="5388e7d4eb368e7c" providerId="LiveId" clId="{D6A408B9-D6E7-4BF9-9B85-2D9450B73EA7}" dt="2024-10-28T04:21:15.550" v="34796" actId="6549"/>
          <ac:spMkLst>
            <pc:docMk/>
            <pc:sldMk cId="67277849" sldId="864"/>
            <ac:spMk id="2" creationId="{7C75DB6F-8BF0-7C7A-579E-BD75390FE188}"/>
          </ac:spMkLst>
        </pc:spChg>
        <pc:spChg chg="add mod">
          <ac:chgData name="Sophia BUI" userId="5388e7d4eb368e7c" providerId="LiveId" clId="{D6A408B9-D6E7-4BF9-9B85-2D9450B73EA7}" dt="2024-10-24T08:47:01.362" v="32171" actId="27636"/>
          <ac:spMkLst>
            <pc:docMk/>
            <pc:sldMk cId="67277849" sldId="864"/>
            <ac:spMk id="3" creationId="{5F1E1F2F-6250-B482-ED20-A6C13F9039B7}"/>
          </ac:spMkLst>
        </pc:spChg>
        <pc:graphicFrameChg chg="add mod modGraphic">
          <ac:chgData name="Sophia BUI" userId="5388e7d4eb368e7c" providerId="LiveId" clId="{D6A408B9-D6E7-4BF9-9B85-2D9450B73EA7}" dt="2024-10-28T04:17:25.167" v="34744" actId="14100"/>
          <ac:graphicFrameMkLst>
            <pc:docMk/>
            <pc:sldMk cId="67277849" sldId="864"/>
            <ac:graphicFrameMk id="5" creationId="{DF526AEC-D0F4-D408-665A-D94205C2F4C6}"/>
          </ac:graphicFrameMkLst>
        </pc:graphicFrameChg>
        <pc:picChg chg="add mod">
          <ac:chgData name="Sophia BUI" userId="5388e7d4eb368e7c" providerId="LiveId" clId="{D6A408B9-D6E7-4BF9-9B85-2D9450B73EA7}" dt="2024-10-28T04:17:16.422" v="34742" actId="14100"/>
          <ac:picMkLst>
            <pc:docMk/>
            <pc:sldMk cId="67277849" sldId="864"/>
            <ac:picMk id="4" creationId="{30F02CC5-E2FD-1B41-FEE7-0893EC8BDABE}"/>
          </ac:picMkLst>
        </pc:picChg>
      </pc:sldChg>
      <pc:sldChg chg="del ord">
        <pc:chgData name="Sophia BUI" userId="5388e7d4eb368e7c" providerId="LiveId" clId="{D6A408B9-D6E7-4BF9-9B85-2D9450B73EA7}" dt="2024-10-30T08:06:30.164" v="40992" actId="2696"/>
        <pc:sldMkLst>
          <pc:docMk/>
          <pc:sldMk cId="1429814903" sldId="864"/>
        </pc:sldMkLst>
      </pc:sldChg>
      <pc:sldChg chg="del">
        <pc:chgData name="Sophia BUI" userId="5388e7d4eb368e7c" providerId="LiveId" clId="{D6A408B9-D6E7-4BF9-9B85-2D9450B73EA7}" dt="2024-10-30T08:06:56.239" v="40993" actId="2696"/>
        <pc:sldMkLst>
          <pc:docMk/>
          <pc:sldMk cId="1496765824" sldId="864"/>
        </pc:sldMkLst>
      </pc:sldChg>
      <pc:sldChg chg="del">
        <pc:chgData name="Sophia BUI" userId="5388e7d4eb368e7c" providerId="LiveId" clId="{D6A408B9-D6E7-4BF9-9B85-2D9450B73EA7}" dt="2024-10-30T08:07:33.762" v="40994" actId="2696"/>
        <pc:sldMkLst>
          <pc:docMk/>
          <pc:sldMk cId="3351210873" sldId="864"/>
        </pc:sldMkLst>
      </pc:sldChg>
      <pc:sldChg chg="del">
        <pc:chgData name="Sophia BUI" userId="5388e7d4eb368e7c" providerId="LiveId" clId="{D6A408B9-D6E7-4BF9-9B85-2D9450B73EA7}" dt="2024-10-30T08:07:51.163" v="40995"/>
        <pc:sldMkLst>
          <pc:docMk/>
          <pc:sldMk cId="3631911038" sldId="864"/>
        </pc:sldMkLst>
      </pc:sldChg>
      <pc:sldChg chg="modSp mod">
        <pc:chgData name="Sophia BUI" userId="5388e7d4eb368e7c" providerId="LiveId" clId="{D6A408B9-D6E7-4BF9-9B85-2D9450B73EA7}" dt="2024-10-30T23:57:32.157" v="42240" actId="20577"/>
        <pc:sldMkLst>
          <pc:docMk/>
          <pc:sldMk cId="3830993557" sldId="864"/>
        </pc:sldMkLst>
        <pc:spChg chg="mod">
          <ac:chgData name="Sophia BUI" userId="5388e7d4eb368e7c" providerId="LiveId" clId="{D6A408B9-D6E7-4BF9-9B85-2D9450B73EA7}" dt="2024-10-30T23:57:32.157" v="42240" actId="20577"/>
          <ac:spMkLst>
            <pc:docMk/>
            <pc:sldMk cId="3830993557" sldId="864"/>
            <ac:spMk id="2" creationId="{73B18D4D-EE63-8DD0-C8F0-0AF73B28850D}"/>
          </ac:spMkLst>
        </pc:spChg>
      </pc:sldChg>
      <pc:sldChg chg="addSp modSp add del mod ord">
        <pc:chgData name="Sophia BUI" userId="5388e7d4eb368e7c" providerId="LiveId" clId="{D6A408B9-D6E7-4BF9-9B85-2D9450B73EA7}" dt="2024-10-29T03:10:36.574" v="36397" actId="2696"/>
        <pc:sldMkLst>
          <pc:docMk/>
          <pc:sldMk cId="3030455187" sldId="865"/>
        </pc:sldMkLst>
        <pc:spChg chg="mod">
          <ac:chgData name="Sophia BUI" userId="5388e7d4eb368e7c" providerId="LiveId" clId="{D6A408B9-D6E7-4BF9-9B85-2D9450B73EA7}" dt="2024-10-28T04:20:40.687" v="34779" actId="20577"/>
          <ac:spMkLst>
            <pc:docMk/>
            <pc:sldMk cId="3030455187" sldId="865"/>
            <ac:spMk id="2" creationId="{7C75DB6F-8BF0-7C7A-579E-BD75390FE188}"/>
          </ac:spMkLst>
        </pc:spChg>
        <pc:graphicFrameChg chg="mod modGraphic">
          <ac:chgData name="Sophia BUI" userId="5388e7d4eb368e7c" providerId="LiveId" clId="{D6A408B9-D6E7-4BF9-9B85-2D9450B73EA7}" dt="2024-10-24T08:41:45.883" v="31919" actId="20577"/>
          <ac:graphicFrameMkLst>
            <pc:docMk/>
            <pc:sldMk cId="3030455187" sldId="865"/>
            <ac:graphicFrameMk id="12" creationId="{F4AE58C5-4E9D-B586-5CAF-A506417545CE}"/>
          </ac:graphicFrameMkLst>
        </pc:graphicFrameChg>
        <pc:picChg chg="add mod">
          <ac:chgData name="Sophia BUI" userId="5388e7d4eb368e7c" providerId="LiveId" clId="{D6A408B9-D6E7-4BF9-9B85-2D9450B73EA7}" dt="2024-10-28T04:20:24.438" v="34772" actId="14100"/>
          <ac:picMkLst>
            <pc:docMk/>
            <pc:sldMk cId="3030455187" sldId="865"/>
            <ac:picMk id="4" creationId="{7DA7DDE2-3A82-6974-64A5-727AED5D8C81}"/>
          </ac:picMkLst>
        </pc:picChg>
      </pc:sldChg>
      <pc:sldChg chg="addSp delSp modSp mod">
        <pc:chgData name="Sophia BUI" userId="5388e7d4eb368e7c" providerId="LiveId" clId="{D6A408B9-D6E7-4BF9-9B85-2D9450B73EA7}" dt="2024-10-30T08:45:39.268" v="41683" actId="1076"/>
        <pc:sldMkLst>
          <pc:docMk/>
          <pc:sldMk cId="3686026910" sldId="865"/>
        </pc:sldMkLst>
        <pc:spChg chg="mod">
          <ac:chgData name="Sophia BUI" userId="5388e7d4eb368e7c" providerId="LiveId" clId="{D6A408B9-D6E7-4BF9-9B85-2D9450B73EA7}" dt="2024-10-29T03:30:26.372" v="36777" actId="20577"/>
          <ac:spMkLst>
            <pc:docMk/>
            <pc:sldMk cId="3686026910" sldId="865"/>
            <ac:spMk id="2" creationId="{7C75DB6F-8BF0-7C7A-579E-BD75390FE188}"/>
          </ac:spMkLst>
        </pc:spChg>
        <pc:graphicFrameChg chg="mod modGraphic">
          <ac:chgData name="Sophia BUI" userId="5388e7d4eb368e7c" providerId="LiveId" clId="{D6A408B9-D6E7-4BF9-9B85-2D9450B73EA7}" dt="2024-10-30T08:45:35.884" v="41682" actId="948"/>
          <ac:graphicFrameMkLst>
            <pc:docMk/>
            <pc:sldMk cId="3686026910" sldId="865"/>
            <ac:graphicFrameMk id="12" creationId="{F4AE58C5-4E9D-B586-5CAF-A506417545CE}"/>
          </ac:graphicFrameMkLst>
        </pc:graphicFrameChg>
        <pc:picChg chg="del">
          <ac:chgData name="Sophia BUI" userId="5388e7d4eb368e7c" providerId="LiveId" clId="{D6A408B9-D6E7-4BF9-9B85-2D9450B73EA7}" dt="2024-10-29T03:30:12.515" v="36770" actId="478"/>
          <ac:picMkLst>
            <pc:docMk/>
            <pc:sldMk cId="3686026910" sldId="865"/>
            <ac:picMk id="4" creationId="{7DA7DDE2-3A82-6974-64A5-727AED5D8C81}"/>
          </ac:picMkLst>
        </pc:picChg>
        <pc:picChg chg="add del mod">
          <ac:chgData name="Sophia BUI" userId="5388e7d4eb368e7c" providerId="LiveId" clId="{D6A408B9-D6E7-4BF9-9B85-2D9450B73EA7}" dt="2024-10-29T04:06:26.400" v="36826" actId="478"/>
          <ac:picMkLst>
            <pc:docMk/>
            <pc:sldMk cId="3686026910" sldId="865"/>
            <ac:picMk id="5" creationId="{0D0E5A1C-C9A8-0EED-BE21-47E51897B71B}"/>
          </ac:picMkLst>
        </pc:picChg>
        <pc:picChg chg="add mod">
          <ac:chgData name="Sophia BUI" userId="5388e7d4eb368e7c" providerId="LiveId" clId="{D6A408B9-D6E7-4BF9-9B85-2D9450B73EA7}" dt="2024-10-29T04:06:48.962" v="36868" actId="14100"/>
          <ac:picMkLst>
            <pc:docMk/>
            <pc:sldMk cId="3686026910" sldId="865"/>
            <ac:picMk id="7" creationId="{CAE48E75-E537-245E-548D-3193E6F28A07}"/>
          </ac:picMkLst>
        </pc:picChg>
        <pc:picChg chg="add mod">
          <ac:chgData name="Sophia BUI" userId="5388e7d4eb368e7c" providerId="LiveId" clId="{D6A408B9-D6E7-4BF9-9B85-2D9450B73EA7}" dt="2024-10-30T08:45:39.268" v="41683" actId="1076"/>
          <ac:picMkLst>
            <pc:docMk/>
            <pc:sldMk cId="3686026910" sldId="865"/>
            <ac:picMk id="9" creationId="{C3122F37-5CFD-CDA5-3F7F-47F851F41990}"/>
          </ac:picMkLst>
        </pc:picChg>
      </pc:sldChg>
      <pc:sldChg chg="modSp add del mod">
        <pc:chgData name="Sophia BUI" userId="5388e7d4eb368e7c" providerId="LiveId" clId="{D6A408B9-D6E7-4BF9-9B85-2D9450B73EA7}" dt="2024-10-29T03:10:36.574" v="36397" actId="2696"/>
        <pc:sldMkLst>
          <pc:docMk/>
          <pc:sldMk cId="636723356" sldId="866"/>
        </pc:sldMkLst>
        <pc:spChg chg="mod">
          <ac:chgData name="Sophia BUI" userId="5388e7d4eb368e7c" providerId="LiveId" clId="{D6A408B9-D6E7-4BF9-9B85-2D9450B73EA7}" dt="2024-10-28T04:20:07.783" v="34771" actId="20577"/>
          <ac:spMkLst>
            <pc:docMk/>
            <pc:sldMk cId="636723356" sldId="866"/>
            <ac:spMk id="2" creationId="{7C75DB6F-8BF0-7C7A-579E-BD75390FE188}"/>
          </ac:spMkLst>
        </pc:spChg>
      </pc:sldChg>
      <pc:sldChg chg="addSp delSp modSp mod">
        <pc:chgData name="Sophia BUI" userId="5388e7d4eb368e7c" providerId="LiveId" clId="{D6A408B9-D6E7-4BF9-9B85-2D9450B73EA7}" dt="2024-10-30T08:47:40.692" v="41716" actId="14100"/>
        <pc:sldMkLst>
          <pc:docMk/>
          <pc:sldMk cId="2331791401" sldId="866"/>
        </pc:sldMkLst>
        <pc:spChg chg="mod">
          <ac:chgData name="Sophia BUI" userId="5388e7d4eb368e7c" providerId="LiveId" clId="{D6A408B9-D6E7-4BF9-9B85-2D9450B73EA7}" dt="2024-10-30T08:47:40.692" v="41716" actId="14100"/>
          <ac:spMkLst>
            <pc:docMk/>
            <pc:sldMk cId="2331791401" sldId="866"/>
            <ac:spMk id="2" creationId="{7C75DB6F-8BF0-7C7A-579E-BD75390FE188}"/>
          </ac:spMkLst>
        </pc:spChg>
        <pc:graphicFrameChg chg="mod modGraphic">
          <ac:chgData name="Sophia BUI" userId="5388e7d4eb368e7c" providerId="LiveId" clId="{D6A408B9-D6E7-4BF9-9B85-2D9450B73EA7}" dt="2024-10-30T08:46:49.254" v="41692" actId="403"/>
          <ac:graphicFrameMkLst>
            <pc:docMk/>
            <pc:sldMk cId="2331791401" sldId="866"/>
            <ac:graphicFrameMk id="12" creationId="{F4AE58C5-4E9D-B586-5CAF-A506417545CE}"/>
          </ac:graphicFrameMkLst>
        </pc:graphicFrameChg>
        <pc:picChg chg="add del mod">
          <ac:chgData name="Sophia BUI" userId="5388e7d4eb368e7c" providerId="LiveId" clId="{D6A408B9-D6E7-4BF9-9B85-2D9450B73EA7}" dt="2024-10-29T07:36:35.688" v="37654" actId="478"/>
          <ac:picMkLst>
            <pc:docMk/>
            <pc:sldMk cId="2331791401" sldId="866"/>
            <ac:picMk id="4" creationId="{1729933A-4ABE-A72B-D728-287A83BDB0C7}"/>
          </ac:picMkLst>
        </pc:picChg>
        <pc:picChg chg="add del mod">
          <ac:chgData name="Sophia BUI" userId="5388e7d4eb368e7c" providerId="LiveId" clId="{D6A408B9-D6E7-4BF9-9B85-2D9450B73EA7}" dt="2024-10-29T07:37:09.557" v="37691" actId="478"/>
          <ac:picMkLst>
            <pc:docMk/>
            <pc:sldMk cId="2331791401" sldId="866"/>
            <ac:picMk id="6" creationId="{597DB12F-7F3C-2E57-792A-9E78595A255C}"/>
          </ac:picMkLst>
        </pc:picChg>
        <pc:picChg chg="add del mod">
          <ac:chgData name="Sophia BUI" userId="5388e7d4eb368e7c" providerId="LiveId" clId="{D6A408B9-D6E7-4BF9-9B85-2D9450B73EA7}" dt="2024-10-29T07:48:39.132" v="37718" actId="478"/>
          <ac:picMkLst>
            <pc:docMk/>
            <pc:sldMk cId="2331791401" sldId="866"/>
            <ac:picMk id="8" creationId="{DE64F008-7F66-5DCD-F239-937BCA5BFCAE}"/>
          </ac:picMkLst>
        </pc:picChg>
        <pc:picChg chg="add del mod">
          <ac:chgData name="Sophia BUI" userId="5388e7d4eb368e7c" providerId="LiveId" clId="{D6A408B9-D6E7-4BF9-9B85-2D9450B73EA7}" dt="2024-10-29T07:49:04.728" v="37752" actId="478"/>
          <ac:picMkLst>
            <pc:docMk/>
            <pc:sldMk cId="2331791401" sldId="866"/>
            <ac:picMk id="10" creationId="{CAE56B29-DAB1-2632-E74D-8ACF41F31471}"/>
          </ac:picMkLst>
        </pc:picChg>
        <pc:picChg chg="add mod">
          <ac:chgData name="Sophia BUI" userId="5388e7d4eb368e7c" providerId="LiveId" clId="{D6A408B9-D6E7-4BF9-9B85-2D9450B73EA7}" dt="2024-10-29T07:50:37.681" v="37775" actId="14100"/>
          <ac:picMkLst>
            <pc:docMk/>
            <pc:sldMk cId="2331791401" sldId="866"/>
            <ac:picMk id="13" creationId="{71DF898E-7F43-963F-AC81-756F7C2FB6F3}"/>
          </ac:picMkLst>
        </pc:picChg>
        <pc:picChg chg="add mod">
          <ac:chgData name="Sophia BUI" userId="5388e7d4eb368e7c" providerId="LiveId" clId="{D6A408B9-D6E7-4BF9-9B85-2D9450B73EA7}" dt="2024-10-30T08:46:58.036" v="41693" actId="14100"/>
          <ac:picMkLst>
            <pc:docMk/>
            <pc:sldMk cId="2331791401" sldId="866"/>
            <ac:picMk id="15" creationId="{A34801A5-551E-C487-929B-385145DC20C9}"/>
          </ac:picMkLst>
        </pc:picChg>
      </pc:sldChg>
      <pc:sldChg chg="addSp delSp modSp add mod ord">
        <pc:chgData name="Sophia BUI" userId="5388e7d4eb368e7c" providerId="LiveId" clId="{D6A408B9-D6E7-4BF9-9B85-2D9450B73EA7}" dt="2024-10-28T00:48:09.289" v="33531" actId="14100"/>
        <pc:sldMkLst>
          <pc:docMk/>
          <pc:sldMk cId="2716257414" sldId="867"/>
        </pc:sldMkLst>
        <pc:spChg chg="mod">
          <ac:chgData name="Sophia BUI" userId="5388e7d4eb368e7c" providerId="LiveId" clId="{D6A408B9-D6E7-4BF9-9B85-2D9450B73EA7}" dt="2024-10-16T05:05:24.860" v="22251" actId="20577"/>
          <ac:spMkLst>
            <pc:docMk/>
            <pc:sldMk cId="2716257414" sldId="867"/>
            <ac:spMk id="2" creationId="{7C75DB6F-8BF0-7C7A-579E-BD75390FE188}"/>
          </ac:spMkLst>
        </pc:spChg>
        <pc:spChg chg="add del mod">
          <ac:chgData name="Sophia BUI" userId="5388e7d4eb368e7c" providerId="LiveId" clId="{D6A408B9-D6E7-4BF9-9B85-2D9450B73EA7}" dt="2024-10-14T03:55:59.339" v="17310" actId="478"/>
          <ac:spMkLst>
            <pc:docMk/>
            <pc:sldMk cId="2716257414" sldId="867"/>
            <ac:spMk id="6" creationId="{B15314C5-782D-4A79-2FB8-E348B8F5C9F5}"/>
          </ac:spMkLst>
        </pc:spChg>
        <pc:graphicFrameChg chg="add mod modGraphic">
          <ac:chgData name="Sophia BUI" userId="5388e7d4eb368e7c" providerId="LiveId" clId="{D6A408B9-D6E7-4BF9-9B85-2D9450B73EA7}" dt="2024-10-28T00:48:09.289" v="33531" actId="14100"/>
          <ac:graphicFrameMkLst>
            <pc:docMk/>
            <pc:sldMk cId="2716257414" sldId="867"/>
            <ac:graphicFrameMk id="3" creationId="{87BBF9E0-E997-8592-722C-140B18ADBF69}"/>
          </ac:graphicFrameMkLst>
        </pc:graphicFrameChg>
        <pc:graphicFrameChg chg="del mod modGraphic">
          <ac:chgData name="Sophia BUI" userId="5388e7d4eb368e7c" providerId="LiveId" clId="{D6A408B9-D6E7-4BF9-9B85-2D9450B73EA7}" dt="2024-10-14T03:55:51.226" v="17309" actId="478"/>
          <ac:graphicFrameMkLst>
            <pc:docMk/>
            <pc:sldMk cId="2716257414" sldId="867"/>
            <ac:graphicFrameMk id="12" creationId="{F4AE58C5-4E9D-B586-5CAF-A506417545CE}"/>
          </ac:graphicFrameMkLst>
        </pc:graphicFrameChg>
        <pc:picChg chg="add del mod ord">
          <ac:chgData name="Sophia BUI" userId="5388e7d4eb368e7c" providerId="LiveId" clId="{D6A408B9-D6E7-4BF9-9B85-2D9450B73EA7}" dt="2024-10-15T08:48:52.107" v="19038" actId="478"/>
          <ac:picMkLst>
            <pc:docMk/>
            <pc:sldMk cId="2716257414" sldId="867"/>
            <ac:picMk id="4" creationId="{B897E971-3640-86AC-7510-EB23013AF947}"/>
          </ac:picMkLst>
        </pc:picChg>
        <pc:picChg chg="add del mod">
          <ac:chgData name="Sophia BUI" userId="5388e7d4eb368e7c" providerId="LiveId" clId="{D6A408B9-D6E7-4BF9-9B85-2D9450B73EA7}" dt="2024-10-15T15:50:12.195" v="19532" actId="478"/>
          <ac:picMkLst>
            <pc:docMk/>
            <pc:sldMk cId="2716257414" sldId="867"/>
            <ac:picMk id="5" creationId="{26704E83-13F4-2590-97E3-FA427A8CE295}"/>
          </ac:picMkLst>
        </pc:picChg>
        <pc:picChg chg="add del mod">
          <ac:chgData name="Sophia BUI" userId="5388e7d4eb368e7c" providerId="LiveId" clId="{D6A408B9-D6E7-4BF9-9B85-2D9450B73EA7}" dt="2024-10-15T08:49:04.367" v="19043" actId="478"/>
          <ac:picMkLst>
            <pc:docMk/>
            <pc:sldMk cId="2716257414" sldId="867"/>
            <ac:picMk id="6" creationId="{C2EE18BA-856B-CC63-6D44-19B0EC5DDF0E}"/>
          </ac:picMkLst>
        </pc:picChg>
        <pc:picChg chg="add del mod">
          <ac:chgData name="Sophia BUI" userId="5388e7d4eb368e7c" providerId="LiveId" clId="{D6A408B9-D6E7-4BF9-9B85-2D9450B73EA7}" dt="2024-10-15T15:49:48.400" v="19525" actId="478"/>
          <ac:picMkLst>
            <pc:docMk/>
            <pc:sldMk cId="2716257414" sldId="867"/>
            <ac:picMk id="7" creationId="{43BC7B8F-37F8-ED20-D743-301E1376E6CF}"/>
          </ac:picMkLst>
        </pc:picChg>
        <pc:picChg chg="add del mod">
          <ac:chgData name="Sophia BUI" userId="5388e7d4eb368e7c" providerId="LiveId" clId="{D6A408B9-D6E7-4BF9-9B85-2D9450B73EA7}" dt="2024-10-15T08:48:53.038" v="19040" actId="478"/>
          <ac:picMkLst>
            <pc:docMk/>
            <pc:sldMk cId="2716257414" sldId="867"/>
            <ac:picMk id="7" creationId="{648CA401-9F83-8E31-69BF-57A3268DA4E1}"/>
          </ac:picMkLst>
        </pc:picChg>
        <pc:picChg chg="add mod">
          <ac:chgData name="Sophia BUI" userId="5388e7d4eb368e7c" providerId="LiveId" clId="{D6A408B9-D6E7-4BF9-9B85-2D9450B73EA7}" dt="2024-10-15T09:13:34.901" v="19303" actId="1037"/>
          <ac:picMkLst>
            <pc:docMk/>
            <pc:sldMk cId="2716257414" sldId="867"/>
            <ac:picMk id="9" creationId="{77FAC449-A94B-1A2B-43C4-A5BC9A1F9B70}"/>
          </ac:picMkLst>
        </pc:picChg>
        <pc:picChg chg="add mod">
          <ac:chgData name="Sophia BUI" userId="5388e7d4eb368e7c" providerId="LiveId" clId="{D6A408B9-D6E7-4BF9-9B85-2D9450B73EA7}" dt="2024-10-15T15:51:10.935" v="19538" actId="14100"/>
          <ac:picMkLst>
            <pc:docMk/>
            <pc:sldMk cId="2716257414" sldId="867"/>
            <ac:picMk id="10" creationId="{63DDA1B2-825F-762A-C672-7675D95A5423}"/>
          </ac:picMkLst>
        </pc:picChg>
        <pc:picChg chg="add del mod">
          <ac:chgData name="Sophia BUI" userId="5388e7d4eb368e7c" providerId="LiveId" clId="{D6A408B9-D6E7-4BF9-9B85-2D9450B73EA7}" dt="2024-10-15T15:43:48.224" v="19517" actId="478"/>
          <ac:picMkLst>
            <pc:docMk/>
            <pc:sldMk cId="2716257414" sldId="867"/>
            <ac:picMk id="11" creationId="{C96BC140-0BFA-E54A-B57F-DE891D08B7F3}"/>
          </ac:picMkLst>
        </pc:picChg>
        <pc:picChg chg="add del mod">
          <ac:chgData name="Sophia BUI" userId="5388e7d4eb368e7c" providerId="LiveId" clId="{D6A408B9-D6E7-4BF9-9B85-2D9450B73EA7}" dt="2024-10-15T15:43:16.844" v="19510" actId="478"/>
          <ac:picMkLst>
            <pc:docMk/>
            <pc:sldMk cId="2716257414" sldId="867"/>
            <ac:picMk id="13" creationId="{550462AB-EDF5-BF4A-E57C-20E2FB510C76}"/>
          </ac:picMkLst>
        </pc:picChg>
        <pc:picChg chg="add mod">
          <ac:chgData name="Sophia BUI" userId="5388e7d4eb368e7c" providerId="LiveId" clId="{D6A408B9-D6E7-4BF9-9B85-2D9450B73EA7}" dt="2024-10-15T09:19:24.824" v="19354" actId="1037"/>
          <ac:picMkLst>
            <pc:docMk/>
            <pc:sldMk cId="2716257414" sldId="867"/>
            <ac:picMk id="14" creationId="{84346F6E-AD7E-80B5-5E3B-BDD845AF8DB5}"/>
          </ac:picMkLst>
        </pc:picChg>
        <pc:picChg chg="add mod">
          <ac:chgData name="Sophia BUI" userId="5388e7d4eb368e7c" providerId="LiveId" clId="{D6A408B9-D6E7-4BF9-9B85-2D9450B73EA7}" dt="2024-10-15T15:50:56.151" v="19536" actId="1076"/>
          <ac:picMkLst>
            <pc:docMk/>
            <pc:sldMk cId="2716257414" sldId="867"/>
            <ac:picMk id="15" creationId="{751A960D-A577-529B-FC16-7A675DA1DE15}"/>
          </ac:picMkLst>
        </pc:picChg>
      </pc:sldChg>
      <pc:sldChg chg="new del">
        <pc:chgData name="Sophia BUI" userId="5388e7d4eb368e7c" providerId="LiveId" clId="{D6A408B9-D6E7-4BF9-9B85-2D9450B73EA7}" dt="2024-10-14T03:18:46.124" v="15774" actId="680"/>
        <pc:sldMkLst>
          <pc:docMk/>
          <pc:sldMk cId="3972896097" sldId="867"/>
        </pc:sldMkLst>
      </pc:sldChg>
      <pc:sldChg chg="addSp delSp modSp add mod">
        <pc:chgData name="Sophia BUI" userId="5388e7d4eb368e7c" providerId="LiveId" clId="{D6A408B9-D6E7-4BF9-9B85-2D9450B73EA7}" dt="2024-10-28T00:48:00.521" v="33530" actId="14100"/>
        <pc:sldMkLst>
          <pc:docMk/>
          <pc:sldMk cId="2064558023" sldId="868"/>
        </pc:sldMkLst>
        <pc:spChg chg="mod">
          <ac:chgData name="Sophia BUI" userId="5388e7d4eb368e7c" providerId="LiveId" clId="{D6A408B9-D6E7-4BF9-9B85-2D9450B73EA7}" dt="2024-10-28T00:48:00.521" v="33530" actId="14100"/>
          <ac:spMkLst>
            <pc:docMk/>
            <pc:sldMk cId="2064558023" sldId="868"/>
            <ac:spMk id="2" creationId="{7C75DB6F-8BF0-7C7A-579E-BD75390FE188}"/>
          </ac:spMkLst>
        </pc:spChg>
        <pc:spChg chg="add mod">
          <ac:chgData name="Sophia BUI" userId="5388e7d4eb368e7c" providerId="LiveId" clId="{D6A408B9-D6E7-4BF9-9B85-2D9450B73EA7}" dt="2024-10-15T16:04:10.324" v="19561" actId="1036"/>
          <ac:spMkLst>
            <pc:docMk/>
            <pc:sldMk cId="2064558023" sldId="868"/>
            <ac:spMk id="6" creationId="{D69B3215-D110-EDEC-CB4E-23CFFA216444}"/>
          </ac:spMkLst>
        </pc:spChg>
        <pc:graphicFrameChg chg="mod modGraphic">
          <ac:chgData name="Sophia BUI" userId="5388e7d4eb368e7c" providerId="LiveId" clId="{D6A408B9-D6E7-4BF9-9B85-2D9450B73EA7}" dt="2024-10-21T00:15:36.908" v="27152" actId="14100"/>
          <ac:graphicFrameMkLst>
            <pc:docMk/>
            <pc:sldMk cId="2064558023" sldId="868"/>
            <ac:graphicFrameMk id="3" creationId="{87BBF9E0-E997-8592-722C-140B18ADBF69}"/>
          </ac:graphicFrameMkLst>
        </pc:graphicFrameChg>
        <pc:picChg chg="add del mod">
          <ac:chgData name="Sophia BUI" userId="5388e7d4eb368e7c" providerId="LiveId" clId="{D6A408B9-D6E7-4BF9-9B85-2D9450B73EA7}" dt="2024-10-15T16:04:38.646" v="19564" actId="14100"/>
          <ac:picMkLst>
            <pc:docMk/>
            <pc:sldMk cId="2064558023" sldId="868"/>
            <ac:picMk id="5" creationId="{857F0355-5F97-058F-FD19-9710FE564A99}"/>
          </ac:picMkLst>
        </pc:picChg>
        <pc:picChg chg="mod">
          <ac:chgData name="Sophia BUI" userId="5388e7d4eb368e7c" providerId="LiveId" clId="{D6A408B9-D6E7-4BF9-9B85-2D9450B73EA7}" dt="2024-10-15T08:53:13.967" v="19187" actId="1037"/>
          <ac:picMkLst>
            <pc:docMk/>
            <pc:sldMk cId="2064558023" sldId="868"/>
            <ac:picMk id="9" creationId="{77FAC449-A94B-1A2B-43C4-A5BC9A1F9B70}"/>
          </ac:picMkLst>
        </pc:picChg>
      </pc:sldChg>
      <pc:sldChg chg="addSp delSp modSp add del mod setBg">
        <pc:chgData name="Sophia BUI" userId="5388e7d4eb368e7c" providerId="LiveId" clId="{D6A408B9-D6E7-4BF9-9B85-2D9450B73EA7}" dt="2024-10-16T01:20:27.580" v="21534" actId="2696"/>
        <pc:sldMkLst>
          <pc:docMk/>
          <pc:sldMk cId="2642802025" sldId="869"/>
        </pc:sldMkLst>
        <pc:spChg chg="mod">
          <ac:chgData name="Sophia BUI" userId="5388e7d4eb368e7c" providerId="LiveId" clId="{D6A408B9-D6E7-4BF9-9B85-2D9450B73EA7}" dt="2024-10-16T00:51:56.573" v="20227" actId="20577"/>
          <ac:spMkLst>
            <pc:docMk/>
            <pc:sldMk cId="2642802025" sldId="869"/>
            <ac:spMk id="2" creationId="{7C75DB6F-8BF0-7C7A-579E-BD75390FE188}"/>
          </ac:spMkLst>
        </pc:spChg>
        <pc:spChg chg="mod">
          <ac:chgData name="Sophia BUI" userId="5388e7d4eb368e7c" providerId="LiveId" clId="{D6A408B9-D6E7-4BF9-9B85-2D9450B73EA7}" dt="2024-10-16T00:40:24.355" v="19603" actId="6549"/>
          <ac:spMkLst>
            <pc:docMk/>
            <pc:sldMk cId="2642802025" sldId="869"/>
            <ac:spMk id="9" creationId="{A574E095-5C65-9428-C2D2-CEE7834E19FC}"/>
          </ac:spMkLst>
        </pc:spChg>
        <pc:graphicFrameChg chg="mod modGraphic">
          <ac:chgData name="Sophia BUI" userId="5388e7d4eb368e7c" providerId="LiveId" clId="{D6A408B9-D6E7-4BF9-9B85-2D9450B73EA7}" dt="2024-10-16T00:46:18.375" v="20155" actId="20577"/>
          <ac:graphicFrameMkLst>
            <pc:docMk/>
            <pc:sldMk cId="2642802025" sldId="869"/>
            <ac:graphicFrameMk id="11" creationId="{AC6D4F6C-1125-4B76-2CCB-80E771801AE4}"/>
          </ac:graphicFrameMkLst>
        </pc:graphicFrameChg>
        <pc:picChg chg="add del mod">
          <ac:chgData name="Sophia BUI" userId="5388e7d4eb368e7c" providerId="LiveId" clId="{D6A408B9-D6E7-4BF9-9B85-2D9450B73EA7}" dt="2024-10-16T00:42:03.033" v="19604" actId="478"/>
          <ac:picMkLst>
            <pc:docMk/>
            <pc:sldMk cId="2642802025" sldId="869"/>
            <ac:picMk id="3" creationId="{6646983B-68FD-0BFD-AAD2-18C22869F174}"/>
          </ac:picMkLst>
        </pc:picChg>
        <pc:picChg chg="add mod">
          <ac:chgData name="Sophia BUI" userId="5388e7d4eb368e7c" providerId="LiveId" clId="{D6A408B9-D6E7-4BF9-9B85-2D9450B73EA7}" dt="2024-10-16T00:42:13.502" v="19608" actId="1038"/>
          <ac:picMkLst>
            <pc:docMk/>
            <pc:sldMk cId="2642802025" sldId="869"/>
            <ac:picMk id="5" creationId="{059BA608-2E4E-74FA-F5A3-C181601D519D}"/>
          </ac:picMkLst>
        </pc:picChg>
        <pc:picChg chg="del">
          <ac:chgData name="Sophia BUI" userId="5388e7d4eb368e7c" providerId="LiveId" clId="{D6A408B9-D6E7-4BF9-9B85-2D9450B73EA7}" dt="2024-10-16T00:39:27.247" v="19599" actId="478"/>
          <ac:picMkLst>
            <pc:docMk/>
            <pc:sldMk cId="2642802025" sldId="869"/>
            <ac:picMk id="27" creationId="{5C01038A-9769-83D7-18BC-DF8F9C1405A8}"/>
          </ac:picMkLst>
        </pc:picChg>
      </pc:sldChg>
      <pc:sldChg chg="addSp delSp modSp add mod">
        <pc:chgData name="Sophia BUI" userId="5388e7d4eb368e7c" providerId="LiveId" clId="{D6A408B9-D6E7-4BF9-9B85-2D9450B73EA7}" dt="2024-10-28T00:52:08.635" v="33535" actId="6549"/>
        <pc:sldMkLst>
          <pc:docMk/>
          <pc:sldMk cId="1869111231" sldId="870"/>
        </pc:sldMkLst>
        <pc:spChg chg="mod">
          <ac:chgData name="Sophia BUI" userId="5388e7d4eb368e7c" providerId="LiveId" clId="{D6A408B9-D6E7-4BF9-9B85-2D9450B73EA7}" dt="2024-10-28T00:52:08.635" v="33535" actId="6549"/>
          <ac:spMkLst>
            <pc:docMk/>
            <pc:sldMk cId="1869111231" sldId="870"/>
            <ac:spMk id="2" creationId="{7C75DB6F-8BF0-7C7A-579E-BD75390FE188}"/>
          </ac:spMkLst>
        </pc:spChg>
        <pc:graphicFrameChg chg="mod modGraphic">
          <ac:chgData name="Sophia BUI" userId="5388e7d4eb368e7c" providerId="LiveId" clId="{D6A408B9-D6E7-4BF9-9B85-2D9450B73EA7}" dt="2024-10-19T14:44:08.630" v="27060"/>
          <ac:graphicFrameMkLst>
            <pc:docMk/>
            <pc:sldMk cId="1869111231" sldId="870"/>
            <ac:graphicFrameMk id="12" creationId="{F4AE58C5-4E9D-B586-5CAF-A506417545CE}"/>
          </ac:graphicFrameMkLst>
        </pc:graphicFrameChg>
        <pc:picChg chg="add del">
          <ac:chgData name="Sophia BUI" userId="5388e7d4eb368e7c" providerId="LiveId" clId="{D6A408B9-D6E7-4BF9-9B85-2D9450B73EA7}" dt="2024-10-19T14:28:00.183" v="26268" actId="22"/>
          <ac:picMkLst>
            <pc:docMk/>
            <pc:sldMk cId="1869111231" sldId="870"/>
            <ac:picMk id="4" creationId="{3EB02369-ACA9-28F2-B9D1-2168C6E73950}"/>
          </ac:picMkLst>
        </pc:picChg>
        <pc:picChg chg="del">
          <ac:chgData name="Sophia BUI" userId="5388e7d4eb368e7c" providerId="LiveId" clId="{D6A408B9-D6E7-4BF9-9B85-2D9450B73EA7}" dt="2024-10-16T01:01:55.809" v="20805" actId="478"/>
          <ac:picMkLst>
            <pc:docMk/>
            <pc:sldMk cId="1869111231" sldId="870"/>
            <ac:picMk id="4" creationId="{55230064-8DCE-42A4-E553-FD940BBF37AC}"/>
          </ac:picMkLst>
        </pc:picChg>
        <pc:picChg chg="add mod">
          <ac:chgData name="Sophia BUI" userId="5388e7d4eb368e7c" providerId="LiveId" clId="{D6A408B9-D6E7-4BF9-9B85-2D9450B73EA7}" dt="2024-10-22T08:56:32.749" v="30027" actId="14100"/>
          <ac:picMkLst>
            <pc:docMk/>
            <pc:sldMk cId="1869111231" sldId="870"/>
            <ac:picMk id="4" creationId="{7D4B2A5E-12CB-BF9C-4A39-06996DCBF03E}"/>
          </ac:picMkLst>
        </pc:picChg>
        <pc:picChg chg="add del mod">
          <ac:chgData name="Sophia BUI" userId="5388e7d4eb368e7c" providerId="LiveId" clId="{D6A408B9-D6E7-4BF9-9B85-2D9450B73EA7}" dt="2024-10-22T08:56:23.630" v="30023" actId="478"/>
          <ac:picMkLst>
            <pc:docMk/>
            <pc:sldMk cId="1869111231" sldId="870"/>
            <ac:picMk id="6" creationId="{D86E6BF0-EF5D-E961-C31C-05E2B4E9A9CD}"/>
          </ac:picMkLst>
        </pc:picChg>
        <pc:picChg chg="del">
          <ac:chgData name="Sophia BUI" userId="5388e7d4eb368e7c" providerId="LiveId" clId="{D6A408B9-D6E7-4BF9-9B85-2D9450B73EA7}" dt="2024-10-16T01:02:03.168" v="20806" actId="478"/>
          <ac:picMkLst>
            <pc:docMk/>
            <pc:sldMk cId="1869111231" sldId="870"/>
            <ac:picMk id="6" creationId="{EF7B2EF1-8555-612E-C08A-C1769E08E2B4}"/>
          </ac:picMkLst>
        </pc:picChg>
      </pc:sldChg>
      <pc:sldChg chg="addSp delSp modSp add mod">
        <pc:chgData name="Sophia BUI" userId="5388e7d4eb368e7c" providerId="LiveId" clId="{D6A408B9-D6E7-4BF9-9B85-2D9450B73EA7}" dt="2024-10-28T00:54:53.548" v="33546" actId="1035"/>
        <pc:sldMkLst>
          <pc:docMk/>
          <pc:sldMk cId="444797117" sldId="871"/>
        </pc:sldMkLst>
        <pc:spChg chg="mod">
          <ac:chgData name="Sophia BUI" userId="5388e7d4eb368e7c" providerId="LiveId" clId="{D6A408B9-D6E7-4BF9-9B85-2D9450B73EA7}" dt="2024-10-28T00:54:53.548" v="33546" actId="1035"/>
          <ac:spMkLst>
            <pc:docMk/>
            <pc:sldMk cId="444797117" sldId="871"/>
            <ac:spMk id="2" creationId="{7C75DB6F-8BF0-7C7A-579E-BD75390FE188}"/>
          </ac:spMkLst>
        </pc:spChg>
        <pc:spChg chg="del">
          <ac:chgData name="Sophia BUI" userId="5388e7d4eb368e7c" providerId="LiveId" clId="{D6A408B9-D6E7-4BF9-9B85-2D9450B73EA7}" dt="2024-10-19T14:42:50.549" v="27057" actId="478"/>
          <ac:spMkLst>
            <pc:docMk/>
            <pc:sldMk cId="444797117" sldId="871"/>
            <ac:spMk id="6" creationId="{D69B3215-D110-EDEC-CB4E-23CFFA216444}"/>
          </ac:spMkLst>
        </pc:spChg>
        <pc:graphicFrameChg chg="mod modGraphic">
          <ac:chgData name="Sophia BUI" userId="5388e7d4eb368e7c" providerId="LiveId" clId="{D6A408B9-D6E7-4BF9-9B85-2D9450B73EA7}" dt="2024-10-28T00:54:42.268" v="33545" actId="1076"/>
          <ac:graphicFrameMkLst>
            <pc:docMk/>
            <pc:sldMk cId="444797117" sldId="871"/>
            <ac:graphicFrameMk id="3" creationId="{87BBF9E0-E997-8592-722C-140B18ADBF69}"/>
          </ac:graphicFrameMkLst>
        </pc:graphicFrameChg>
        <pc:picChg chg="add mod">
          <ac:chgData name="Sophia BUI" userId="5388e7d4eb368e7c" providerId="LiveId" clId="{D6A408B9-D6E7-4BF9-9B85-2D9450B73EA7}" dt="2024-10-22T08:42:09.411" v="29923" actId="14100"/>
          <ac:picMkLst>
            <pc:docMk/>
            <pc:sldMk cId="444797117" sldId="871"/>
            <ac:picMk id="5" creationId="{36E5207E-F2D6-247A-332A-5B3A33359D94}"/>
          </ac:picMkLst>
        </pc:picChg>
        <pc:picChg chg="add del mod">
          <ac:chgData name="Sophia BUI" userId="5388e7d4eb368e7c" providerId="LiveId" clId="{D6A408B9-D6E7-4BF9-9B85-2D9450B73EA7}" dt="2024-10-21T01:06:26.873" v="28145" actId="478"/>
          <ac:picMkLst>
            <pc:docMk/>
            <pc:sldMk cId="444797117" sldId="871"/>
            <ac:picMk id="5" creationId="{5C445853-DE75-A680-6CD3-B0C5230C7E33}"/>
          </ac:picMkLst>
        </pc:picChg>
        <pc:picChg chg="add del mod">
          <ac:chgData name="Sophia BUI" userId="5388e7d4eb368e7c" providerId="LiveId" clId="{D6A408B9-D6E7-4BF9-9B85-2D9450B73EA7}" dt="2024-10-19T15:30:42.767" v="27149" actId="478"/>
          <ac:picMkLst>
            <pc:docMk/>
            <pc:sldMk cId="444797117" sldId="871"/>
            <ac:picMk id="5" creationId="{805DC5E3-0E99-1911-4D6C-C5D9739DB3F8}"/>
          </ac:picMkLst>
        </pc:picChg>
        <pc:picChg chg="del">
          <ac:chgData name="Sophia BUI" userId="5388e7d4eb368e7c" providerId="LiveId" clId="{D6A408B9-D6E7-4BF9-9B85-2D9450B73EA7}" dt="2024-10-16T01:02:37.754" v="20900" actId="478"/>
          <ac:picMkLst>
            <pc:docMk/>
            <pc:sldMk cId="444797117" sldId="871"/>
            <ac:picMk id="5" creationId="{857F0355-5F97-058F-FD19-9710FE564A99}"/>
          </ac:picMkLst>
        </pc:picChg>
        <pc:picChg chg="add del mod">
          <ac:chgData name="Sophia BUI" userId="5388e7d4eb368e7c" providerId="LiveId" clId="{D6A408B9-D6E7-4BF9-9B85-2D9450B73EA7}" dt="2024-10-22T08:41:49.784" v="29883" actId="478"/>
          <ac:picMkLst>
            <pc:docMk/>
            <pc:sldMk cId="444797117" sldId="871"/>
            <ac:picMk id="7" creationId="{9B1B3A8A-15EE-981D-17B2-116ECDF3DEC9}"/>
          </ac:picMkLst>
        </pc:picChg>
        <pc:picChg chg="add mod">
          <ac:chgData name="Sophia BUI" userId="5388e7d4eb368e7c" providerId="LiveId" clId="{D6A408B9-D6E7-4BF9-9B85-2D9450B73EA7}" dt="2024-10-28T00:54:36.205" v="33544" actId="14100"/>
          <ac:picMkLst>
            <pc:docMk/>
            <pc:sldMk cId="444797117" sldId="871"/>
            <ac:picMk id="9" creationId="{6C0ED477-8C21-5EBF-4B08-A892725073AD}"/>
          </ac:picMkLst>
        </pc:picChg>
        <pc:picChg chg="del">
          <ac:chgData name="Sophia BUI" userId="5388e7d4eb368e7c" providerId="LiveId" clId="{D6A408B9-D6E7-4BF9-9B85-2D9450B73EA7}" dt="2024-10-16T01:02:35.423" v="20899" actId="478"/>
          <ac:picMkLst>
            <pc:docMk/>
            <pc:sldMk cId="444797117" sldId="871"/>
            <ac:picMk id="9" creationId="{77FAC449-A94B-1A2B-43C4-A5BC9A1F9B70}"/>
          </ac:picMkLst>
        </pc:picChg>
      </pc:sldChg>
      <pc:sldChg chg="addSp delSp modSp add mod">
        <pc:chgData name="Sophia BUI" userId="5388e7d4eb368e7c" providerId="LiveId" clId="{D6A408B9-D6E7-4BF9-9B85-2D9450B73EA7}" dt="2024-10-28T00:55:41.124" v="33549" actId="1076"/>
        <pc:sldMkLst>
          <pc:docMk/>
          <pc:sldMk cId="781016491" sldId="872"/>
        </pc:sldMkLst>
        <pc:spChg chg="mod">
          <ac:chgData name="Sophia BUI" userId="5388e7d4eb368e7c" providerId="LiveId" clId="{D6A408B9-D6E7-4BF9-9B85-2D9450B73EA7}" dt="2024-10-21T01:12:36.703" v="28286" actId="14100"/>
          <ac:spMkLst>
            <pc:docMk/>
            <pc:sldMk cId="781016491" sldId="872"/>
            <ac:spMk id="2" creationId="{7C75DB6F-8BF0-7C7A-579E-BD75390FE188}"/>
          </ac:spMkLst>
        </pc:spChg>
        <pc:graphicFrameChg chg="mod modGraphic">
          <ac:chgData name="Sophia BUI" userId="5388e7d4eb368e7c" providerId="LiveId" clId="{D6A408B9-D6E7-4BF9-9B85-2D9450B73EA7}" dt="2024-10-28T00:55:41.124" v="33549" actId="1076"/>
          <ac:graphicFrameMkLst>
            <pc:docMk/>
            <pc:sldMk cId="781016491" sldId="872"/>
            <ac:graphicFrameMk id="3" creationId="{87BBF9E0-E997-8592-722C-140B18ADBF69}"/>
          </ac:graphicFrameMkLst>
        </pc:graphicFrameChg>
        <pc:picChg chg="add mod">
          <ac:chgData name="Sophia BUI" userId="5388e7d4eb368e7c" providerId="LiveId" clId="{D6A408B9-D6E7-4BF9-9B85-2D9450B73EA7}" dt="2024-10-28T00:55:33.828" v="33548" actId="14100"/>
          <ac:picMkLst>
            <pc:docMk/>
            <pc:sldMk cId="781016491" sldId="872"/>
            <ac:picMk id="5" creationId="{8540F9DD-4F88-9FAD-5009-DC436EA62F2E}"/>
          </ac:picMkLst>
        </pc:picChg>
        <pc:picChg chg="add mod">
          <ac:chgData name="Sophia BUI" userId="5388e7d4eb368e7c" providerId="LiveId" clId="{D6A408B9-D6E7-4BF9-9B85-2D9450B73EA7}" dt="2024-10-21T01:12:40.486" v="28287" actId="14100"/>
          <ac:picMkLst>
            <pc:docMk/>
            <pc:sldMk cId="781016491" sldId="872"/>
            <ac:picMk id="7" creationId="{109B2C76-88EE-68BC-33C9-2C13E3BB8B57}"/>
          </ac:picMkLst>
        </pc:picChg>
        <pc:picChg chg="del">
          <ac:chgData name="Sophia BUI" userId="5388e7d4eb368e7c" providerId="LiveId" clId="{D6A408B9-D6E7-4BF9-9B85-2D9450B73EA7}" dt="2024-10-16T01:11:41.221" v="21146" actId="478"/>
          <ac:picMkLst>
            <pc:docMk/>
            <pc:sldMk cId="781016491" sldId="872"/>
            <ac:picMk id="9" creationId="{77FAC449-A94B-1A2B-43C4-A5BC9A1F9B70}"/>
          </ac:picMkLst>
        </pc:picChg>
        <pc:picChg chg="del">
          <ac:chgData name="Sophia BUI" userId="5388e7d4eb368e7c" providerId="LiveId" clId="{D6A408B9-D6E7-4BF9-9B85-2D9450B73EA7}" dt="2024-10-16T01:11:43.148" v="21147" actId="478"/>
          <ac:picMkLst>
            <pc:docMk/>
            <pc:sldMk cId="781016491" sldId="872"/>
            <ac:picMk id="10" creationId="{63DDA1B2-825F-762A-C672-7675D95A5423}"/>
          </ac:picMkLst>
        </pc:picChg>
        <pc:picChg chg="del">
          <ac:chgData name="Sophia BUI" userId="5388e7d4eb368e7c" providerId="LiveId" clId="{D6A408B9-D6E7-4BF9-9B85-2D9450B73EA7}" dt="2024-10-21T01:04:42.064" v="28140" actId="478"/>
          <ac:picMkLst>
            <pc:docMk/>
            <pc:sldMk cId="781016491" sldId="872"/>
            <ac:picMk id="14" creationId="{84346F6E-AD7E-80B5-5E3B-BDD845AF8DB5}"/>
          </ac:picMkLst>
        </pc:picChg>
        <pc:picChg chg="del">
          <ac:chgData name="Sophia BUI" userId="5388e7d4eb368e7c" providerId="LiveId" clId="{D6A408B9-D6E7-4BF9-9B85-2D9450B73EA7}" dt="2024-10-16T01:11:44.670" v="21148" actId="478"/>
          <ac:picMkLst>
            <pc:docMk/>
            <pc:sldMk cId="781016491" sldId="872"/>
            <ac:picMk id="15" creationId="{751A960D-A577-529B-FC16-7A675DA1DE15}"/>
          </ac:picMkLst>
        </pc:picChg>
      </pc:sldChg>
      <pc:sldChg chg="delSp add del mod">
        <pc:chgData name="Sophia BUI" userId="5388e7d4eb368e7c" providerId="LiveId" clId="{D6A408B9-D6E7-4BF9-9B85-2D9450B73EA7}" dt="2024-10-16T01:12:00.876" v="21152" actId="2696"/>
        <pc:sldMkLst>
          <pc:docMk/>
          <pc:sldMk cId="866143975" sldId="873"/>
        </pc:sldMkLst>
        <pc:picChg chg="del">
          <ac:chgData name="Sophia BUI" userId="5388e7d4eb368e7c" providerId="LiveId" clId="{D6A408B9-D6E7-4BF9-9B85-2D9450B73EA7}" dt="2024-10-16T01:11:52.047" v="21149" actId="478"/>
          <ac:picMkLst>
            <pc:docMk/>
            <pc:sldMk cId="866143975" sldId="873"/>
            <ac:picMk id="10" creationId="{F631E074-DD23-8047-821F-0FD74BC85D3E}"/>
          </ac:picMkLst>
        </pc:picChg>
        <pc:picChg chg="del">
          <ac:chgData name="Sophia BUI" userId="5388e7d4eb368e7c" providerId="LiveId" clId="{D6A408B9-D6E7-4BF9-9B85-2D9450B73EA7}" dt="2024-10-16T01:11:53.830" v="21150" actId="478"/>
          <ac:picMkLst>
            <pc:docMk/>
            <pc:sldMk cId="866143975" sldId="873"/>
            <ac:picMk id="13" creationId="{5B2BCB84-E7FF-56DF-2329-AFA1CDC5D75F}"/>
          </ac:picMkLst>
        </pc:picChg>
        <pc:picChg chg="del">
          <ac:chgData name="Sophia BUI" userId="5388e7d4eb368e7c" providerId="LiveId" clId="{D6A408B9-D6E7-4BF9-9B85-2D9450B73EA7}" dt="2024-10-16T01:11:55.668" v="21151" actId="478"/>
          <ac:picMkLst>
            <pc:docMk/>
            <pc:sldMk cId="866143975" sldId="873"/>
            <ac:picMk id="15" creationId="{1224C1FF-F2B2-9E84-62D5-E52078BB5DF8}"/>
          </ac:picMkLst>
        </pc:picChg>
      </pc:sldChg>
      <pc:sldChg chg="addSp delSp modSp add mod">
        <pc:chgData name="Sophia BUI" userId="5388e7d4eb368e7c" providerId="LiveId" clId="{D6A408B9-D6E7-4BF9-9B85-2D9450B73EA7}" dt="2024-10-22T08:51:19.625" v="30022" actId="1038"/>
        <pc:sldMkLst>
          <pc:docMk/>
          <pc:sldMk cId="2052788561" sldId="874"/>
        </pc:sldMkLst>
        <pc:spChg chg="mod">
          <ac:chgData name="Sophia BUI" userId="5388e7d4eb368e7c" providerId="LiveId" clId="{D6A408B9-D6E7-4BF9-9B85-2D9450B73EA7}" dt="2024-10-16T05:06:34.624" v="22266" actId="14100"/>
          <ac:spMkLst>
            <pc:docMk/>
            <pc:sldMk cId="2052788561" sldId="874"/>
            <ac:spMk id="2" creationId="{7C75DB6F-8BF0-7C7A-579E-BD75390FE188}"/>
          </ac:spMkLst>
        </pc:spChg>
        <pc:spChg chg="mod">
          <ac:chgData name="Sophia BUI" userId="5388e7d4eb368e7c" providerId="LiveId" clId="{D6A408B9-D6E7-4BF9-9B85-2D9450B73EA7}" dt="2024-10-16T05:06:42.117" v="22270" actId="1035"/>
          <ac:spMkLst>
            <pc:docMk/>
            <pc:sldMk cId="2052788561" sldId="874"/>
            <ac:spMk id="9" creationId="{A574E095-5C65-9428-C2D2-CEE7834E19FC}"/>
          </ac:spMkLst>
        </pc:spChg>
        <pc:graphicFrameChg chg="mod modGraphic">
          <ac:chgData name="Sophia BUI" userId="5388e7d4eb368e7c" providerId="LiveId" clId="{D6A408B9-D6E7-4BF9-9B85-2D9450B73EA7}" dt="2024-10-22T08:50:32.943" v="29977" actId="14734"/>
          <ac:graphicFrameMkLst>
            <pc:docMk/>
            <pc:sldMk cId="2052788561" sldId="874"/>
            <ac:graphicFrameMk id="11" creationId="{AC6D4F6C-1125-4B76-2CCB-80E771801AE4}"/>
          </ac:graphicFrameMkLst>
        </pc:graphicFrameChg>
        <pc:picChg chg="add del mod">
          <ac:chgData name="Sophia BUI" userId="5388e7d4eb368e7c" providerId="LiveId" clId="{D6A408B9-D6E7-4BF9-9B85-2D9450B73EA7}" dt="2024-10-19T07:42:02.028" v="24855" actId="478"/>
          <ac:picMkLst>
            <pc:docMk/>
            <pc:sldMk cId="2052788561" sldId="874"/>
            <ac:picMk id="4" creationId="{8794CD8D-A07F-AEB3-E11C-F2771856F439}"/>
          </ac:picMkLst>
        </pc:picChg>
        <pc:picChg chg="add del mod">
          <ac:chgData name="Sophia BUI" userId="5388e7d4eb368e7c" providerId="LiveId" clId="{D6A408B9-D6E7-4BF9-9B85-2D9450B73EA7}" dt="2024-10-22T08:51:05.894" v="29978" actId="478"/>
          <ac:picMkLst>
            <pc:docMk/>
            <pc:sldMk cId="2052788561" sldId="874"/>
            <ac:picMk id="4" creationId="{93D367D1-739E-5F8C-FA95-3124C8991714}"/>
          </ac:picMkLst>
        </pc:picChg>
        <pc:picChg chg="add del mod">
          <ac:chgData name="Sophia BUI" userId="5388e7d4eb368e7c" providerId="LiveId" clId="{D6A408B9-D6E7-4BF9-9B85-2D9450B73EA7}" dt="2024-10-19T15:05:00.353" v="27061" actId="478"/>
          <ac:picMkLst>
            <pc:docMk/>
            <pc:sldMk cId="2052788561" sldId="874"/>
            <ac:picMk id="5" creationId="{034EE3A3-2569-1862-B40E-682399E1A1F1}"/>
          </ac:picMkLst>
        </pc:picChg>
        <pc:picChg chg="del">
          <ac:chgData name="Sophia BUI" userId="5388e7d4eb368e7c" providerId="LiveId" clId="{D6A408B9-D6E7-4BF9-9B85-2D9450B73EA7}" dt="2024-10-16T00:51:21.824" v="20157" actId="478"/>
          <ac:picMkLst>
            <pc:docMk/>
            <pc:sldMk cId="2052788561" sldId="874"/>
            <ac:picMk id="5" creationId="{059BA608-2E4E-74FA-F5A3-C181601D519D}"/>
          </ac:picMkLst>
        </pc:picChg>
        <pc:picChg chg="add mod">
          <ac:chgData name="Sophia BUI" userId="5388e7d4eb368e7c" providerId="LiveId" clId="{D6A408B9-D6E7-4BF9-9B85-2D9450B73EA7}" dt="2024-10-22T08:51:19.625" v="30022" actId="1038"/>
          <ac:picMkLst>
            <pc:docMk/>
            <pc:sldMk cId="2052788561" sldId="874"/>
            <ac:picMk id="6" creationId="{DDF2D031-A3CA-59BB-02F9-038FFB7AFE74}"/>
          </ac:picMkLst>
        </pc:picChg>
        <pc:picChg chg="add del mod">
          <ac:chgData name="Sophia BUI" userId="5388e7d4eb368e7c" providerId="LiveId" clId="{D6A408B9-D6E7-4BF9-9B85-2D9450B73EA7}" dt="2024-10-19T15:06:02.930" v="27100" actId="478"/>
          <ac:picMkLst>
            <pc:docMk/>
            <pc:sldMk cId="2052788561" sldId="874"/>
            <ac:picMk id="7" creationId="{CB893956-0A24-0D73-A946-DA2255625A1E}"/>
          </ac:picMkLst>
        </pc:picChg>
        <pc:picChg chg="add del mod">
          <ac:chgData name="Sophia BUI" userId="5388e7d4eb368e7c" providerId="LiveId" clId="{D6A408B9-D6E7-4BF9-9B85-2D9450B73EA7}" dt="2024-10-22T08:45:41.906" v="29924" actId="478"/>
          <ac:picMkLst>
            <pc:docMk/>
            <pc:sldMk cId="2052788561" sldId="874"/>
            <ac:picMk id="10" creationId="{3CA535CE-32FE-C8D0-7E39-4C5C28CAC3C2}"/>
          </ac:picMkLst>
        </pc:picChg>
      </pc:sldChg>
      <pc:sldChg chg="addSp delSp modSp add del mod ord">
        <pc:chgData name="Sophia BUI" userId="5388e7d4eb368e7c" providerId="LiveId" clId="{D6A408B9-D6E7-4BF9-9B85-2D9450B73EA7}" dt="2024-11-04T01:33:33.969" v="43238" actId="2696"/>
        <pc:sldMkLst>
          <pc:docMk/>
          <pc:sldMk cId="2556261972" sldId="875"/>
        </pc:sldMkLst>
        <pc:spChg chg="mod">
          <ac:chgData name="Sophia BUI" userId="5388e7d4eb368e7c" providerId="LiveId" clId="{D6A408B9-D6E7-4BF9-9B85-2D9450B73EA7}" dt="2024-10-29T03:02:28.249" v="36396" actId="20577"/>
          <ac:spMkLst>
            <pc:docMk/>
            <pc:sldMk cId="2556261972" sldId="875"/>
            <ac:spMk id="2" creationId="{7C75DB6F-8BF0-7C7A-579E-BD75390FE188}"/>
          </ac:spMkLst>
        </pc:spChg>
        <pc:picChg chg="del">
          <ac:chgData name="Sophia BUI" userId="5388e7d4eb368e7c" providerId="LiveId" clId="{D6A408B9-D6E7-4BF9-9B85-2D9450B73EA7}" dt="2024-10-16T03:54:43.378" v="21755" actId="478"/>
          <ac:picMkLst>
            <pc:docMk/>
            <pc:sldMk cId="2556261972" sldId="875"/>
            <ac:picMk id="4" creationId="{30F02CC5-E2FD-1B41-FEE7-0893EC8BDABE}"/>
          </ac:picMkLst>
        </pc:picChg>
        <pc:picChg chg="add mod">
          <ac:chgData name="Sophia BUI" userId="5388e7d4eb368e7c" providerId="LiveId" clId="{D6A408B9-D6E7-4BF9-9B85-2D9450B73EA7}" dt="2024-10-16T03:54:50.402" v="21778" actId="1038"/>
          <ac:picMkLst>
            <pc:docMk/>
            <pc:sldMk cId="2556261972" sldId="875"/>
            <ac:picMk id="5" creationId="{4AE7B159-F3C1-488C-D1A5-DD203B0C2A86}"/>
          </ac:picMkLst>
        </pc:picChg>
      </pc:sldChg>
      <pc:sldChg chg="add del">
        <pc:chgData name="Sophia BUI" userId="5388e7d4eb368e7c" providerId="LiveId" clId="{D6A408B9-D6E7-4BF9-9B85-2D9450B73EA7}" dt="2024-10-29T03:10:36.574" v="36397" actId="2696"/>
        <pc:sldMkLst>
          <pc:docMk/>
          <pc:sldMk cId="2297266021" sldId="876"/>
        </pc:sldMkLst>
      </pc:sldChg>
      <pc:sldChg chg="modSp del mod">
        <pc:chgData name="Sophia BUI" userId="5388e7d4eb368e7c" providerId="LiveId" clId="{D6A408B9-D6E7-4BF9-9B85-2D9450B73EA7}" dt="2024-10-29T08:24:40.375" v="37818" actId="47"/>
        <pc:sldMkLst>
          <pc:docMk/>
          <pc:sldMk cId="2803155518" sldId="876"/>
        </pc:sldMkLst>
        <pc:spChg chg="mod">
          <ac:chgData name="Sophia BUI" userId="5388e7d4eb368e7c" providerId="LiveId" clId="{D6A408B9-D6E7-4BF9-9B85-2D9450B73EA7}" dt="2024-10-29T08:24:04.945" v="37814" actId="20577"/>
          <ac:spMkLst>
            <pc:docMk/>
            <pc:sldMk cId="2803155518" sldId="876"/>
            <ac:spMk id="2" creationId="{7C75DB6F-8BF0-7C7A-579E-BD75390FE188}"/>
          </ac:spMkLst>
        </pc:spChg>
      </pc:sldChg>
      <pc:sldChg chg="addSp delSp modSp del mod">
        <pc:chgData name="Sophia BUI" userId="5388e7d4eb368e7c" providerId="LiveId" clId="{D6A408B9-D6E7-4BF9-9B85-2D9450B73EA7}" dt="2024-10-29T08:24:44.326" v="37819" actId="47"/>
        <pc:sldMkLst>
          <pc:docMk/>
          <pc:sldMk cId="2137988821" sldId="877"/>
        </pc:sldMkLst>
        <pc:graphicFrameChg chg="add del">
          <ac:chgData name="Sophia BUI" userId="5388e7d4eb368e7c" providerId="LiveId" clId="{D6A408B9-D6E7-4BF9-9B85-2D9450B73EA7}" dt="2024-10-29T08:23:46.492" v="37784" actId="478"/>
          <ac:graphicFrameMkLst>
            <pc:docMk/>
            <pc:sldMk cId="2137988821" sldId="877"/>
            <ac:graphicFrameMk id="3" creationId="{B08103E7-9BC1-7736-BE47-21BDF5F23079}"/>
          </ac:graphicFrameMkLst>
        </pc:graphicFrameChg>
        <pc:graphicFrameChg chg="modGraphic">
          <ac:chgData name="Sophia BUI" userId="5388e7d4eb368e7c" providerId="LiveId" clId="{D6A408B9-D6E7-4BF9-9B85-2D9450B73EA7}" dt="2024-10-29T08:23:40.487" v="37782" actId="21"/>
          <ac:graphicFrameMkLst>
            <pc:docMk/>
            <pc:sldMk cId="2137988821" sldId="877"/>
            <ac:graphicFrameMk id="12" creationId="{F4AE58C5-4E9D-B586-5CAF-A506417545CE}"/>
          </ac:graphicFrameMkLst>
        </pc:graphicFrameChg>
      </pc:sldChg>
      <pc:sldChg chg="add del">
        <pc:chgData name="Sophia BUI" userId="5388e7d4eb368e7c" providerId="LiveId" clId="{D6A408B9-D6E7-4BF9-9B85-2D9450B73EA7}" dt="2024-10-29T03:10:36.574" v="36397" actId="2696"/>
        <pc:sldMkLst>
          <pc:docMk/>
          <pc:sldMk cId="3116264640" sldId="877"/>
        </pc:sldMkLst>
      </pc:sldChg>
      <pc:sldChg chg="addSp delSp modSp add mod setBg">
        <pc:chgData name="Sophia BUI" userId="5388e7d4eb368e7c" providerId="LiveId" clId="{D6A408B9-D6E7-4BF9-9B85-2D9450B73EA7}" dt="2024-10-28T00:56:34.332" v="33572" actId="20577"/>
        <pc:sldMkLst>
          <pc:docMk/>
          <pc:sldMk cId="474554421" sldId="878"/>
        </pc:sldMkLst>
        <pc:spChg chg="mod">
          <ac:chgData name="Sophia BUI" userId="5388e7d4eb368e7c" providerId="LiveId" clId="{D6A408B9-D6E7-4BF9-9B85-2D9450B73EA7}" dt="2024-10-28T00:56:34.332" v="33572" actId="20577"/>
          <ac:spMkLst>
            <pc:docMk/>
            <pc:sldMk cId="474554421" sldId="878"/>
            <ac:spMk id="2" creationId="{7C75DB6F-8BF0-7C7A-579E-BD75390FE188}"/>
          </ac:spMkLst>
        </pc:spChg>
        <pc:spChg chg="mod">
          <ac:chgData name="Sophia BUI" userId="5388e7d4eb368e7c" providerId="LiveId" clId="{D6A408B9-D6E7-4BF9-9B85-2D9450B73EA7}" dt="2024-10-19T10:09:36.059" v="24963" actId="12"/>
          <ac:spMkLst>
            <pc:docMk/>
            <pc:sldMk cId="474554421" sldId="878"/>
            <ac:spMk id="9" creationId="{A574E095-5C65-9428-C2D2-CEE7834E19FC}"/>
          </ac:spMkLst>
        </pc:spChg>
        <pc:spChg chg="add del">
          <ac:chgData name="Sophia BUI" userId="5388e7d4eb368e7c" providerId="LiveId" clId="{D6A408B9-D6E7-4BF9-9B85-2D9450B73EA7}" dt="2024-10-19T10:09:06.493" v="24958" actId="26606"/>
          <ac:spMkLst>
            <pc:docMk/>
            <pc:sldMk cId="474554421" sldId="878"/>
            <ac:spMk id="16" creationId="{88263A24-0C1F-4677-B43C-4AE14E276B27}"/>
          </ac:spMkLst>
        </pc:spChg>
        <pc:spChg chg="add del">
          <ac:chgData name="Sophia BUI" userId="5388e7d4eb368e7c" providerId="LiveId" clId="{D6A408B9-D6E7-4BF9-9B85-2D9450B73EA7}" dt="2024-10-19T10:09:06.493" v="24958" actId="26606"/>
          <ac:spMkLst>
            <pc:docMk/>
            <pc:sldMk cId="474554421" sldId="878"/>
            <ac:spMk id="18" creationId="{0ADDB668-2CA4-4D2B-9C34-3487CA330BA8}"/>
          </ac:spMkLst>
        </pc:spChg>
        <pc:spChg chg="add del">
          <ac:chgData name="Sophia BUI" userId="5388e7d4eb368e7c" providerId="LiveId" clId="{D6A408B9-D6E7-4BF9-9B85-2D9450B73EA7}" dt="2024-10-19T10:09:06.493" v="24958" actId="26606"/>
          <ac:spMkLst>
            <pc:docMk/>
            <pc:sldMk cId="474554421" sldId="878"/>
            <ac:spMk id="20" creationId="{2568BC19-F052-4108-93E1-6A3D1DEC072F}"/>
          </ac:spMkLst>
        </pc:spChg>
        <pc:spChg chg="add del">
          <ac:chgData name="Sophia BUI" userId="5388e7d4eb368e7c" providerId="LiveId" clId="{D6A408B9-D6E7-4BF9-9B85-2D9450B73EA7}" dt="2024-10-19T10:09:06.493" v="24958" actId="26606"/>
          <ac:spMkLst>
            <pc:docMk/>
            <pc:sldMk cId="474554421" sldId="878"/>
            <ac:spMk id="22" creationId="{D5FD337D-4D6B-4C8B-B6F5-121097E09881}"/>
          </ac:spMkLst>
        </pc:spChg>
        <pc:graphicFrameChg chg="mod ord modGraphic">
          <ac:chgData name="Sophia BUI" userId="5388e7d4eb368e7c" providerId="LiveId" clId="{D6A408B9-D6E7-4BF9-9B85-2D9450B73EA7}" dt="2024-10-21T01:22:17.949" v="28531" actId="14100"/>
          <ac:graphicFrameMkLst>
            <pc:docMk/>
            <pc:sldMk cId="474554421" sldId="878"/>
            <ac:graphicFrameMk id="11" creationId="{AC6D4F6C-1125-4B76-2CCB-80E771801AE4}"/>
          </ac:graphicFrameMkLst>
        </pc:graphicFrameChg>
        <pc:picChg chg="del">
          <ac:chgData name="Sophia BUI" userId="5388e7d4eb368e7c" providerId="LiveId" clId="{D6A408B9-D6E7-4BF9-9B85-2D9450B73EA7}" dt="2024-10-19T07:47:40.246" v="24888" actId="478"/>
          <ac:picMkLst>
            <pc:docMk/>
            <pc:sldMk cId="474554421" sldId="878"/>
            <ac:picMk id="4" creationId="{7690FBE9-161F-9EA3-BD32-BA84FDD5D39D}"/>
          </ac:picMkLst>
        </pc:picChg>
        <pc:picChg chg="add del mod">
          <ac:chgData name="Sophia BUI" userId="5388e7d4eb368e7c" providerId="LiveId" clId="{D6A408B9-D6E7-4BF9-9B85-2D9450B73EA7}" dt="2024-10-19T10:08:06.215" v="24943" actId="478"/>
          <ac:picMkLst>
            <pc:docMk/>
            <pc:sldMk cId="474554421" sldId="878"/>
            <ac:picMk id="5" creationId="{BB4400FA-87C4-C7FD-2AAF-BCC73AD483CC}"/>
          </ac:picMkLst>
        </pc:picChg>
        <pc:picChg chg="add mod">
          <ac:chgData name="Sophia BUI" userId="5388e7d4eb368e7c" providerId="LiveId" clId="{D6A408B9-D6E7-4BF9-9B85-2D9450B73EA7}" dt="2024-10-19T10:09:29.235" v="24962" actId="14100"/>
          <ac:picMkLst>
            <pc:docMk/>
            <pc:sldMk cId="474554421" sldId="878"/>
            <ac:picMk id="7" creationId="{748C96A8-9FF8-BDD1-C569-168AAFC60609}"/>
          </ac:picMkLst>
        </pc:picChg>
      </pc:sldChg>
      <pc:sldChg chg="addSp delSp modSp add del mod ord">
        <pc:chgData name="Sophia BUI" userId="5388e7d4eb368e7c" providerId="LiveId" clId="{D6A408B9-D6E7-4BF9-9B85-2D9450B73EA7}" dt="2024-10-16T05:09:41.789" v="22325" actId="2696"/>
        <pc:sldMkLst>
          <pc:docMk/>
          <pc:sldMk cId="3407925681" sldId="878"/>
        </pc:sldMkLst>
        <pc:spChg chg="mod">
          <ac:chgData name="Sophia BUI" userId="5388e7d4eb368e7c" providerId="LiveId" clId="{D6A408B9-D6E7-4BF9-9B85-2D9450B73EA7}" dt="2024-10-16T04:23:07.248" v="21841" actId="20577"/>
          <ac:spMkLst>
            <pc:docMk/>
            <pc:sldMk cId="3407925681" sldId="878"/>
            <ac:spMk id="2" creationId="{7C75DB6F-8BF0-7C7A-579E-BD75390FE188}"/>
          </ac:spMkLst>
        </pc:spChg>
        <pc:spChg chg="add mod">
          <ac:chgData name="Sophia BUI" userId="5388e7d4eb368e7c" providerId="LiveId" clId="{D6A408B9-D6E7-4BF9-9B85-2D9450B73EA7}" dt="2024-10-16T05:08:38.497" v="22305" actId="21"/>
          <ac:spMkLst>
            <pc:docMk/>
            <pc:sldMk cId="3407925681" sldId="878"/>
            <ac:spMk id="5" creationId="{ECF37B61-38EE-3499-F799-FE5C83174DE5}"/>
          </ac:spMkLst>
        </pc:spChg>
        <pc:spChg chg="del">
          <ac:chgData name="Sophia BUI" userId="5388e7d4eb368e7c" providerId="LiveId" clId="{D6A408B9-D6E7-4BF9-9B85-2D9450B73EA7}" dt="2024-10-16T05:08:38.497" v="22305" actId="21"/>
          <ac:spMkLst>
            <pc:docMk/>
            <pc:sldMk cId="3407925681" sldId="878"/>
            <ac:spMk id="9" creationId="{A574E095-5C65-9428-C2D2-CEE7834E19FC}"/>
          </ac:spMkLst>
        </pc:spChg>
        <pc:graphicFrameChg chg="del">
          <ac:chgData name="Sophia BUI" userId="5388e7d4eb368e7c" providerId="LiveId" clId="{D6A408B9-D6E7-4BF9-9B85-2D9450B73EA7}" dt="2024-10-16T05:08:38.497" v="22305" actId="21"/>
          <ac:graphicFrameMkLst>
            <pc:docMk/>
            <pc:sldMk cId="3407925681" sldId="878"/>
            <ac:graphicFrameMk id="11" creationId="{AC6D4F6C-1125-4B76-2CCB-80E771801AE4}"/>
          </ac:graphicFrameMkLst>
        </pc:graphicFrameChg>
      </pc:sldChg>
      <pc:sldChg chg="addSp delSp modSp add mod ord">
        <pc:chgData name="Sophia BUI" userId="5388e7d4eb368e7c" providerId="LiveId" clId="{D6A408B9-D6E7-4BF9-9B85-2D9450B73EA7}" dt="2024-10-28T00:58:42.819" v="33610" actId="14734"/>
        <pc:sldMkLst>
          <pc:docMk/>
          <pc:sldMk cId="2235090715" sldId="879"/>
        </pc:sldMkLst>
        <pc:spChg chg="mod">
          <ac:chgData name="Sophia BUI" userId="5388e7d4eb368e7c" providerId="LiveId" clId="{D6A408B9-D6E7-4BF9-9B85-2D9450B73EA7}" dt="2024-10-28T00:58:25.354" v="33606" actId="14100"/>
          <ac:spMkLst>
            <pc:docMk/>
            <pc:sldMk cId="2235090715" sldId="879"/>
            <ac:spMk id="2" creationId="{7C75DB6F-8BF0-7C7A-579E-BD75390FE188}"/>
          </ac:spMkLst>
        </pc:spChg>
        <pc:graphicFrameChg chg="mod modGraphic">
          <ac:chgData name="Sophia BUI" userId="5388e7d4eb368e7c" providerId="LiveId" clId="{D6A408B9-D6E7-4BF9-9B85-2D9450B73EA7}" dt="2024-10-28T00:58:42.819" v="33610" actId="14734"/>
          <ac:graphicFrameMkLst>
            <pc:docMk/>
            <pc:sldMk cId="2235090715" sldId="879"/>
            <ac:graphicFrameMk id="11" creationId="{AC6D4F6C-1125-4B76-2CCB-80E771801AE4}"/>
          </ac:graphicFrameMkLst>
        </pc:graphicFrameChg>
        <pc:picChg chg="add del mod">
          <ac:chgData name="Sophia BUI" userId="5388e7d4eb368e7c" providerId="LiveId" clId="{D6A408B9-D6E7-4BF9-9B85-2D9450B73EA7}" dt="2024-10-21T05:43:25.841" v="28535" actId="478"/>
          <ac:picMkLst>
            <pc:docMk/>
            <pc:sldMk cId="2235090715" sldId="879"/>
            <ac:picMk id="4" creationId="{7F4B0D12-45AC-C813-C600-07B6190BEB9D}"/>
          </ac:picMkLst>
        </pc:picChg>
        <pc:picChg chg="add del mod">
          <ac:chgData name="Sophia BUI" userId="5388e7d4eb368e7c" providerId="LiveId" clId="{D6A408B9-D6E7-4BF9-9B85-2D9450B73EA7}" dt="2024-10-21T05:45:02.383" v="28632" actId="478"/>
          <ac:picMkLst>
            <pc:docMk/>
            <pc:sldMk cId="2235090715" sldId="879"/>
            <ac:picMk id="5" creationId="{D8D5423F-AEA0-0A12-8386-D1CDE21A8ABE}"/>
          </ac:picMkLst>
        </pc:picChg>
        <pc:picChg chg="add mod">
          <ac:chgData name="Sophia BUI" userId="5388e7d4eb368e7c" providerId="LiveId" clId="{D6A408B9-D6E7-4BF9-9B85-2D9450B73EA7}" dt="2024-10-21T05:45:17.038" v="28680" actId="1037"/>
          <ac:picMkLst>
            <pc:docMk/>
            <pc:sldMk cId="2235090715" sldId="879"/>
            <ac:picMk id="7" creationId="{706EE263-C0C2-13FA-BA1C-E853D2EA6878}"/>
          </ac:picMkLst>
        </pc:picChg>
        <pc:picChg chg="del">
          <ac:chgData name="Sophia BUI" userId="5388e7d4eb368e7c" providerId="LiveId" clId="{D6A408B9-D6E7-4BF9-9B85-2D9450B73EA7}" dt="2024-10-19T13:31:31.385" v="24978" actId="478"/>
          <ac:picMkLst>
            <pc:docMk/>
            <pc:sldMk cId="2235090715" sldId="879"/>
            <ac:picMk id="7" creationId="{748C96A8-9FF8-BDD1-C569-168AAFC60609}"/>
          </ac:picMkLst>
        </pc:picChg>
      </pc:sldChg>
      <pc:sldChg chg="addSp delSp modSp add mod">
        <pc:chgData name="Sophia BUI" userId="5388e7d4eb368e7c" providerId="LiveId" clId="{D6A408B9-D6E7-4BF9-9B85-2D9450B73EA7}" dt="2024-10-28T00:57:40.612" v="33598" actId="1038"/>
        <pc:sldMkLst>
          <pc:docMk/>
          <pc:sldMk cId="4003470885" sldId="880"/>
        </pc:sldMkLst>
        <pc:spChg chg="mod">
          <ac:chgData name="Sophia BUI" userId="5388e7d4eb368e7c" providerId="LiveId" clId="{D6A408B9-D6E7-4BF9-9B85-2D9450B73EA7}" dt="2024-10-28T00:57:02.420" v="33584" actId="20577"/>
          <ac:spMkLst>
            <pc:docMk/>
            <pc:sldMk cId="4003470885" sldId="880"/>
            <ac:spMk id="2" creationId="{7C75DB6F-8BF0-7C7A-579E-BD75390FE188}"/>
          </ac:spMkLst>
        </pc:spChg>
        <pc:graphicFrameChg chg="mod modGraphic">
          <ac:chgData name="Sophia BUI" userId="5388e7d4eb368e7c" providerId="LiveId" clId="{D6A408B9-D6E7-4BF9-9B85-2D9450B73EA7}" dt="2024-10-28T00:57:31.191" v="33589" actId="20577"/>
          <ac:graphicFrameMkLst>
            <pc:docMk/>
            <pc:sldMk cId="4003470885" sldId="880"/>
            <ac:graphicFrameMk id="3" creationId="{E2B08477-8AB6-8605-04AB-5B313D5F4963}"/>
          </ac:graphicFrameMkLst>
        </pc:graphicFrameChg>
        <pc:picChg chg="add del mod">
          <ac:chgData name="Sophia BUI" userId="5388e7d4eb368e7c" providerId="LiveId" clId="{D6A408B9-D6E7-4BF9-9B85-2D9450B73EA7}" dt="2024-10-19T13:52:07.883" v="25230" actId="478"/>
          <ac:picMkLst>
            <pc:docMk/>
            <pc:sldMk cId="4003470885" sldId="880"/>
            <ac:picMk id="5" creationId="{3B814202-0D0F-0751-6411-A7D717918EE6}"/>
          </ac:picMkLst>
        </pc:picChg>
        <pc:picChg chg="add mod">
          <ac:chgData name="Sophia BUI" userId="5388e7d4eb368e7c" providerId="LiveId" clId="{D6A408B9-D6E7-4BF9-9B85-2D9450B73EA7}" dt="2024-10-28T00:57:40.612" v="33598" actId="1038"/>
          <ac:picMkLst>
            <pc:docMk/>
            <pc:sldMk cId="4003470885" sldId="880"/>
            <ac:picMk id="7" creationId="{1EE2CCCC-F1AE-1A02-FA8C-6C35769DA8A0}"/>
          </ac:picMkLst>
        </pc:picChg>
      </pc:sldChg>
      <pc:sldChg chg="addSp delSp modSp add mod">
        <pc:chgData name="Sophia BUI" userId="5388e7d4eb368e7c" providerId="LiveId" clId="{D6A408B9-D6E7-4BF9-9B85-2D9450B73EA7}" dt="2024-10-28T01:00:17.034" v="33661" actId="14100"/>
        <pc:sldMkLst>
          <pc:docMk/>
          <pc:sldMk cId="3985234753" sldId="881"/>
        </pc:sldMkLst>
        <pc:spChg chg="mod">
          <ac:chgData name="Sophia BUI" userId="5388e7d4eb368e7c" providerId="LiveId" clId="{D6A408B9-D6E7-4BF9-9B85-2D9450B73EA7}" dt="2024-10-28T01:00:17.034" v="33661" actId="14100"/>
          <ac:spMkLst>
            <pc:docMk/>
            <pc:sldMk cId="3985234753" sldId="881"/>
            <ac:spMk id="2" creationId="{7C75DB6F-8BF0-7C7A-579E-BD75390FE188}"/>
          </ac:spMkLst>
        </pc:spChg>
        <pc:spChg chg="add del mod">
          <ac:chgData name="Sophia BUI" userId="5388e7d4eb368e7c" providerId="LiveId" clId="{D6A408B9-D6E7-4BF9-9B85-2D9450B73EA7}" dt="2024-10-19T14:06:01.987" v="25412" actId="478"/>
          <ac:spMkLst>
            <pc:docMk/>
            <pc:sldMk cId="3985234753" sldId="881"/>
            <ac:spMk id="5" creationId="{E3D99358-9DBD-36CA-3AB2-B42E4A29D49A}"/>
          </ac:spMkLst>
        </pc:spChg>
        <pc:graphicFrameChg chg="del">
          <ac:chgData name="Sophia BUI" userId="5388e7d4eb368e7c" providerId="LiveId" clId="{D6A408B9-D6E7-4BF9-9B85-2D9450B73EA7}" dt="2024-10-19T14:05:58.473" v="25411" actId="478"/>
          <ac:graphicFrameMkLst>
            <pc:docMk/>
            <pc:sldMk cId="3985234753" sldId="881"/>
            <ac:graphicFrameMk id="12" creationId="{F4AE58C5-4E9D-B586-5CAF-A506417545CE}"/>
          </ac:graphicFrameMkLst>
        </pc:graphicFrameChg>
        <pc:picChg chg="del">
          <ac:chgData name="Sophia BUI" userId="5388e7d4eb368e7c" providerId="LiveId" clId="{D6A408B9-D6E7-4BF9-9B85-2D9450B73EA7}" dt="2024-10-19T14:06:03.739" v="25413" actId="478"/>
          <ac:picMkLst>
            <pc:docMk/>
            <pc:sldMk cId="3985234753" sldId="881"/>
            <ac:picMk id="4" creationId="{60314EC9-F385-554C-389B-2D9BF7BBE506}"/>
          </ac:picMkLst>
        </pc:picChg>
        <pc:picChg chg="add del mod">
          <ac:chgData name="Sophia BUI" userId="5388e7d4eb368e7c" providerId="LiveId" clId="{D6A408B9-D6E7-4BF9-9B85-2D9450B73EA7}" dt="2024-10-21T06:36:20.720" v="28726" actId="478"/>
          <ac:picMkLst>
            <pc:docMk/>
            <pc:sldMk cId="3985234753" sldId="881"/>
            <ac:picMk id="4" creationId="{DF560A5C-98E1-D811-BE51-FDFD169E2A45}"/>
          </ac:picMkLst>
        </pc:picChg>
        <pc:picChg chg="add mod">
          <ac:chgData name="Sophia BUI" userId="5388e7d4eb368e7c" providerId="LiveId" clId="{D6A408B9-D6E7-4BF9-9B85-2D9450B73EA7}" dt="2024-10-21T06:36:24.993" v="28753" actId="1038"/>
          <ac:picMkLst>
            <pc:docMk/>
            <pc:sldMk cId="3985234753" sldId="881"/>
            <ac:picMk id="6" creationId="{1615D015-0D16-A09B-31AF-A9E450858CB5}"/>
          </ac:picMkLst>
        </pc:picChg>
      </pc:sldChg>
      <pc:sldChg chg="addSp delSp modSp mod">
        <pc:chgData name="Sophia BUI" userId="5388e7d4eb368e7c" providerId="LiveId" clId="{D6A408B9-D6E7-4BF9-9B85-2D9450B73EA7}" dt="2024-10-28T00:59:13.846" v="33624" actId="1035"/>
        <pc:sldMkLst>
          <pc:docMk/>
          <pc:sldMk cId="2730299853" sldId="882"/>
        </pc:sldMkLst>
        <pc:spChg chg="mod">
          <ac:chgData name="Sophia BUI" userId="5388e7d4eb368e7c" providerId="LiveId" clId="{D6A408B9-D6E7-4BF9-9B85-2D9450B73EA7}" dt="2024-10-28T00:58:58.609" v="33617" actId="14100"/>
          <ac:spMkLst>
            <pc:docMk/>
            <pc:sldMk cId="2730299853" sldId="882"/>
            <ac:spMk id="2" creationId="{7C75DB6F-8BF0-7C7A-579E-BD75390FE188}"/>
          </ac:spMkLst>
        </pc:spChg>
        <pc:graphicFrameChg chg="mod modGraphic">
          <ac:chgData name="Sophia BUI" userId="5388e7d4eb368e7c" providerId="LiveId" clId="{D6A408B9-D6E7-4BF9-9B85-2D9450B73EA7}" dt="2024-10-28T00:59:06.346" v="33621" actId="1035"/>
          <ac:graphicFrameMkLst>
            <pc:docMk/>
            <pc:sldMk cId="2730299853" sldId="882"/>
            <ac:graphicFrameMk id="3" creationId="{E2B08477-8AB6-8605-04AB-5B313D5F4963}"/>
          </ac:graphicFrameMkLst>
        </pc:graphicFrameChg>
        <pc:picChg chg="add del mod">
          <ac:chgData name="Sophia BUI" userId="5388e7d4eb368e7c" providerId="LiveId" clId="{D6A408B9-D6E7-4BF9-9B85-2D9450B73EA7}" dt="2024-10-21T06:43:38.592" v="28802" actId="478"/>
          <ac:picMkLst>
            <pc:docMk/>
            <pc:sldMk cId="2730299853" sldId="882"/>
            <ac:picMk id="5" creationId="{34C1464E-35D3-FD94-A91C-ACCDE2937062}"/>
          </ac:picMkLst>
        </pc:picChg>
        <pc:picChg chg="del">
          <ac:chgData name="Sophia BUI" userId="5388e7d4eb368e7c" providerId="LiveId" clId="{D6A408B9-D6E7-4BF9-9B85-2D9450B73EA7}" dt="2024-10-19T14:19:02.465" v="26173" actId="478"/>
          <ac:picMkLst>
            <pc:docMk/>
            <pc:sldMk cId="2730299853" sldId="882"/>
            <ac:picMk id="5" creationId="{ED23C6E7-26D1-36E7-0292-52F9B72E3B35}"/>
          </ac:picMkLst>
        </pc:picChg>
        <pc:picChg chg="add mod">
          <ac:chgData name="Sophia BUI" userId="5388e7d4eb368e7c" providerId="LiveId" clId="{D6A408B9-D6E7-4BF9-9B85-2D9450B73EA7}" dt="2024-10-21T06:47:07.263" v="28855" actId="1037"/>
          <ac:picMkLst>
            <pc:docMk/>
            <pc:sldMk cId="2730299853" sldId="882"/>
            <ac:picMk id="6" creationId="{38751AAE-1C06-F5E5-796C-012DBD51F7CC}"/>
          </ac:picMkLst>
        </pc:picChg>
        <pc:picChg chg="add del mod">
          <ac:chgData name="Sophia BUI" userId="5388e7d4eb368e7c" providerId="LiveId" clId="{D6A408B9-D6E7-4BF9-9B85-2D9450B73EA7}" dt="2024-10-21T05:50:02.904" v="28691" actId="478"/>
          <ac:picMkLst>
            <pc:docMk/>
            <pc:sldMk cId="2730299853" sldId="882"/>
            <ac:picMk id="8" creationId="{E579F621-418F-2BDD-2371-DD6F581C5C91}"/>
          </ac:picMkLst>
        </pc:picChg>
        <pc:picChg chg="del">
          <ac:chgData name="Sophia BUI" userId="5388e7d4eb368e7c" providerId="LiveId" clId="{D6A408B9-D6E7-4BF9-9B85-2D9450B73EA7}" dt="2024-10-19T14:19:32.318" v="26181" actId="478"/>
          <ac:picMkLst>
            <pc:docMk/>
            <pc:sldMk cId="2730299853" sldId="882"/>
            <ac:picMk id="9" creationId="{45E03F26-0017-EF06-20AF-4007A7741B61}"/>
          </ac:picMkLst>
        </pc:picChg>
        <pc:picChg chg="add mod">
          <ac:chgData name="Sophia BUI" userId="5388e7d4eb368e7c" providerId="LiveId" clId="{D6A408B9-D6E7-4BF9-9B85-2D9450B73EA7}" dt="2024-10-28T00:59:13.846" v="33624" actId="1035"/>
          <ac:picMkLst>
            <pc:docMk/>
            <pc:sldMk cId="2730299853" sldId="882"/>
            <ac:picMk id="9" creationId="{C3A5DF1D-EFFE-BCF9-C2E3-F34A33E2BF69}"/>
          </ac:picMkLst>
        </pc:picChg>
        <pc:picChg chg="del mod">
          <ac:chgData name="Sophia BUI" userId="5388e7d4eb368e7c" providerId="LiveId" clId="{D6A408B9-D6E7-4BF9-9B85-2D9450B73EA7}" dt="2024-10-21T06:43:05.863" v="28801" actId="478"/>
          <ac:picMkLst>
            <pc:docMk/>
            <pc:sldMk cId="2730299853" sldId="882"/>
            <ac:picMk id="11" creationId="{A87BCE8C-2C7A-9AD3-3EC0-93560736B11A}"/>
          </ac:picMkLst>
        </pc:picChg>
      </pc:sldChg>
      <pc:sldChg chg="addSp delSp modSp add mod ord">
        <pc:chgData name="Sophia BUI" userId="5388e7d4eb368e7c" providerId="LiveId" clId="{D6A408B9-D6E7-4BF9-9B85-2D9450B73EA7}" dt="2024-10-28T00:59:48.385" v="33652" actId="20577"/>
        <pc:sldMkLst>
          <pc:docMk/>
          <pc:sldMk cId="300027544" sldId="883"/>
        </pc:sldMkLst>
        <pc:spChg chg="mod">
          <ac:chgData name="Sophia BUI" userId="5388e7d4eb368e7c" providerId="LiveId" clId="{D6A408B9-D6E7-4BF9-9B85-2D9450B73EA7}" dt="2024-10-28T00:59:48.385" v="33652" actId="20577"/>
          <ac:spMkLst>
            <pc:docMk/>
            <pc:sldMk cId="300027544" sldId="883"/>
            <ac:spMk id="2" creationId="{7C75DB6F-8BF0-7C7A-579E-BD75390FE188}"/>
          </ac:spMkLst>
        </pc:spChg>
        <pc:picChg chg="mod">
          <ac:chgData name="Sophia BUI" userId="5388e7d4eb368e7c" providerId="LiveId" clId="{D6A408B9-D6E7-4BF9-9B85-2D9450B73EA7}" dt="2024-10-21T06:54:38.502" v="28950" actId="14100"/>
          <ac:picMkLst>
            <pc:docMk/>
            <pc:sldMk cId="300027544" sldId="883"/>
            <ac:picMk id="4" creationId="{60314EC9-F385-554C-389B-2D9BF7BBE506}"/>
          </ac:picMkLst>
        </pc:picChg>
        <pc:picChg chg="add del mod">
          <ac:chgData name="Sophia BUI" userId="5388e7d4eb368e7c" providerId="LiveId" clId="{D6A408B9-D6E7-4BF9-9B85-2D9450B73EA7}" dt="2024-10-21T06:37:13.827" v="28762" actId="478"/>
          <ac:picMkLst>
            <pc:docMk/>
            <pc:sldMk cId="300027544" sldId="883"/>
            <ac:picMk id="5" creationId="{11DBA3B0-21D7-86F4-725F-68CADC77031A}"/>
          </ac:picMkLst>
        </pc:picChg>
        <pc:picChg chg="add mod">
          <ac:chgData name="Sophia BUI" userId="5388e7d4eb368e7c" providerId="LiveId" clId="{D6A408B9-D6E7-4BF9-9B85-2D9450B73EA7}" dt="2024-10-21T06:54:27.760" v="28949" actId="1036"/>
          <ac:picMkLst>
            <pc:docMk/>
            <pc:sldMk cId="300027544" sldId="883"/>
            <ac:picMk id="6" creationId="{9335E92C-29CB-B1CD-8406-F63E5586E9EB}"/>
          </ac:picMkLst>
        </pc:picChg>
        <pc:picChg chg="del">
          <ac:chgData name="Sophia BUI" userId="5388e7d4eb368e7c" providerId="LiveId" clId="{D6A408B9-D6E7-4BF9-9B85-2D9450B73EA7}" dt="2024-10-19T14:23:12.652" v="26245" actId="478"/>
          <ac:picMkLst>
            <pc:docMk/>
            <pc:sldMk cId="300027544" sldId="883"/>
            <ac:picMk id="8" creationId="{137FF60D-C3CE-7A97-8576-060653A09DDB}"/>
          </ac:picMkLst>
        </pc:picChg>
      </pc:sldChg>
      <pc:sldChg chg="addSp delSp modSp add mod">
        <pc:chgData name="Sophia BUI" userId="5388e7d4eb368e7c" providerId="LiveId" clId="{D6A408B9-D6E7-4BF9-9B85-2D9450B73EA7}" dt="2024-10-28T00:53:31.478" v="33536" actId="14100"/>
        <pc:sldMkLst>
          <pc:docMk/>
          <pc:sldMk cId="2137001045" sldId="884"/>
        </pc:sldMkLst>
        <pc:spChg chg="mod">
          <ac:chgData name="Sophia BUI" userId="5388e7d4eb368e7c" providerId="LiveId" clId="{D6A408B9-D6E7-4BF9-9B85-2D9450B73EA7}" dt="2024-10-28T00:53:31.478" v="33536" actId="14100"/>
          <ac:spMkLst>
            <pc:docMk/>
            <pc:sldMk cId="2137001045" sldId="884"/>
            <ac:spMk id="2" creationId="{7C75DB6F-8BF0-7C7A-579E-BD75390FE188}"/>
          </ac:spMkLst>
        </pc:spChg>
        <pc:graphicFrameChg chg="mod modGraphic">
          <ac:chgData name="Sophia BUI" userId="5388e7d4eb368e7c" providerId="LiveId" clId="{D6A408B9-D6E7-4BF9-9B85-2D9450B73EA7}" dt="2024-10-21T00:33:50.244" v="28097" actId="20577"/>
          <ac:graphicFrameMkLst>
            <pc:docMk/>
            <pc:sldMk cId="2137001045" sldId="884"/>
            <ac:graphicFrameMk id="12" creationId="{F4AE58C5-4E9D-B586-5CAF-A506417545CE}"/>
          </ac:graphicFrameMkLst>
        </pc:graphicFrameChg>
        <pc:picChg chg="add del mod">
          <ac:chgData name="Sophia BUI" userId="5388e7d4eb368e7c" providerId="LiveId" clId="{D6A408B9-D6E7-4BF9-9B85-2D9450B73EA7}" dt="2024-10-19T14:32:54.624" v="26380" actId="478"/>
          <ac:picMkLst>
            <pc:docMk/>
            <pc:sldMk cId="2137001045" sldId="884"/>
            <ac:picMk id="4" creationId="{477AD0CE-CADA-2DC7-CA6D-3B55E30EB2F6}"/>
          </ac:picMkLst>
        </pc:picChg>
        <pc:picChg chg="add mod">
          <ac:chgData name="Sophia BUI" userId="5388e7d4eb368e7c" providerId="LiveId" clId="{D6A408B9-D6E7-4BF9-9B85-2D9450B73EA7}" dt="2024-10-19T14:36:41.014" v="26653" actId="1037"/>
          <ac:picMkLst>
            <pc:docMk/>
            <pc:sldMk cId="2137001045" sldId="884"/>
            <ac:picMk id="6" creationId="{92CCD5D3-859E-7F6A-C3C1-9F169C81ECF9}"/>
          </ac:picMkLst>
        </pc:picChg>
      </pc:sldChg>
      <pc:sldChg chg="addSp delSp modSp add mod ord">
        <pc:chgData name="Sophia BUI" userId="5388e7d4eb368e7c" providerId="LiveId" clId="{D6A408B9-D6E7-4BF9-9B85-2D9450B73EA7}" dt="2024-10-28T00:59:28.609" v="33646" actId="20577"/>
        <pc:sldMkLst>
          <pc:docMk/>
          <pc:sldMk cId="173892481" sldId="885"/>
        </pc:sldMkLst>
        <pc:spChg chg="mod">
          <ac:chgData name="Sophia BUI" userId="5388e7d4eb368e7c" providerId="LiveId" clId="{D6A408B9-D6E7-4BF9-9B85-2D9450B73EA7}" dt="2024-10-28T00:59:28.609" v="33646" actId="20577"/>
          <ac:spMkLst>
            <pc:docMk/>
            <pc:sldMk cId="173892481" sldId="885"/>
            <ac:spMk id="2" creationId="{7C75DB6F-8BF0-7C7A-579E-BD75390FE188}"/>
          </ac:spMkLst>
        </pc:spChg>
        <pc:graphicFrameChg chg="mod modGraphic">
          <ac:chgData name="Sophia BUI" userId="5388e7d4eb368e7c" providerId="LiveId" clId="{D6A408B9-D6E7-4BF9-9B85-2D9450B73EA7}" dt="2024-10-21T06:52:47.639" v="28941" actId="1076"/>
          <ac:graphicFrameMkLst>
            <pc:docMk/>
            <pc:sldMk cId="173892481" sldId="885"/>
            <ac:graphicFrameMk id="3" creationId="{E2B08477-8AB6-8605-04AB-5B313D5F4963}"/>
          </ac:graphicFrameMkLst>
        </pc:graphicFrameChg>
        <pc:picChg chg="add mod">
          <ac:chgData name="Sophia BUI" userId="5388e7d4eb368e7c" providerId="LiveId" clId="{D6A408B9-D6E7-4BF9-9B85-2D9450B73EA7}" dt="2024-10-21T06:53:00.007" v="28942" actId="14100"/>
          <ac:picMkLst>
            <pc:docMk/>
            <pc:sldMk cId="173892481" sldId="885"/>
            <ac:picMk id="5" creationId="{D3463CB5-52AF-21BE-4F0E-B454F2C03E7A}"/>
          </ac:picMkLst>
        </pc:picChg>
        <pc:picChg chg="del">
          <ac:chgData name="Sophia BUI" userId="5388e7d4eb368e7c" providerId="LiveId" clId="{D6A408B9-D6E7-4BF9-9B85-2D9450B73EA7}" dt="2024-10-21T06:51:12.219" v="28912" actId="478"/>
          <ac:picMkLst>
            <pc:docMk/>
            <pc:sldMk cId="173892481" sldId="885"/>
            <ac:picMk id="7" creationId="{1EE2CCCC-F1AE-1A02-FA8C-6C35769DA8A0}"/>
          </ac:picMkLst>
        </pc:picChg>
      </pc:sldChg>
      <pc:sldChg chg="addSp delSp modSp add mod">
        <pc:chgData name="Sophia BUI" userId="5388e7d4eb368e7c" providerId="LiveId" clId="{D6A408B9-D6E7-4BF9-9B85-2D9450B73EA7}" dt="2024-10-28T01:06:36.510" v="33745" actId="14100"/>
        <pc:sldMkLst>
          <pc:docMk/>
          <pc:sldMk cId="1317379931" sldId="886"/>
        </pc:sldMkLst>
        <pc:spChg chg="mod">
          <ac:chgData name="Sophia BUI" userId="5388e7d4eb368e7c" providerId="LiveId" clId="{D6A408B9-D6E7-4BF9-9B85-2D9450B73EA7}" dt="2024-10-28T01:01:34.111" v="33714" actId="20577"/>
          <ac:spMkLst>
            <pc:docMk/>
            <pc:sldMk cId="1317379931" sldId="886"/>
            <ac:spMk id="2" creationId="{7C75DB6F-8BF0-7C7A-579E-BD75390FE188}"/>
          </ac:spMkLst>
        </pc:spChg>
        <pc:graphicFrameChg chg="add mod modGraphic">
          <ac:chgData name="Sophia BUI" userId="5388e7d4eb368e7c" providerId="LiveId" clId="{D6A408B9-D6E7-4BF9-9B85-2D9450B73EA7}" dt="2024-10-28T01:06:36.510" v="33745" actId="14100"/>
          <ac:graphicFrameMkLst>
            <pc:docMk/>
            <pc:sldMk cId="1317379931" sldId="886"/>
            <ac:graphicFrameMk id="3" creationId="{CEB1EECC-902F-94F8-CAA6-159C6927AA99}"/>
          </ac:graphicFrameMkLst>
        </pc:graphicFrameChg>
        <pc:graphicFrameChg chg="mod modGraphic">
          <ac:chgData name="Sophia BUI" userId="5388e7d4eb368e7c" providerId="LiveId" clId="{D6A408B9-D6E7-4BF9-9B85-2D9450B73EA7}" dt="2024-10-28T01:06:19.133" v="33743" actId="14100"/>
          <ac:graphicFrameMkLst>
            <pc:docMk/>
            <pc:sldMk cId="1317379931" sldId="886"/>
            <ac:graphicFrameMk id="12" creationId="{F4AE58C5-4E9D-B586-5CAF-A506417545CE}"/>
          </ac:graphicFrameMkLst>
        </pc:graphicFrameChg>
        <pc:picChg chg="add mod">
          <ac:chgData name="Sophia BUI" userId="5388e7d4eb368e7c" providerId="LiveId" clId="{D6A408B9-D6E7-4BF9-9B85-2D9450B73EA7}" dt="2024-10-28T01:06:04.510" v="33740" actId="1076"/>
          <ac:picMkLst>
            <pc:docMk/>
            <pc:sldMk cId="1317379931" sldId="886"/>
            <ac:picMk id="4" creationId="{632BC61B-9F16-C431-3C5A-6D4E3615FDBE}"/>
          </ac:picMkLst>
        </pc:picChg>
        <pc:picChg chg="add mod">
          <ac:chgData name="Sophia BUI" userId="5388e7d4eb368e7c" providerId="LiveId" clId="{D6A408B9-D6E7-4BF9-9B85-2D9450B73EA7}" dt="2024-10-28T01:06:29.166" v="33744" actId="1076"/>
          <ac:picMkLst>
            <pc:docMk/>
            <pc:sldMk cId="1317379931" sldId="886"/>
            <ac:picMk id="5" creationId="{255BDFC9-6DAB-9847-2CEE-6BC3DA4CBBCF}"/>
          </ac:picMkLst>
        </pc:picChg>
        <pc:picChg chg="add del mod">
          <ac:chgData name="Sophia BUI" userId="5388e7d4eb368e7c" providerId="LiveId" clId="{D6A408B9-D6E7-4BF9-9B85-2D9450B73EA7}" dt="2024-10-24T01:47:36.597" v="30055" actId="478"/>
          <ac:picMkLst>
            <pc:docMk/>
            <pc:sldMk cId="1317379931" sldId="886"/>
            <ac:picMk id="6" creationId="{6ED61D83-5A51-E99B-868D-CFD8E39D648C}"/>
          </ac:picMkLst>
        </pc:picChg>
      </pc:sldChg>
      <pc:sldChg chg="addSp delSp modSp add mod">
        <pc:chgData name="Sophia BUI" userId="5388e7d4eb368e7c" providerId="LiveId" clId="{D6A408B9-D6E7-4BF9-9B85-2D9450B73EA7}" dt="2024-10-28T01:18:04.504" v="33771" actId="14100"/>
        <pc:sldMkLst>
          <pc:docMk/>
          <pc:sldMk cId="96577399" sldId="887"/>
        </pc:sldMkLst>
        <pc:spChg chg="mod">
          <ac:chgData name="Sophia BUI" userId="5388e7d4eb368e7c" providerId="LiveId" clId="{D6A408B9-D6E7-4BF9-9B85-2D9450B73EA7}" dt="2024-10-28T01:17:54.951" v="33769" actId="20577"/>
          <ac:spMkLst>
            <pc:docMk/>
            <pc:sldMk cId="96577399" sldId="887"/>
            <ac:spMk id="2" creationId="{7C75DB6F-8BF0-7C7A-579E-BD75390FE188}"/>
          </ac:spMkLst>
        </pc:spChg>
        <pc:graphicFrameChg chg="mod modGraphic">
          <ac:chgData name="Sophia BUI" userId="5388e7d4eb368e7c" providerId="LiveId" clId="{D6A408B9-D6E7-4BF9-9B85-2D9450B73EA7}" dt="2024-10-28T01:18:04.504" v="33771" actId="14100"/>
          <ac:graphicFrameMkLst>
            <pc:docMk/>
            <pc:sldMk cId="96577399" sldId="887"/>
            <ac:graphicFrameMk id="12" creationId="{F4AE58C5-4E9D-B586-5CAF-A506417545CE}"/>
          </ac:graphicFrameMkLst>
        </pc:graphicFrameChg>
        <pc:picChg chg="del">
          <ac:chgData name="Sophia BUI" userId="5388e7d4eb368e7c" providerId="LiveId" clId="{D6A408B9-D6E7-4BF9-9B85-2D9450B73EA7}" dt="2024-10-24T01:51:58.872" v="30127" actId="478"/>
          <ac:picMkLst>
            <pc:docMk/>
            <pc:sldMk cId="96577399" sldId="887"/>
            <ac:picMk id="4" creationId="{632BC61B-9F16-C431-3C5A-6D4E3615FDBE}"/>
          </ac:picMkLst>
        </pc:picChg>
        <pc:picChg chg="add mod">
          <ac:chgData name="Sophia BUI" userId="5388e7d4eb368e7c" providerId="LiveId" clId="{D6A408B9-D6E7-4BF9-9B85-2D9450B73EA7}" dt="2024-10-28T01:17:18.400" v="33761" actId="1076"/>
          <ac:picMkLst>
            <pc:docMk/>
            <pc:sldMk cId="96577399" sldId="887"/>
            <ac:picMk id="5" creationId="{28E9D171-D2D3-CDA9-56A4-1DA9E60D31CC}"/>
          </ac:picMkLst>
        </pc:picChg>
        <pc:picChg chg="del">
          <ac:chgData name="Sophia BUI" userId="5388e7d4eb368e7c" providerId="LiveId" clId="{D6A408B9-D6E7-4BF9-9B85-2D9450B73EA7}" dt="2024-10-24T01:51:59.700" v="30128" actId="478"/>
          <ac:picMkLst>
            <pc:docMk/>
            <pc:sldMk cId="96577399" sldId="887"/>
            <ac:picMk id="6" creationId="{6ED61D83-5A51-E99B-868D-CFD8E39D648C}"/>
          </ac:picMkLst>
        </pc:picChg>
        <pc:picChg chg="add mod">
          <ac:chgData name="Sophia BUI" userId="5388e7d4eb368e7c" providerId="LiveId" clId="{D6A408B9-D6E7-4BF9-9B85-2D9450B73EA7}" dt="2024-10-28T01:17:35.255" v="33763" actId="14100"/>
          <ac:picMkLst>
            <pc:docMk/>
            <pc:sldMk cId="96577399" sldId="887"/>
            <ac:picMk id="8" creationId="{DEEB8122-1103-B7C5-7418-76B00318738F}"/>
          </ac:picMkLst>
        </pc:picChg>
        <pc:picChg chg="add mod">
          <ac:chgData name="Sophia BUI" userId="5388e7d4eb368e7c" providerId="LiveId" clId="{D6A408B9-D6E7-4BF9-9B85-2D9450B73EA7}" dt="2024-10-28T01:17:46.455" v="33764" actId="14100"/>
          <ac:picMkLst>
            <pc:docMk/>
            <pc:sldMk cId="96577399" sldId="887"/>
            <ac:picMk id="10" creationId="{CB19B144-7B0A-915A-1D15-8754D7AA2DB2}"/>
          </ac:picMkLst>
        </pc:picChg>
      </pc:sldChg>
      <pc:sldChg chg="modSp mod">
        <pc:chgData name="Sophia BUI" userId="5388e7d4eb368e7c" providerId="LiveId" clId="{D6A408B9-D6E7-4BF9-9B85-2D9450B73EA7}" dt="2024-10-30T08:46:24.396" v="41690" actId="14100"/>
        <pc:sldMkLst>
          <pc:docMk/>
          <pc:sldMk cId="2762851153" sldId="888"/>
        </pc:sldMkLst>
        <pc:spChg chg="mod">
          <ac:chgData name="Sophia BUI" userId="5388e7d4eb368e7c" providerId="LiveId" clId="{D6A408B9-D6E7-4BF9-9B85-2D9450B73EA7}" dt="2024-10-29T03:28:02.781" v="36765" actId="6549"/>
          <ac:spMkLst>
            <pc:docMk/>
            <pc:sldMk cId="2762851153" sldId="888"/>
            <ac:spMk id="2" creationId="{7C75DB6F-8BF0-7C7A-579E-BD75390FE188}"/>
          </ac:spMkLst>
        </pc:spChg>
        <pc:graphicFrameChg chg="mod modGraphic">
          <ac:chgData name="Sophia BUI" userId="5388e7d4eb368e7c" providerId="LiveId" clId="{D6A408B9-D6E7-4BF9-9B85-2D9450B73EA7}" dt="2024-10-30T08:46:16.179" v="41688" actId="14734"/>
          <ac:graphicFrameMkLst>
            <pc:docMk/>
            <pc:sldMk cId="2762851153" sldId="888"/>
            <ac:graphicFrameMk id="3" creationId="{FE51DCF3-5461-340F-6546-72AA1ECCF239}"/>
          </ac:graphicFrameMkLst>
        </pc:graphicFrameChg>
        <pc:graphicFrameChg chg="mod modGraphic">
          <ac:chgData name="Sophia BUI" userId="5388e7d4eb368e7c" providerId="LiveId" clId="{D6A408B9-D6E7-4BF9-9B85-2D9450B73EA7}" dt="2024-10-30T08:46:24.396" v="41690" actId="14100"/>
          <ac:graphicFrameMkLst>
            <pc:docMk/>
            <pc:sldMk cId="2762851153" sldId="888"/>
            <ac:graphicFrameMk id="12" creationId="{F4AE58C5-4E9D-B586-5CAF-A506417545CE}"/>
          </ac:graphicFrameMkLst>
        </pc:graphicFrameChg>
        <pc:picChg chg="mod">
          <ac:chgData name="Sophia BUI" userId="5388e7d4eb368e7c" providerId="LiveId" clId="{D6A408B9-D6E7-4BF9-9B85-2D9450B73EA7}" dt="2024-10-30T08:37:39.573" v="41597" actId="14100"/>
          <ac:picMkLst>
            <pc:docMk/>
            <pc:sldMk cId="2762851153" sldId="888"/>
            <ac:picMk id="5" creationId="{400C12D1-4605-633C-1330-D3AFEFE5B59E}"/>
          </ac:picMkLst>
        </pc:picChg>
        <pc:picChg chg="mod">
          <ac:chgData name="Sophia BUI" userId="5388e7d4eb368e7c" providerId="LiveId" clId="{D6A408B9-D6E7-4BF9-9B85-2D9450B73EA7}" dt="2024-10-30T08:37:42.605" v="41598" actId="14100"/>
          <ac:picMkLst>
            <pc:docMk/>
            <pc:sldMk cId="2762851153" sldId="888"/>
            <ac:picMk id="7" creationId="{128B7AF4-1DB8-3532-B8ED-51051A0A65FA}"/>
          </ac:picMkLst>
        </pc:picChg>
        <pc:picChg chg="mod">
          <ac:chgData name="Sophia BUI" userId="5388e7d4eb368e7c" providerId="LiveId" clId="{D6A408B9-D6E7-4BF9-9B85-2D9450B73EA7}" dt="2024-10-30T08:36:53.381" v="41596" actId="14100"/>
          <ac:picMkLst>
            <pc:docMk/>
            <pc:sldMk cId="2762851153" sldId="888"/>
            <ac:picMk id="9" creationId="{42CA61CB-933E-1A41-ED09-000DFA118713}"/>
          </ac:picMkLst>
        </pc:picChg>
      </pc:sldChg>
      <pc:sldChg chg="addSp modSp add del mod ord">
        <pc:chgData name="Sophia BUI" userId="5388e7d4eb368e7c" providerId="LiveId" clId="{D6A408B9-D6E7-4BF9-9B85-2D9450B73EA7}" dt="2024-10-29T03:10:36.574" v="36397" actId="2696"/>
        <pc:sldMkLst>
          <pc:docMk/>
          <pc:sldMk cId="4035861415" sldId="888"/>
        </pc:sldMkLst>
        <pc:spChg chg="mod">
          <ac:chgData name="Sophia BUI" userId="5388e7d4eb368e7c" providerId="LiveId" clId="{D6A408B9-D6E7-4BF9-9B85-2D9450B73EA7}" dt="2024-10-28T08:21:58.974" v="36332" actId="14100"/>
          <ac:spMkLst>
            <pc:docMk/>
            <pc:sldMk cId="4035861415" sldId="888"/>
            <ac:spMk id="2" creationId="{7C75DB6F-8BF0-7C7A-579E-BD75390FE188}"/>
          </ac:spMkLst>
        </pc:spChg>
        <pc:graphicFrameChg chg="add mod modGraphic">
          <ac:chgData name="Sophia BUI" userId="5388e7d4eb368e7c" providerId="LiveId" clId="{D6A408B9-D6E7-4BF9-9B85-2D9450B73EA7}" dt="2024-10-28T08:22:13.485" v="36353" actId="1035"/>
          <ac:graphicFrameMkLst>
            <pc:docMk/>
            <pc:sldMk cId="4035861415" sldId="888"/>
            <ac:graphicFrameMk id="3" creationId="{FE51DCF3-5461-340F-6546-72AA1ECCF239}"/>
          </ac:graphicFrameMkLst>
        </pc:graphicFrameChg>
        <pc:graphicFrameChg chg="mod modGraphic">
          <ac:chgData name="Sophia BUI" userId="5388e7d4eb368e7c" providerId="LiveId" clId="{D6A408B9-D6E7-4BF9-9B85-2D9450B73EA7}" dt="2024-10-28T08:22:46.604" v="36370" actId="20577"/>
          <ac:graphicFrameMkLst>
            <pc:docMk/>
            <pc:sldMk cId="4035861415" sldId="888"/>
            <ac:graphicFrameMk id="12" creationId="{F4AE58C5-4E9D-B586-5CAF-A506417545CE}"/>
          </ac:graphicFrameMkLst>
        </pc:graphicFrameChg>
        <pc:picChg chg="add mod">
          <ac:chgData name="Sophia BUI" userId="5388e7d4eb368e7c" providerId="LiveId" clId="{D6A408B9-D6E7-4BF9-9B85-2D9450B73EA7}" dt="2024-10-28T08:21:44.475" v="36329" actId="1038"/>
          <ac:picMkLst>
            <pc:docMk/>
            <pc:sldMk cId="4035861415" sldId="888"/>
            <ac:picMk id="5" creationId="{400C12D1-4605-633C-1330-D3AFEFE5B59E}"/>
          </ac:picMkLst>
        </pc:picChg>
        <pc:picChg chg="add mod">
          <ac:chgData name="Sophia BUI" userId="5388e7d4eb368e7c" providerId="LiveId" clId="{D6A408B9-D6E7-4BF9-9B85-2D9450B73EA7}" dt="2024-10-28T08:21:44.475" v="36329" actId="1038"/>
          <ac:picMkLst>
            <pc:docMk/>
            <pc:sldMk cId="4035861415" sldId="888"/>
            <ac:picMk id="7" creationId="{128B7AF4-1DB8-3532-B8ED-51051A0A65FA}"/>
          </ac:picMkLst>
        </pc:picChg>
        <pc:picChg chg="add mod">
          <ac:chgData name="Sophia BUI" userId="5388e7d4eb368e7c" providerId="LiveId" clId="{D6A408B9-D6E7-4BF9-9B85-2D9450B73EA7}" dt="2024-10-28T08:21:50.854" v="36330" actId="1076"/>
          <ac:picMkLst>
            <pc:docMk/>
            <pc:sldMk cId="4035861415" sldId="888"/>
            <ac:picMk id="9" creationId="{42CA61CB-933E-1A41-ED09-000DFA118713}"/>
          </ac:picMkLst>
        </pc:picChg>
      </pc:sldChg>
      <pc:sldChg chg="addSp delSp modSp mod">
        <pc:chgData name="Sophia BUI" userId="5388e7d4eb368e7c" providerId="LiveId" clId="{D6A408B9-D6E7-4BF9-9B85-2D9450B73EA7}" dt="2024-10-29T07:31:38.890" v="37653" actId="1076"/>
        <pc:sldMkLst>
          <pc:docMk/>
          <pc:sldMk cId="200341314" sldId="889"/>
        </pc:sldMkLst>
        <pc:spChg chg="mod">
          <ac:chgData name="Sophia BUI" userId="5388e7d4eb368e7c" providerId="LiveId" clId="{D6A408B9-D6E7-4BF9-9B85-2D9450B73EA7}" dt="2024-10-29T03:27:50.830" v="36762" actId="6549"/>
          <ac:spMkLst>
            <pc:docMk/>
            <pc:sldMk cId="200341314" sldId="889"/>
            <ac:spMk id="2" creationId="{7C75DB6F-8BF0-7C7A-579E-BD75390FE188}"/>
          </ac:spMkLst>
        </pc:spChg>
        <pc:picChg chg="add del mod">
          <ac:chgData name="Sophia BUI" userId="5388e7d4eb368e7c" providerId="LiveId" clId="{D6A408B9-D6E7-4BF9-9B85-2D9450B73EA7}" dt="2024-10-29T04:43:24.815" v="37638" actId="478"/>
          <ac:picMkLst>
            <pc:docMk/>
            <pc:sldMk cId="200341314" sldId="889"/>
            <ac:picMk id="4" creationId="{7044756F-35D8-0B10-AB42-263F6770D375}"/>
          </ac:picMkLst>
        </pc:picChg>
        <pc:picChg chg="add del mod">
          <ac:chgData name="Sophia BUI" userId="5388e7d4eb368e7c" providerId="LiveId" clId="{D6A408B9-D6E7-4BF9-9B85-2D9450B73EA7}" dt="2024-10-29T07:31:21.258" v="37649" actId="478"/>
          <ac:picMkLst>
            <pc:docMk/>
            <pc:sldMk cId="200341314" sldId="889"/>
            <ac:picMk id="6" creationId="{BB7442FC-85F5-713C-F55C-42C0C3C93574}"/>
          </ac:picMkLst>
        </pc:picChg>
        <pc:picChg chg="add mod">
          <ac:chgData name="Sophia BUI" userId="5388e7d4eb368e7c" providerId="LiveId" clId="{D6A408B9-D6E7-4BF9-9B85-2D9450B73EA7}" dt="2024-10-29T07:31:38.890" v="37653" actId="1076"/>
          <ac:picMkLst>
            <pc:docMk/>
            <pc:sldMk cId="200341314" sldId="889"/>
            <ac:picMk id="8" creationId="{B459092E-856B-8B32-8878-B540DA430F59}"/>
          </ac:picMkLst>
        </pc:picChg>
        <pc:picChg chg="del">
          <ac:chgData name="Sophia BUI" userId="5388e7d4eb368e7c" providerId="LiveId" clId="{D6A408B9-D6E7-4BF9-9B85-2D9450B73EA7}" dt="2024-10-29T03:56:59.303" v="36778" actId="478"/>
          <ac:picMkLst>
            <pc:docMk/>
            <pc:sldMk cId="200341314" sldId="889"/>
            <ac:picMk id="13" creationId="{06E5F400-E41D-A89C-6C45-0B0E3FE10AE5}"/>
          </ac:picMkLst>
        </pc:picChg>
      </pc:sldChg>
      <pc:sldChg chg="addSp delSp modSp add del mod">
        <pc:chgData name="Sophia BUI" userId="5388e7d4eb368e7c" providerId="LiveId" clId="{D6A408B9-D6E7-4BF9-9B85-2D9450B73EA7}" dt="2024-10-29T03:10:36.574" v="36397" actId="2696"/>
        <pc:sldMkLst>
          <pc:docMk/>
          <pc:sldMk cId="2268248133" sldId="889"/>
        </pc:sldMkLst>
        <pc:spChg chg="mod">
          <ac:chgData name="Sophia BUI" userId="5388e7d4eb368e7c" providerId="LiveId" clId="{D6A408B9-D6E7-4BF9-9B85-2D9450B73EA7}" dt="2024-10-28T04:22:17.501" v="34808" actId="14100"/>
          <ac:spMkLst>
            <pc:docMk/>
            <pc:sldMk cId="2268248133" sldId="889"/>
            <ac:spMk id="2" creationId="{7C75DB6F-8BF0-7C7A-579E-BD75390FE188}"/>
          </ac:spMkLst>
        </pc:spChg>
        <pc:picChg chg="del">
          <ac:chgData name="Sophia BUI" userId="5388e7d4eb368e7c" providerId="LiveId" clId="{D6A408B9-D6E7-4BF9-9B85-2D9450B73EA7}" dt="2024-10-24T07:51:59.696" v="31553" actId="478"/>
          <ac:picMkLst>
            <pc:docMk/>
            <pc:sldMk cId="2268248133" sldId="889"/>
            <ac:picMk id="4" creationId="{30F02CC5-E2FD-1B41-FEE7-0893EC8BDABE}"/>
          </ac:picMkLst>
        </pc:picChg>
        <pc:picChg chg="add del">
          <ac:chgData name="Sophia BUI" userId="5388e7d4eb368e7c" providerId="LiveId" clId="{D6A408B9-D6E7-4BF9-9B85-2D9450B73EA7}" dt="2024-10-24T07:52:31.808" v="31555" actId="478"/>
          <ac:picMkLst>
            <pc:docMk/>
            <pc:sldMk cId="2268248133" sldId="889"/>
            <ac:picMk id="5" creationId="{18F3CF1F-B21B-511D-093D-227139BBF37D}"/>
          </ac:picMkLst>
        </pc:picChg>
        <pc:picChg chg="add del mod">
          <ac:chgData name="Sophia BUI" userId="5388e7d4eb368e7c" providerId="LiveId" clId="{D6A408B9-D6E7-4BF9-9B85-2D9450B73EA7}" dt="2024-10-24T07:56:51.403" v="31604" actId="478"/>
          <ac:picMkLst>
            <pc:docMk/>
            <pc:sldMk cId="2268248133" sldId="889"/>
            <ac:picMk id="7" creationId="{8C3EBBCD-ACAF-BBA1-E288-6E6FA8DD218C}"/>
          </ac:picMkLst>
        </pc:picChg>
        <pc:picChg chg="add del mod">
          <ac:chgData name="Sophia BUI" userId="5388e7d4eb368e7c" providerId="LiveId" clId="{D6A408B9-D6E7-4BF9-9B85-2D9450B73EA7}" dt="2024-10-24T07:59:48.407" v="31661" actId="478"/>
          <ac:picMkLst>
            <pc:docMk/>
            <pc:sldMk cId="2268248133" sldId="889"/>
            <ac:picMk id="9" creationId="{6FDCC712-17F9-C3FA-FB7F-6A5EE7AF4673}"/>
          </ac:picMkLst>
        </pc:picChg>
        <pc:picChg chg="add del mod">
          <ac:chgData name="Sophia BUI" userId="5388e7d4eb368e7c" providerId="LiveId" clId="{D6A408B9-D6E7-4BF9-9B85-2D9450B73EA7}" dt="2024-10-24T08:05:42.557" v="31722" actId="478"/>
          <ac:picMkLst>
            <pc:docMk/>
            <pc:sldMk cId="2268248133" sldId="889"/>
            <ac:picMk id="11" creationId="{737921FA-2D99-B38F-7506-ECBA291CB8BE}"/>
          </ac:picMkLst>
        </pc:picChg>
        <pc:picChg chg="add mod">
          <ac:chgData name="Sophia BUI" userId="5388e7d4eb368e7c" providerId="LiveId" clId="{D6A408B9-D6E7-4BF9-9B85-2D9450B73EA7}" dt="2024-10-24T08:06:07.164" v="31781" actId="1036"/>
          <ac:picMkLst>
            <pc:docMk/>
            <pc:sldMk cId="2268248133" sldId="889"/>
            <ac:picMk id="13" creationId="{06E5F400-E41D-A89C-6C45-0B0E3FE10AE5}"/>
          </ac:picMkLst>
        </pc:picChg>
      </pc:sldChg>
      <pc:sldChg chg="addSp delSp modSp mod">
        <pc:chgData name="Sophia BUI" userId="5388e7d4eb368e7c" providerId="LiveId" clId="{D6A408B9-D6E7-4BF9-9B85-2D9450B73EA7}" dt="2024-10-30T08:48:18.643" v="41720" actId="1076"/>
        <pc:sldMkLst>
          <pc:docMk/>
          <pc:sldMk cId="352217231" sldId="890"/>
        </pc:sldMkLst>
        <pc:spChg chg="mod">
          <ac:chgData name="Sophia BUI" userId="5388e7d4eb368e7c" providerId="LiveId" clId="{D6A408B9-D6E7-4BF9-9B85-2D9450B73EA7}" dt="2024-10-29T04:22:25.327" v="37637" actId="6549"/>
          <ac:spMkLst>
            <pc:docMk/>
            <pc:sldMk cId="352217231" sldId="890"/>
            <ac:spMk id="2" creationId="{7C75DB6F-8BF0-7C7A-579E-BD75390FE188}"/>
          </ac:spMkLst>
        </pc:spChg>
        <pc:picChg chg="add mod">
          <ac:chgData name="Sophia BUI" userId="5388e7d4eb368e7c" providerId="LiveId" clId="{D6A408B9-D6E7-4BF9-9B85-2D9450B73EA7}" dt="2024-10-30T08:48:18.643" v="41720" actId="1076"/>
          <ac:picMkLst>
            <pc:docMk/>
            <pc:sldMk cId="352217231" sldId="890"/>
            <ac:picMk id="4" creationId="{CADCF672-4FC6-261B-8B76-AB379CE6899D}"/>
          </ac:picMkLst>
        </pc:picChg>
        <pc:picChg chg="del">
          <ac:chgData name="Sophia BUI" userId="5388e7d4eb368e7c" providerId="LiveId" clId="{D6A408B9-D6E7-4BF9-9B85-2D9450B73EA7}" dt="2024-10-29T08:20:29.927" v="37776" actId="478"/>
          <ac:picMkLst>
            <pc:docMk/>
            <pc:sldMk cId="352217231" sldId="890"/>
            <ac:picMk id="7" creationId="{8C3EBBCD-ACAF-BBA1-E288-6E6FA8DD218C}"/>
          </ac:picMkLst>
        </pc:picChg>
      </pc:sldChg>
      <pc:sldChg chg="modSp add del mod ord">
        <pc:chgData name="Sophia BUI" userId="5388e7d4eb368e7c" providerId="LiveId" clId="{D6A408B9-D6E7-4BF9-9B85-2D9450B73EA7}" dt="2024-10-29T03:10:36.574" v="36397" actId="2696"/>
        <pc:sldMkLst>
          <pc:docMk/>
          <pc:sldMk cId="1423468927" sldId="890"/>
        </pc:sldMkLst>
        <pc:spChg chg="mod">
          <ac:chgData name="Sophia BUI" userId="5388e7d4eb368e7c" providerId="LiveId" clId="{D6A408B9-D6E7-4BF9-9B85-2D9450B73EA7}" dt="2024-10-24T08:08:21.563" v="31822" actId="6549"/>
          <ac:spMkLst>
            <pc:docMk/>
            <pc:sldMk cId="1423468927" sldId="890"/>
            <ac:spMk id="2" creationId="{7C75DB6F-8BF0-7C7A-579E-BD75390FE188}"/>
          </ac:spMkLst>
        </pc:spChg>
      </pc:sldChg>
      <pc:sldChg chg="addSp modSp add mod">
        <pc:chgData name="Sophia BUI" userId="5388e7d4eb368e7c" providerId="LiveId" clId="{D6A408B9-D6E7-4BF9-9B85-2D9450B73EA7}" dt="2024-10-28T01:42:26.811" v="34455" actId="13926"/>
        <pc:sldMkLst>
          <pc:docMk/>
          <pc:sldMk cId="3688824164" sldId="891"/>
        </pc:sldMkLst>
        <pc:spChg chg="mod">
          <ac:chgData name="Sophia BUI" userId="5388e7d4eb368e7c" providerId="LiveId" clId="{D6A408B9-D6E7-4BF9-9B85-2D9450B73EA7}" dt="2024-10-28T01:24:50.903" v="34079" actId="20577"/>
          <ac:spMkLst>
            <pc:docMk/>
            <pc:sldMk cId="3688824164" sldId="891"/>
            <ac:spMk id="2" creationId="{03829669-9B4E-08C9-C9A6-612AEDD618F3}"/>
          </ac:spMkLst>
        </pc:spChg>
        <pc:graphicFrameChg chg="mod modGraphic">
          <ac:chgData name="Sophia BUI" userId="5388e7d4eb368e7c" providerId="LiveId" clId="{D6A408B9-D6E7-4BF9-9B85-2D9450B73EA7}" dt="2024-10-28T01:42:26.811" v="34455" actId="13926"/>
          <ac:graphicFrameMkLst>
            <pc:docMk/>
            <pc:sldMk cId="3688824164" sldId="891"/>
            <ac:graphicFrameMk id="12" creationId="{9130CF39-02DB-1DD0-D22C-90EFA8F8C48B}"/>
          </ac:graphicFrameMkLst>
        </pc:graphicFrameChg>
        <pc:picChg chg="add mod">
          <ac:chgData name="Sophia BUI" userId="5388e7d4eb368e7c" providerId="LiveId" clId="{D6A408B9-D6E7-4BF9-9B85-2D9450B73EA7}" dt="2024-10-28T01:41:39.562" v="34451" actId="14100"/>
          <ac:picMkLst>
            <pc:docMk/>
            <pc:sldMk cId="3688824164" sldId="891"/>
            <ac:picMk id="4" creationId="{6EED2A96-C2F8-85AB-B873-31DD67407784}"/>
          </ac:picMkLst>
        </pc:picChg>
      </pc:sldChg>
      <pc:sldChg chg="delSp modSp mod modShow">
        <pc:chgData name="Sophia BUI" userId="5388e7d4eb368e7c" providerId="LiveId" clId="{D6A408B9-D6E7-4BF9-9B85-2D9450B73EA7}" dt="2024-10-28T04:16:28.620" v="34740" actId="729"/>
        <pc:sldMkLst>
          <pc:docMk/>
          <pc:sldMk cId="937941671" sldId="892"/>
        </pc:sldMkLst>
        <pc:spChg chg="mod">
          <ac:chgData name="Sophia BUI" userId="5388e7d4eb368e7c" providerId="LiveId" clId="{D6A408B9-D6E7-4BF9-9B85-2D9450B73EA7}" dt="2024-10-28T01:43:50.561" v="34484" actId="20577"/>
          <ac:spMkLst>
            <pc:docMk/>
            <pc:sldMk cId="937941671" sldId="892"/>
            <ac:spMk id="2" creationId="{DAD4E1B1-2A31-EB22-DDFA-B86795C4CBBE}"/>
          </ac:spMkLst>
        </pc:spChg>
        <pc:graphicFrameChg chg="del">
          <ac:chgData name="Sophia BUI" userId="5388e7d4eb368e7c" providerId="LiveId" clId="{D6A408B9-D6E7-4BF9-9B85-2D9450B73EA7}" dt="2024-10-27T15:21:37.202" v="32948" actId="478"/>
          <ac:graphicFrameMkLst>
            <pc:docMk/>
            <pc:sldMk cId="937941671" sldId="892"/>
            <ac:graphicFrameMk id="3" creationId="{88C3397A-25E6-91D2-7051-CE2450ED4137}"/>
          </ac:graphicFrameMkLst>
        </pc:graphicFrameChg>
        <pc:graphicFrameChg chg="mod modGraphic">
          <ac:chgData name="Sophia BUI" userId="5388e7d4eb368e7c" providerId="LiveId" clId="{D6A408B9-D6E7-4BF9-9B85-2D9450B73EA7}" dt="2024-10-28T01:43:37.941" v="34479" actId="2711"/>
          <ac:graphicFrameMkLst>
            <pc:docMk/>
            <pc:sldMk cId="937941671" sldId="892"/>
            <ac:graphicFrameMk id="12" creationId="{1F7B6748-24DA-78CA-1F2B-AE7A7AA20852}"/>
          </ac:graphicFrameMkLst>
        </pc:graphicFrameChg>
        <pc:picChg chg="del">
          <ac:chgData name="Sophia BUI" userId="5388e7d4eb368e7c" providerId="LiveId" clId="{D6A408B9-D6E7-4BF9-9B85-2D9450B73EA7}" dt="2024-10-27T15:23:49.385" v="32965" actId="478"/>
          <ac:picMkLst>
            <pc:docMk/>
            <pc:sldMk cId="937941671" sldId="892"/>
            <ac:picMk id="4" creationId="{B204C422-573A-ECE1-9963-CB2AEF16D924}"/>
          </ac:picMkLst>
        </pc:picChg>
        <pc:picChg chg="del">
          <ac:chgData name="Sophia BUI" userId="5388e7d4eb368e7c" providerId="LiveId" clId="{D6A408B9-D6E7-4BF9-9B85-2D9450B73EA7}" dt="2024-10-27T15:23:51.333" v="32966" actId="478"/>
          <ac:picMkLst>
            <pc:docMk/>
            <pc:sldMk cId="937941671" sldId="892"/>
            <ac:picMk id="5" creationId="{E69C20A0-C17D-7ADC-5F08-F6E18F9A8BDD}"/>
          </ac:picMkLst>
        </pc:picChg>
      </pc:sldChg>
      <pc:sldChg chg="del">
        <pc:chgData name="Sophia BUI" userId="5388e7d4eb368e7c" providerId="LiveId" clId="{D6A408B9-D6E7-4BF9-9B85-2D9450B73EA7}" dt="2024-10-27T16:01:21.380" v="33215" actId="2696"/>
        <pc:sldMkLst>
          <pc:docMk/>
          <pc:sldMk cId="1468896875" sldId="893"/>
        </pc:sldMkLst>
      </pc:sldChg>
      <pc:sldChg chg="addSp delSp modSp mod modShow">
        <pc:chgData name="Sophia BUI" userId="5388e7d4eb368e7c" providerId="LiveId" clId="{D6A408B9-D6E7-4BF9-9B85-2D9450B73EA7}" dt="2024-10-28T04:16:28.620" v="34740" actId="729"/>
        <pc:sldMkLst>
          <pc:docMk/>
          <pc:sldMk cId="408688309" sldId="894"/>
        </pc:sldMkLst>
        <pc:spChg chg="mod">
          <ac:chgData name="Sophia BUI" userId="5388e7d4eb368e7c" providerId="LiveId" clId="{D6A408B9-D6E7-4BF9-9B85-2D9450B73EA7}" dt="2024-10-28T04:10:07.059" v="34703" actId="14100"/>
          <ac:spMkLst>
            <pc:docMk/>
            <pc:sldMk cId="408688309" sldId="894"/>
            <ac:spMk id="2" creationId="{7BA9851A-50F7-C694-0C5A-29061B95FB6E}"/>
          </ac:spMkLst>
        </pc:spChg>
        <pc:spChg chg="add del mod">
          <ac:chgData name="Sophia BUI" userId="5388e7d4eb368e7c" providerId="LiveId" clId="{D6A408B9-D6E7-4BF9-9B85-2D9450B73EA7}" dt="2024-10-28T04:11:47.006" v="34715" actId="478"/>
          <ac:spMkLst>
            <pc:docMk/>
            <pc:sldMk cId="408688309" sldId="894"/>
            <ac:spMk id="8" creationId="{B908AE11-F63C-F385-0D4E-4EB53B02EA19}"/>
          </ac:spMkLst>
        </pc:spChg>
        <pc:graphicFrameChg chg="del mod modGraphic">
          <ac:chgData name="Sophia BUI" userId="5388e7d4eb368e7c" providerId="LiveId" clId="{D6A408B9-D6E7-4BF9-9B85-2D9450B73EA7}" dt="2024-10-28T04:09:15.256" v="34698" actId="478"/>
          <ac:graphicFrameMkLst>
            <pc:docMk/>
            <pc:sldMk cId="408688309" sldId="894"/>
            <ac:graphicFrameMk id="12" creationId="{E201C646-1768-BB56-C725-746540396D9A}"/>
          </ac:graphicFrameMkLst>
        </pc:graphicFrameChg>
        <pc:picChg chg="add mod">
          <ac:chgData name="Sophia BUI" userId="5388e7d4eb368e7c" providerId="LiveId" clId="{D6A408B9-D6E7-4BF9-9B85-2D9450B73EA7}" dt="2024-10-28T04:12:09.796" v="34738" actId="14100"/>
          <ac:picMkLst>
            <pc:docMk/>
            <pc:sldMk cId="408688309" sldId="894"/>
            <ac:picMk id="4" creationId="{8288254C-F7EC-E877-72C9-C53C9A9CE0A0}"/>
          </ac:picMkLst>
        </pc:picChg>
        <pc:picChg chg="add mod">
          <ac:chgData name="Sophia BUI" userId="5388e7d4eb368e7c" providerId="LiveId" clId="{D6A408B9-D6E7-4BF9-9B85-2D9450B73EA7}" dt="2024-10-28T04:12:07.538" v="34737" actId="14100"/>
          <ac:picMkLst>
            <pc:docMk/>
            <pc:sldMk cId="408688309" sldId="894"/>
            <ac:picMk id="6" creationId="{8CB43C23-8FAD-288A-9743-F3F60D02111E}"/>
          </ac:picMkLst>
        </pc:picChg>
        <pc:picChg chg="add mod">
          <ac:chgData name="Sophia BUI" userId="5388e7d4eb368e7c" providerId="LiveId" clId="{D6A408B9-D6E7-4BF9-9B85-2D9450B73EA7}" dt="2024-10-28T04:12:17.042" v="34739" actId="1076"/>
          <ac:picMkLst>
            <pc:docMk/>
            <pc:sldMk cId="408688309" sldId="894"/>
            <ac:picMk id="10" creationId="{325008A3-B45E-20C9-B3E9-0B8EA9B76B11}"/>
          </ac:picMkLst>
        </pc:picChg>
      </pc:sldChg>
      <pc:sldChg chg="del">
        <pc:chgData name="Sophia BUI" userId="5388e7d4eb368e7c" providerId="LiveId" clId="{D6A408B9-D6E7-4BF9-9B85-2D9450B73EA7}" dt="2024-10-27T16:01:39.580" v="33225" actId="2696"/>
        <pc:sldMkLst>
          <pc:docMk/>
          <pc:sldMk cId="624233092" sldId="895"/>
        </pc:sldMkLst>
      </pc:sldChg>
      <pc:sldChg chg="modSp mod modShow">
        <pc:chgData name="Sophia BUI" userId="5388e7d4eb368e7c" providerId="LiveId" clId="{D6A408B9-D6E7-4BF9-9B85-2D9450B73EA7}" dt="2024-10-28T04:16:28.620" v="34740" actId="729"/>
        <pc:sldMkLst>
          <pc:docMk/>
          <pc:sldMk cId="1137405447" sldId="896"/>
        </pc:sldMkLst>
        <pc:spChg chg="mod">
          <ac:chgData name="Sophia BUI" userId="5388e7d4eb368e7c" providerId="LiveId" clId="{D6A408B9-D6E7-4BF9-9B85-2D9450B73EA7}" dt="2024-10-27T16:04:22.179" v="33479" actId="20577"/>
          <ac:spMkLst>
            <pc:docMk/>
            <pc:sldMk cId="1137405447" sldId="896"/>
            <ac:spMk id="2" creationId="{2A19F220-41DB-A921-0619-75E976309CED}"/>
          </ac:spMkLst>
        </pc:spChg>
        <pc:graphicFrameChg chg="modGraphic">
          <ac:chgData name="Sophia BUI" userId="5388e7d4eb368e7c" providerId="LiveId" clId="{D6A408B9-D6E7-4BF9-9B85-2D9450B73EA7}" dt="2024-10-27T16:01:49.029" v="33227" actId="20577"/>
          <ac:graphicFrameMkLst>
            <pc:docMk/>
            <pc:sldMk cId="1137405447" sldId="896"/>
            <ac:graphicFrameMk id="12" creationId="{26C2E4F6-56BC-4843-BBC4-3857ED97C1CB}"/>
          </ac:graphicFrameMkLst>
        </pc:graphicFrameChg>
      </pc:sldChg>
      <pc:sldChg chg="delSp add del mod ord">
        <pc:chgData name="Sophia BUI" userId="5388e7d4eb368e7c" providerId="LiveId" clId="{D6A408B9-D6E7-4BF9-9B85-2D9450B73EA7}" dt="2024-10-27T16:01:12.598" v="33214" actId="2696"/>
        <pc:sldMkLst>
          <pc:docMk/>
          <pc:sldMk cId="3965987216" sldId="897"/>
        </pc:sldMkLst>
        <pc:picChg chg="del">
          <ac:chgData name="Sophia BUI" userId="5388e7d4eb368e7c" providerId="LiveId" clId="{D6A408B9-D6E7-4BF9-9B85-2D9450B73EA7}" dt="2024-10-27T16:01:02.562" v="33212" actId="478"/>
          <ac:picMkLst>
            <pc:docMk/>
            <pc:sldMk cId="3965987216" sldId="897"/>
            <ac:picMk id="4" creationId="{052A6DA9-FA76-D3E1-8AED-D99FD9113850}"/>
          </ac:picMkLst>
        </pc:picChg>
        <pc:picChg chg="del">
          <ac:chgData name="Sophia BUI" userId="5388e7d4eb368e7c" providerId="LiveId" clId="{D6A408B9-D6E7-4BF9-9B85-2D9450B73EA7}" dt="2024-10-27T16:01:03.583" v="33213" actId="478"/>
          <ac:picMkLst>
            <pc:docMk/>
            <pc:sldMk cId="3965987216" sldId="897"/>
            <ac:picMk id="5" creationId="{E8853E4D-A850-7013-C36A-C27CB808991E}"/>
          </ac:picMkLst>
        </pc:picChg>
      </pc:sldChg>
      <pc:sldChg chg="modSp add mod ord">
        <pc:chgData name="Sophia BUI" userId="5388e7d4eb368e7c" providerId="LiveId" clId="{D6A408B9-D6E7-4BF9-9B85-2D9450B73EA7}" dt="2024-10-28T01:19:50.536" v="33798" actId="403"/>
        <pc:sldMkLst>
          <pc:docMk/>
          <pc:sldMk cId="3356956144" sldId="898"/>
        </pc:sldMkLst>
        <pc:spChg chg="mod">
          <ac:chgData name="Sophia BUI" userId="5388e7d4eb368e7c" providerId="LiveId" clId="{D6A408B9-D6E7-4BF9-9B85-2D9450B73EA7}" dt="2024-10-28T01:18:40.483" v="33790" actId="6549"/>
          <ac:spMkLst>
            <pc:docMk/>
            <pc:sldMk cId="3356956144" sldId="898"/>
            <ac:spMk id="2" creationId="{69A62FBC-43EC-99E7-3C05-CD142201C539}"/>
          </ac:spMkLst>
        </pc:spChg>
        <pc:graphicFrameChg chg="mod modGraphic">
          <ac:chgData name="Sophia BUI" userId="5388e7d4eb368e7c" providerId="LiveId" clId="{D6A408B9-D6E7-4BF9-9B85-2D9450B73EA7}" dt="2024-10-28T01:19:50.536" v="33798" actId="403"/>
          <ac:graphicFrameMkLst>
            <pc:docMk/>
            <pc:sldMk cId="3356956144" sldId="898"/>
            <ac:graphicFrameMk id="12" creationId="{14208FF3-C932-C5B8-CE0F-51A429FC954C}"/>
          </ac:graphicFrameMkLst>
        </pc:graphicFrameChg>
      </pc:sldChg>
      <pc:sldChg chg="addSp delSp modSp add mod">
        <pc:chgData name="Sophia BUI" userId="5388e7d4eb368e7c" providerId="LiveId" clId="{D6A408B9-D6E7-4BF9-9B85-2D9450B73EA7}" dt="2024-10-28T03:56:08.323" v="34589" actId="14100"/>
        <pc:sldMkLst>
          <pc:docMk/>
          <pc:sldMk cId="4125287783" sldId="899"/>
        </pc:sldMkLst>
        <pc:spChg chg="mod">
          <ac:chgData name="Sophia BUI" userId="5388e7d4eb368e7c" providerId="LiveId" clId="{D6A408B9-D6E7-4BF9-9B85-2D9450B73EA7}" dt="2024-10-28T01:31:46.486" v="34222" actId="6549"/>
          <ac:spMkLst>
            <pc:docMk/>
            <pc:sldMk cId="4125287783" sldId="899"/>
            <ac:spMk id="2" creationId="{28CB582F-3262-078A-3C9D-0951B7D37D72}"/>
          </ac:spMkLst>
        </pc:spChg>
        <pc:spChg chg="add del mod">
          <ac:chgData name="Sophia BUI" userId="5388e7d4eb368e7c" providerId="LiveId" clId="{D6A408B9-D6E7-4BF9-9B85-2D9450B73EA7}" dt="2024-10-28T01:31:40.439" v="34218" actId="478"/>
          <ac:spMkLst>
            <pc:docMk/>
            <pc:sldMk cId="4125287783" sldId="899"/>
            <ac:spMk id="4" creationId="{7859E8F6-21F4-1FB9-632F-37BA4557EA19}"/>
          </ac:spMkLst>
        </pc:spChg>
        <pc:graphicFrameChg chg="del">
          <ac:chgData name="Sophia BUI" userId="5388e7d4eb368e7c" providerId="LiveId" clId="{D6A408B9-D6E7-4BF9-9B85-2D9450B73EA7}" dt="2024-10-27T16:00:34.809" v="33211" actId="478"/>
          <ac:graphicFrameMkLst>
            <pc:docMk/>
            <pc:sldMk cId="4125287783" sldId="899"/>
            <ac:graphicFrameMk id="12" creationId="{39F2B539-A464-6B0D-EF4C-664BE61D1D1A}"/>
          </ac:graphicFrameMkLst>
        </pc:graphicFrameChg>
        <pc:picChg chg="add del mod">
          <ac:chgData name="Sophia BUI" userId="5388e7d4eb368e7c" providerId="LiveId" clId="{D6A408B9-D6E7-4BF9-9B85-2D9450B73EA7}" dt="2024-10-28T03:48:47.937" v="34511" actId="478"/>
          <ac:picMkLst>
            <pc:docMk/>
            <pc:sldMk cId="4125287783" sldId="899"/>
            <ac:picMk id="5" creationId="{AF47A44B-3713-8978-A930-0425232A3AFB}"/>
          </ac:picMkLst>
        </pc:picChg>
        <pc:picChg chg="add del mod">
          <ac:chgData name="Sophia BUI" userId="5388e7d4eb368e7c" providerId="LiveId" clId="{D6A408B9-D6E7-4BF9-9B85-2D9450B73EA7}" dt="2024-10-28T03:55:46.117" v="34548" actId="478"/>
          <ac:picMkLst>
            <pc:docMk/>
            <pc:sldMk cId="4125287783" sldId="899"/>
            <ac:picMk id="7" creationId="{3D94F0EE-2690-0385-0D09-BE1BAA1C5665}"/>
          </ac:picMkLst>
        </pc:picChg>
        <pc:picChg chg="add mod">
          <ac:chgData name="Sophia BUI" userId="5388e7d4eb368e7c" providerId="LiveId" clId="{D6A408B9-D6E7-4BF9-9B85-2D9450B73EA7}" dt="2024-10-28T03:56:08.323" v="34589" actId="14100"/>
          <ac:picMkLst>
            <pc:docMk/>
            <pc:sldMk cId="4125287783" sldId="899"/>
            <ac:picMk id="9" creationId="{519B5957-0136-2EFE-9EF9-B717EFDB880C}"/>
          </ac:picMkLst>
        </pc:picChg>
        <pc:picChg chg="add mod">
          <ac:chgData name="Sophia BUI" userId="5388e7d4eb368e7c" providerId="LiveId" clId="{D6A408B9-D6E7-4BF9-9B85-2D9450B73EA7}" dt="2024-10-28T03:55:54.582" v="34588" actId="1038"/>
          <ac:picMkLst>
            <pc:docMk/>
            <pc:sldMk cId="4125287783" sldId="899"/>
            <ac:picMk id="11" creationId="{2E7788D2-0650-C089-345C-E6BBA6ACC840}"/>
          </ac:picMkLst>
        </pc:picChg>
      </pc:sldChg>
      <pc:sldChg chg="addSp delSp modSp add del mod ord">
        <pc:chgData name="Sophia BUI" userId="5388e7d4eb368e7c" providerId="LiveId" clId="{D6A408B9-D6E7-4BF9-9B85-2D9450B73EA7}" dt="2024-10-29T03:10:36.574" v="36397" actId="2696"/>
        <pc:sldMkLst>
          <pc:docMk/>
          <pc:sldMk cId="3554389879" sldId="900"/>
        </pc:sldMkLst>
        <pc:spChg chg="mod">
          <ac:chgData name="Sophia BUI" userId="5388e7d4eb368e7c" providerId="LiveId" clId="{D6A408B9-D6E7-4BF9-9B85-2D9450B73EA7}" dt="2024-10-28T07:30:27.992" v="34815" actId="20577"/>
          <ac:spMkLst>
            <pc:docMk/>
            <pc:sldMk cId="3554389879" sldId="900"/>
            <ac:spMk id="2" creationId="{9C910BB2-5DCA-77DB-5254-76FC0FAA3DF1}"/>
          </ac:spMkLst>
        </pc:spChg>
        <pc:spChg chg="add del mod">
          <ac:chgData name="Sophia BUI" userId="5388e7d4eb368e7c" providerId="LiveId" clId="{D6A408B9-D6E7-4BF9-9B85-2D9450B73EA7}" dt="2024-10-28T07:40:06.703" v="35853" actId="478"/>
          <ac:spMkLst>
            <pc:docMk/>
            <pc:sldMk cId="3554389879" sldId="900"/>
            <ac:spMk id="6" creationId="{1F499354-C1F2-B3D8-B560-14C3F934F987}"/>
          </ac:spMkLst>
        </pc:spChg>
        <pc:spChg chg="del mod">
          <ac:chgData name="Sophia BUI" userId="5388e7d4eb368e7c" providerId="LiveId" clId="{D6A408B9-D6E7-4BF9-9B85-2D9450B73EA7}" dt="2024-10-28T07:40:03.591" v="35852" actId="478"/>
          <ac:spMkLst>
            <pc:docMk/>
            <pc:sldMk cId="3554389879" sldId="900"/>
            <ac:spMk id="43" creationId="{44495361-06C3-9E79-A36E-E5AE9D90ED04}"/>
          </ac:spMkLst>
        </pc:spChg>
        <pc:graphicFrameChg chg="add mod modGraphic">
          <ac:chgData name="Sophia BUI" userId="5388e7d4eb368e7c" providerId="LiveId" clId="{D6A408B9-D6E7-4BF9-9B85-2D9450B73EA7}" dt="2024-10-28T07:59:53.570" v="36183" actId="14734"/>
          <ac:graphicFrameMkLst>
            <pc:docMk/>
            <pc:sldMk cId="3554389879" sldId="900"/>
            <ac:graphicFrameMk id="4" creationId="{951A3146-D440-A4FC-49DE-B69E6375DDA0}"/>
          </ac:graphicFrameMkLst>
        </pc:graphicFrameChg>
        <pc:picChg chg="del">
          <ac:chgData name="Sophia BUI" userId="5388e7d4eb368e7c" providerId="LiveId" clId="{D6A408B9-D6E7-4BF9-9B85-2D9450B73EA7}" dt="2024-10-28T07:30:51.845" v="34818" actId="478"/>
          <ac:picMkLst>
            <pc:docMk/>
            <pc:sldMk cId="3554389879" sldId="900"/>
            <ac:picMk id="9" creationId="{F87A38F5-64A3-91C8-892F-1608FF9CE497}"/>
          </ac:picMkLst>
        </pc:picChg>
      </pc:sldChg>
      <pc:sldChg chg="del delDesignElem">
        <pc:chgData name="Sophia BUI" userId="5388e7d4eb368e7c" providerId="LiveId" clId="{D6A408B9-D6E7-4BF9-9B85-2D9450B73EA7}" dt="2024-10-30T08:06:30.164" v="40992" actId="2696"/>
        <pc:sldMkLst>
          <pc:docMk/>
          <pc:sldMk cId="4172880649" sldId="900"/>
        </pc:sldMkLst>
      </pc:sldChg>
      <pc:sldChg chg="addSp modSp add del mod ord">
        <pc:chgData name="Sophia BUI" userId="5388e7d4eb368e7c" providerId="LiveId" clId="{D6A408B9-D6E7-4BF9-9B85-2D9450B73EA7}" dt="2024-10-29T03:10:36.574" v="36397" actId="2696"/>
        <pc:sldMkLst>
          <pc:docMk/>
          <pc:sldMk cId="218125300" sldId="901"/>
        </pc:sldMkLst>
        <pc:spChg chg="mod">
          <ac:chgData name="Sophia BUI" userId="5388e7d4eb368e7c" providerId="LiveId" clId="{D6A408B9-D6E7-4BF9-9B85-2D9450B73EA7}" dt="2024-10-28T07:47:18.200" v="36114" actId="20577"/>
          <ac:spMkLst>
            <pc:docMk/>
            <pc:sldMk cId="218125300" sldId="901"/>
            <ac:spMk id="2" creationId="{4EF2850E-F40E-D842-1B73-E5CAB9EBBFD6}"/>
          </ac:spMkLst>
        </pc:spChg>
        <pc:graphicFrameChg chg="modGraphic">
          <ac:chgData name="Sophia BUI" userId="5388e7d4eb368e7c" providerId="LiveId" clId="{D6A408B9-D6E7-4BF9-9B85-2D9450B73EA7}" dt="2024-10-28T07:50:26.886" v="36120" actId="14734"/>
          <ac:graphicFrameMkLst>
            <pc:docMk/>
            <pc:sldMk cId="218125300" sldId="901"/>
            <ac:graphicFrameMk id="12" creationId="{C94BB3D0-5CF1-16CB-23F8-17E0D086044A}"/>
          </ac:graphicFrameMkLst>
        </pc:graphicFrameChg>
        <pc:picChg chg="add mod">
          <ac:chgData name="Sophia BUI" userId="5388e7d4eb368e7c" providerId="LiveId" clId="{D6A408B9-D6E7-4BF9-9B85-2D9450B73EA7}" dt="2024-10-28T07:50:39.878" v="36121" actId="1076"/>
          <ac:picMkLst>
            <pc:docMk/>
            <pc:sldMk cId="218125300" sldId="901"/>
            <ac:picMk id="4" creationId="{7333C2A3-0434-496E-7884-FF6D34BF0110}"/>
          </ac:picMkLst>
        </pc:picChg>
      </pc:sldChg>
      <pc:sldChg chg="del">
        <pc:chgData name="Sophia BUI" userId="5388e7d4eb368e7c" providerId="LiveId" clId="{D6A408B9-D6E7-4BF9-9B85-2D9450B73EA7}" dt="2024-10-30T08:06:30.164" v="40992" actId="2696"/>
        <pc:sldMkLst>
          <pc:docMk/>
          <pc:sldMk cId="1118106880" sldId="901"/>
        </pc:sldMkLst>
      </pc:sldChg>
      <pc:sldChg chg="addSp modSp mod">
        <pc:chgData name="Sophia BUI" userId="5388e7d4eb368e7c" providerId="LiveId" clId="{D6A408B9-D6E7-4BF9-9B85-2D9450B73EA7}" dt="2024-10-30T08:22:03.127" v="41594" actId="1076"/>
        <pc:sldMkLst>
          <pc:docMk/>
          <pc:sldMk cId="3044761936" sldId="901"/>
        </pc:sldMkLst>
        <pc:graphicFrameChg chg="add mod modGraphic">
          <ac:chgData name="Sophia BUI" userId="5388e7d4eb368e7c" providerId="LiveId" clId="{D6A408B9-D6E7-4BF9-9B85-2D9450B73EA7}" dt="2024-10-30T08:22:03.127" v="41594" actId="1076"/>
          <ac:graphicFrameMkLst>
            <pc:docMk/>
            <pc:sldMk cId="3044761936" sldId="901"/>
            <ac:graphicFrameMk id="3" creationId="{04D82292-98CC-D82C-E189-FAF4EFAC5F09}"/>
          </ac:graphicFrameMkLst>
        </pc:graphicFrameChg>
        <pc:graphicFrameChg chg="mod modGraphic">
          <ac:chgData name="Sophia BUI" userId="5388e7d4eb368e7c" providerId="LiveId" clId="{D6A408B9-D6E7-4BF9-9B85-2D9450B73EA7}" dt="2024-10-30T08:21:44.585" v="41592" actId="2710"/>
          <ac:graphicFrameMkLst>
            <pc:docMk/>
            <pc:sldMk cId="3044761936" sldId="901"/>
            <ac:graphicFrameMk id="12" creationId="{C94BB3D0-5CF1-16CB-23F8-17E0D086044A}"/>
          </ac:graphicFrameMkLst>
        </pc:graphicFrameChg>
        <pc:picChg chg="mod">
          <ac:chgData name="Sophia BUI" userId="5388e7d4eb368e7c" providerId="LiveId" clId="{D6A408B9-D6E7-4BF9-9B85-2D9450B73EA7}" dt="2024-10-30T08:21:48.327" v="41593" actId="1076"/>
          <ac:picMkLst>
            <pc:docMk/>
            <pc:sldMk cId="3044761936" sldId="901"/>
            <ac:picMk id="4" creationId="{7333C2A3-0434-496E-7884-FF6D34BF0110}"/>
          </ac:picMkLst>
        </pc:picChg>
      </pc:sldChg>
      <pc:sldChg chg="addSp delSp modSp add mod">
        <pc:chgData name="Sophia BUI" userId="5388e7d4eb368e7c" providerId="LiveId" clId="{D6A408B9-D6E7-4BF9-9B85-2D9450B73EA7}" dt="2024-10-31T00:56:35.176" v="42298" actId="403"/>
        <pc:sldMkLst>
          <pc:docMk/>
          <pc:sldMk cId="955522306" sldId="902"/>
        </pc:sldMkLst>
        <pc:spChg chg="mod">
          <ac:chgData name="Sophia BUI" userId="5388e7d4eb368e7c" providerId="LiveId" clId="{D6A408B9-D6E7-4BF9-9B85-2D9450B73EA7}" dt="2024-10-31T00:02:22.457" v="42245" actId="20577"/>
          <ac:spMkLst>
            <pc:docMk/>
            <pc:sldMk cId="955522306" sldId="902"/>
            <ac:spMk id="2" creationId="{8B5B062B-D4E8-DE55-C933-2017965341DA}"/>
          </ac:spMkLst>
        </pc:spChg>
        <pc:graphicFrameChg chg="del">
          <ac:chgData name="Sophia BUI" userId="5388e7d4eb368e7c" providerId="LiveId" clId="{D6A408B9-D6E7-4BF9-9B85-2D9450B73EA7}" dt="2024-10-29T08:24:58.606" v="37820" actId="478"/>
          <ac:graphicFrameMkLst>
            <pc:docMk/>
            <pc:sldMk cId="955522306" sldId="902"/>
            <ac:graphicFrameMk id="3" creationId="{202FE4AA-CFF2-D1B5-91C6-298736078EAA}"/>
          </ac:graphicFrameMkLst>
        </pc:graphicFrameChg>
        <pc:graphicFrameChg chg="mod modGraphic">
          <ac:chgData name="Sophia BUI" userId="5388e7d4eb368e7c" providerId="LiveId" clId="{D6A408B9-D6E7-4BF9-9B85-2D9450B73EA7}" dt="2024-10-31T00:56:35.176" v="42298" actId="403"/>
          <ac:graphicFrameMkLst>
            <pc:docMk/>
            <pc:sldMk cId="955522306" sldId="902"/>
            <ac:graphicFrameMk id="12" creationId="{D229F58E-037C-9EB4-7748-59620B7D58E8}"/>
          </ac:graphicFrameMkLst>
        </pc:graphicFrameChg>
        <pc:picChg chg="add mod">
          <ac:chgData name="Sophia BUI" userId="5388e7d4eb368e7c" providerId="LiveId" clId="{D6A408B9-D6E7-4BF9-9B85-2D9450B73EA7}" dt="2024-10-31T00:55:44.850" v="42293" actId="1037"/>
          <ac:picMkLst>
            <pc:docMk/>
            <pc:sldMk cId="955522306" sldId="902"/>
            <ac:picMk id="4" creationId="{E254F0A7-7725-1188-4C7E-2FAE67FDE06C}"/>
          </ac:picMkLst>
        </pc:picChg>
        <pc:picChg chg="mod">
          <ac:chgData name="Sophia BUI" userId="5388e7d4eb368e7c" providerId="LiveId" clId="{D6A408B9-D6E7-4BF9-9B85-2D9450B73EA7}" dt="2024-10-31T00:55:48.613" v="42294" actId="14100"/>
          <ac:picMkLst>
            <pc:docMk/>
            <pc:sldMk cId="955522306" sldId="902"/>
            <ac:picMk id="5" creationId="{FB1F767A-BC3D-C33E-FE54-8FD27B2EF045}"/>
          </ac:picMkLst>
        </pc:picChg>
        <pc:picChg chg="add del mod">
          <ac:chgData name="Sophia BUI" userId="5388e7d4eb368e7c" providerId="LiveId" clId="{D6A408B9-D6E7-4BF9-9B85-2D9450B73EA7}" dt="2024-10-29T08:30:57.574" v="38005" actId="478"/>
          <ac:picMkLst>
            <pc:docMk/>
            <pc:sldMk cId="955522306" sldId="902"/>
            <ac:picMk id="6" creationId="{B0389E7A-59AE-75F7-120E-FEBDF7E2356E}"/>
          </ac:picMkLst>
        </pc:picChg>
        <pc:picChg chg="del">
          <ac:chgData name="Sophia BUI" userId="5388e7d4eb368e7c" providerId="LiveId" clId="{D6A408B9-D6E7-4BF9-9B85-2D9450B73EA7}" dt="2024-10-29T08:25:48.940" v="37925" actId="478"/>
          <ac:picMkLst>
            <pc:docMk/>
            <pc:sldMk cId="955522306" sldId="902"/>
            <ac:picMk id="7" creationId="{6B3D3C72-EFBC-86F6-0325-AEF07A345958}"/>
          </ac:picMkLst>
        </pc:picChg>
        <pc:picChg chg="del">
          <ac:chgData name="Sophia BUI" userId="5388e7d4eb368e7c" providerId="LiveId" clId="{D6A408B9-D6E7-4BF9-9B85-2D9450B73EA7}" dt="2024-10-29T08:25:51.004" v="37926" actId="478"/>
          <ac:picMkLst>
            <pc:docMk/>
            <pc:sldMk cId="955522306" sldId="902"/>
            <ac:picMk id="9" creationId="{805A4B48-3CCF-99EC-35E7-38D365B481C6}"/>
          </ac:picMkLst>
        </pc:picChg>
        <pc:picChg chg="add del mod">
          <ac:chgData name="Sophia BUI" userId="5388e7d4eb368e7c" providerId="LiveId" clId="{D6A408B9-D6E7-4BF9-9B85-2D9450B73EA7}" dt="2024-10-31T00:52:35.820" v="42246" actId="478"/>
          <ac:picMkLst>
            <pc:docMk/>
            <pc:sldMk cId="955522306" sldId="902"/>
            <ac:picMk id="10" creationId="{8A39B751-A297-5EED-0330-3EF1E8433CE2}"/>
          </ac:picMkLst>
        </pc:picChg>
      </pc:sldChg>
      <pc:sldChg chg="add del">
        <pc:chgData name="Sophia BUI" userId="5388e7d4eb368e7c" providerId="LiveId" clId="{D6A408B9-D6E7-4BF9-9B85-2D9450B73EA7}" dt="2024-10-29T08:24:34.309" v="37816" actId="2696"/>
        <pc:sldMkLst>
          <pc:docMk/>
          <pc:sldMk cId="4269396882" sldId="902"/>
        </pc:sldMkLst>
      </pc:sldChg>
      <pc:sldChg chg="addSp delSp modSp add mod">
        <pc:chgData name="Sophia BUI" userId="5388e7d4eb368e7c" providerId="LiveId" clId="{D6A408B9-D6E7-4BF9-9B85-2D9450B73EA7}" dt="2024-10-31T00:56:59.142" v="42301" actId="14100"/>
        <pc:sldMkLst>
          <pc:docMk/>
          <pc:sldMk cId="387440667" sldId="903"/>
        </pc:sldMkLst>
        <pc:spChg chg="mod">
          <ac:chgData name="Sophia BUI" userId="5388e7d4eb368e7c" providerId="LiveId" clId="{D6A408B9-D6E7-4BF9-9B85-2D9450B73EA7}" dt="2024-10-30T23:56:52.216" v="42237" actId="20577"/>
          <ac:spMkLst>
            <pc:docMk/>
            <pc:sldMk cId="387440667" sldId="903"/>
            <ac:spMk id="2" creationId="{5F9204D1-F94C-8A12-EC6A-1BF91E97FEF5}"/>
          </ac:spMkLst>
        </pc:spChg>
        <pc:graphicFrameChg chg="mod modGraphic">
          <ac:chgData name="Sophia BUI" userId="5388e7d4eb368e7c" providerId="LiveId" clId="{D6A408B9-D6E7-4BF9-9B85-2D9450B73EA7}" dt="2024-10-31T00:56:49.014" v="42299" actId="14100"/>
          <ac:graphicFrameMkLst>
            <pc:docMk/>
            <pc:sldMk cId="387440667" sldId="903"/>
            <ac:graphicFrameMk id="12" creationId="{B9BC3B13-4F40-8234-A72D-37D0DD197B4B}"/>
          </ac:graphicFrameMkLst>
        </pc:graphicFrameChg>
        <pc:picChg chg="add mod">
          <ac:chgData name="Sophia BUI" userId="5388e7d4eb368e7c" providerId="LiveId" clId="{D6A408B9-D6E7-4BF9-9B85-2D9450B73EA7}" dt="2024-10-31T00:56:59.142" v="42301" actId="14100"/>
          <ac:picMkLst>
            <pc:docMk/>
            <pc:sldMk cId="387440667" sldId="903"/>
            <ac:picMk id="4" creationId="{83764B1C-A072-E8F3-B7E6-9855C5F6FD0F}"/>
          </ac:picMkLst>
        </pc:picChg>
        <pc:picChg chg="del">
          <ac:chgData name="Sophia BUI" userId="5388e7d4eb368e7c" providerId="LiveId" clId="{D6A408B9-D6E7-4BF9-9B85-2D9450B73EA7}" dt="2024-10-29T08:38:48.917" v="38456" actId="478"/>
          <ac:picMkLst>
            <pc:docMk/>
            <pc:sldMk cId="387440667" sldId="903"/>
            <ac:picMk id="7" creationId="{D5937BF1-47B3-5F1F-ED61-51B73EE85EC7}"/>
          </ac:picMkLst>
        </pc:picChg>
        <pc:picChg chg="del">
          <ac:chgData name="Sophia BUI" userId="5388e7d4eb368e7c" providerId="LiveId" clId="{D6A408B9-D6E7-4BF9-9B85-2D9450B73EA7}" dt="2024-10-29T08:39:51.541" v="38461" actId="478"/>
          <ac:picMkLst>
            <pc:docMk/>
            <pc:sldMk cId="387440667" sldId="903"/>
            <ac:picMk id="9" creationId="{6BE26085-2645-2BF1-9537-CCE2739F2988}"/>
          </ac:picMkLst>
        </pc:picChg>
      </pc:sldChg>
      <pc:sldChg chg="add del replId">
        <pc:chgData name="Sophia BUI" userId="5388e7d4eb368e7c" providerId="LiveId" clId="{D6A408B9-D6E7-4BF9-9B85-2D9450B73EA7}" dt="2024-10-29T08:24:34.309" v="37816" actId="2696"/>
        <pc:sldMkLst>
          <pc:docMk/>
          <pc:sldMk cId="815485568" sldId="903"/>
        </pc:sldMkLst>
      </pc:sldChg>
      <pc:sldChg chg="addSp delSp modSp add mod">
        <pc:chgData name="Sophia BUI" userId="5388e7d4eb368e7c" providerId="LiveId" clId="{D6A408B9-D6E7-4BF9-9B85-2D9450B73EA7}" dt="2024-10-31T00:57:33.678" v="42304" actId="14100"/>
        <pc:sldMkLst>
          <pc:docMk/>
          <pc:sldMk cId="39552994" sldId="904"/>
        </pc:sldMkLst>
        <pc:spChg chg="mod">
          <ac:chgData name="Sophia BUI" userId="5388e7d4eb368e7c" providerId="LiveId" clId="{D6A408B9-D6E7-4BF9-9B85-2D9450B73EA7}" dt="2024-10-29T08:57:30.771" v="39080" actId="20577"/>
          <ac:spMkLst>
            <pc:docMk/>
            <pc:sldMk cId="39552994" sldId="904"/>
            <ac:spMk id="2" creationId="{DD7FA36A-F9FA-1F74-4B39-8038F83C1663}"/>
          </ac:spMkLst>
        </pc:spChg>
        <pc:graphicFrameChg chg="mod modGraphic">
          <ac:chgData name="Sophia BUI" userId="5388e7d4eb368e7c" providerId="LiveId" clId="{D6A408B9-D6E7-4BF9-9B85-2D9450B73EA7}" dt="2024-10-31T00:57:33.678" v="42304" actId="14100"/>
          <ac:graphicFrameMkLst>
            <pc:docMk/>
            <pc:sldMk cId="39552994" sldId="904"/>
            <ac:graphicFrameMk id="12" creationId="{3FBE77EB-701D-643D-61D2-22A27BDC2FB4}"/>
          </ac:graphicFrameMkLst>
        </pc:graphicFrameChg>
        <pc:picChg chg="add del mod">
          <ac:chgData name="Sophia BUI" userId="5388e7d4eb368e7c" providerId="LiveId" clId="{D6A408B9-D6E7-4BF9-9B85-2D9450B73EA7}" dt="2024-10-29T08:56:46.476" v="39041" actId="478"/>
          <ac:picMkLst>
            <pc:docMk/>
            <pc:sldMk cId="39552994" sldId="904"/>
            <ac:picMk id="4" creationId="{8E3DBD03-54CA-4114-3366-1527849E4C8B}"/>
          </ac:picMkLst>
        </pc:picChg>
        <pc:picChg chg="add mod">
          <ac:chgData name="Sophia BUI" userId="5388e7d4eb368e7c" providerId="LiveId" clId="{D6A408B9-D6E7-4BF9-9B85-2D9450B73EA7}" dt="2024-10-29T08:57:06.231" v="39075" actId="14100"/>
          <ac:picMkLst>
            <pc:docMk/>
            <pc:sldMk cId="39552994" sldId="904"/>
            <ac:picMk id="6" creationId="{0B66BE09-2317-0E11-0F44-1A6F872E27AA}"/>
          </ac:picMkLst>
        </pc:picChg>
        <pc:picChg chg="del">
          <ac:chgData name="Sophia BUI" userId="5388e7d4eb368e7c" providerId="LiveId" clId="{D6A408B9-D6E7-4BF9-9B85-2D9450B73EA7}" dt="2024-10-29T08:53:37.913" v="39017" actId="478"/>
          <ac:picMkLst>
            <pc:docMk/>
            <pc:sldMk cId="39552994" sldId="904"/>
            <ac:picMk id="13" creationId="{33E2BC63-5D2D-D860-1558-125CB057D447}"/>
          </ac:picMkLst>
        </pc:picChg>
        <pc:picChg chg="del">
          <ac:chgData name="Sophia BUI" userId="5388e7d4eb368e7c" providerId="LiveId" clId="{D6A408B9-D6E7-4BF9-9B85-2D9450B73EA7}" dt="2024-10-29T08:53:40.790" v="39018" actId="478"/>
          <ac:picMkLst>
            <pc:docMk/>
            <pc:sldMk cId="39552994" sldId="904"/>
            <ac:picMk id="15" creationId="{E7E91757-287B-9AB6-17A4-AC2959895FED}"/>
          </ac:picMkLst>
        </pc:picChg>
      </pc:sldChg>
      <pc:sldChg chg="add del replId">
        <pc:chgData name="Sophia BUI" userId="5388e7d4eb368e7c" providerId="LiveId" clId="{D6A408B9-D6E7-4BF9-9B85-2D9450B73EA7}" dt="2024-10-29T08:24:34.309" v="37816" actId="2696"/>
        <pc:sldMkLst>
          <pc:docMk/>
          <pc:sldMk cId="1405586833" sldId="904"/>
        </pc:sldMkLst>
      </pc:sldChg>
      <pc:sldChg chg="addSp delSp modSp mod">
        <pc:chgData name="Sophia BUI" userId="5388e7d4eb368e7c" providerId="LiveId" clId="{D6A408B9-D6E7-4BF9-9B85-2D9450B73EA7}" dt="2024-10-30T08:14:25.471" v="41087" actId="14100"/>
        <pc:sldMkLst>
          <pc:docMk/>
          <pc:sldMk cId="1972146678" sldId="905"/>
        </pc:sldMkLst>
        <pc:spChg chg="mod">
          <ac:chgData name="Sophia BUI" userId="5388e7d4eb368e7c" providerId="LiveId" clId="{D6A408B9-D6E7-4BF9-9B85-2D9450B73EA7}" dt="2024-10-30T08:13:42.459" v="41082" actId="20577"/>
          <ac:spMkLst>
            <pc:docMk/>
            <pc:sldMk cId="1972146678" sldId="905"/>
            <ac:spMk id="2" creationId="{6CBFA51D-EDF8-F52E-6069-92B67EEE6460}"/>
          </ac:spMkLst>
        </pc:spChg>
        <pc:spChg chg="add del mod">
          <ac:chgData name="Sophia BUI" userId="5388e7d4eb368e7c" providerId="LiveId" clId="{D6A408B9-D6E7-4BF9-9B85-2D9450B73EA7}" dt="2024-10-30T08:12:16.975" v="41068" actId="478"/>
          <ac:spMkLst>
            <pc:docMk/>
            <pc:sldMk cId="1972146678" sldId="905"/>
            <ac:spMk id="5" creationId="{BB2B0F4E-348A-171B-211C-A25862BF1D84}"/>
          </ac:spMkLst>
        </pc:spChg>
        <pc:graphicFrameChg chg="del mod modGraphic">
          <ac:chgData name="Sophia BUI" userId="5388e7d4eb368e7c" providerId="LiveId" clId="{D6A408B9-D6E7-4BF9-9B85-2D9450B73EA7}" dt="2024-10-30T08:11:39.495" v="41063" actId="478"/>
          <ac:graphicFrameMkLst>
            <pc:docMk/>
            <pc:sldMk cId="1972146678" sldId="905"/>
            <ac:graphicFrameMk id="12" creationId="{310F2F2B-50CF-37B6-CB49-BCD5A5B26F01}"/>
          </ac:graphicFrameMkLst>
        </pc:graphicFrameChg>
        <pc:picChg chg="mod ord">
          <ac:chgData name="Sophia BUI" userId="5388e7d4eb368e7c" providerId="LiveId" clId="{D6A408B9-D6E7-4BF9-9B85-2D9450B73EA7}" dt="2024-10-30T08:14:21.208" v="41086" actId="14100"/>
          <ac:picMkLst>
            <pc:docMk/>
            <pc:sldMk cId="1972146678" sldId="905"/>
            <ac:picMk id="4" creationId="{892FF678-6D77-54E1-CA2D-9FE4D46F94D6}"/>
          </ac:picMkLst>
        </pc:picChg>
        <pc:picChg chg="add del mod">
          <ac:chgData name="Sophia BUI" userId="5388e7d4eb368e7c" providerId="LiveId" clId="{D6A408B9-D6E7-4BF9-9B85-2D9450B73EA7}" dt="2024-10-30T08:14:25.471" v="41087" actId="14100"/>
          <ac:picMkLst>
            <pc:docMk/>
            <pc:sldMk cId="1972146678" sldId="905"/>
            <ac:picMk id="6" creationId="{39B05AC9-4363-1BD8-F745-4F8C5BAF9720}"/>
          </ac:picMkLst>
        </pc:picChg>
      </pc:sldChg>
      <pc:sldChg chg="addSp delSp modSp add del mod">
        <pc:chgData name="Sophia BUI" userId="5388e7d4eb368e7c" providerId="LiveId" clId="{D6A408B9-D6E7-4BF9-9B85-2D9450B73EA7}" dt="2024-10-30T08:08:06.702" v="40996" actId="2696"/>
        <pc:sldMkLst>
          <pc:docMk/>
          <pc:sldMk cId="3857659479" sldId="905"/>
        </pc:sldMkLst>
        <pc:spChg chg="mod">
          <ac:chgData name="Sophia BUI" userId="5388e7d4eb368e7c" providerId="LiveId" clId="{D6A408B9-D6E7-4BF9-9B85-2D9450B73EA7}" dt="2024-10-29T09:10:54.032" v="39395" actId="20577"/>
          <ac:spMkLst>
            <pc:docMk/>
            <pc:sldMk cId="3857659479" sldId="905"/>
            <ac:spMk id="2" creationId="{6CBFA51D-EDF8-F52E-6069-92B67EEE6460}"/>
          </ac:spMkLst>
        </pc:spChg>
        <pc:graphicFrameChg chg="mod modGraphic">
          <ac:chgData name="Sophia BUI" userId="5388e7d4eb368e7c" providerId="LiveId" clId="{D6A408B9-D6E7-4BF9-9B85-2D9450B73EA7}" dt="2024-10-30T08:03:10.321" v="40937" actId="14100"/>
          <ac:graphicFrameMkLst>
            <pc:docMk/>
            <pc:sldMk cId="3857659479" sldId="905"/>
            <ac:graphicFrameMk id="12" creationId="{310F2F2B-50CF-37B6-CB49-BCD5A5B26F01}"/>
          </ac:graphicFrameMkLst>
        </pc:graphicFrameChg>
        <pc:picChg chg="add del mod">
          <ac:chgData name="Sophia BUI" userId="5388e7d4eb368e7c" providerId="LiveId" clId="{D6A408B9-D6E7-4BF9-9B85-2D9450B73EA7}" dt="2024-10-29T09:08:55.972" v="39280" actId="478"/>
          <ac:picMkLst>
            <pc:docMk/>
            <pc:sldMk cId="3857659479" sldId="905"/>
            <ac:picMk id="4" creationId="{27686655-F24E-821C-DEA5-314E7D1A9AB4}"/>
          </ac:picMkLst>
        </pc:picChg>
        <pc:picChg chg="add mod">
          <ac:chgData name="Sophia BUI" userId="5388e7d4eb368e7c" providerId="LiveId" clId="{D6A408B9-D6E7-4BF9-9B85-2D9450B73EA7}" dt="2024-10-30T08:04:19.449" v="40990" actId="14100"/>
          <ac:picMkLst>
            <pc:docMk/>
            <pc:sldMk cId="3857659479" sldId="905"/>
            <ac:picMk id="4" creationId="{892FF678-6D77-54E1-CA2D-9FE4D46F94D6}"/>
          </ac:picMkLst>
        </pc:picChg>
        <pc:picChg chg="add mod">
          <ac:chgData name="Sophia BUI" userId="5388e7d4eb368e7c" providerId="LiveId" clId="{D6A408B9-D6E7-4BF9-9B85-2D9450B73EA7}" dt="2024-10-30T08:04:22.393" v="40991" actId="14100"/>
          <ac:picMkLst>
            <pc:docMk/>
            <pc:sldMk cId="3857659479" sldId="905"/>
            <ac:picMk id="6" creationId="{39B05AC9-4363-1BD8-F745-4F8C5BAF9720}"/>
          </ac:picMkLst>
        </pc:picChg>
        <pc:picChg chg="del">
          <ac:chgData name="Sophia BUI" userId="5388e7d4eb368e7c" providerId="LiveId" clId="{D6A408B9-D6E7-4BF9-9B85-2D9450B73EA7}" dt="2024-10-29T09:03:57.790" v="39252" actId="478"/>
          <ac:picMkLst>
            <pc:docMk/>
            <pc:sldMk cId="3857659479" sldId="905"/>
            <ac:picMk id="6" creationId="{FB1E285C-33D1-510E-25A8-C33778980874}"/>
          </ac:picMkLst>
        </pc:picChg>
        <pc:picChg chg="add del mod">
          <ac:chgData name="Sophia BUI" userId="5388e7d4eb368e7c" providerId="LiveId" clId="{D6A408B9-D6E7-4BF9-9B85-2D9450B73EA7}" dt="2024-10-29T09:26:46.647" v="40272" actId="478"/>
          <ac:picMkLst>
            <pc:docMk/>
            <pc:sldMk cId="3857659479" sldId="905"/>
            <ac:picMk id="7" creationId="{CBDDF5B0-A094-B215-A0D3-D15898070480}"/>
          </ac:picMkLst>
        </pc:picChg>
        <pc:picChg chg="add del mod">
          <ac:chgData name="Sophia BUI" userId="5388e7d4eb368e7c" providerId="LiveId" clId="{D6A408B9-D6E7-4BF9-9B85-2D9450B73EA7}" dt="2024-10-29T09:25:55.573" v="40221" actId="478"/>
          <ac:picMkLst>
            <pc:docMk/>
            <pc:sldMk cId="3857659479" sldId="905"/>
            <ac:picMk id="9" creationId="{5BA1F521-FB80-7EE7-2F5C-2E648A0DBF06}"/>
          </ac:picMkLst>
        </pc:picChg>
        <pc:picChg chg="add del mod">
          <ac:chgData name="Sophia BUI" userId="5388e7d4eb368e7c" providerId="LiveId" clId="{D6A408B9-D6E7-4BF9-9B85-2D9450B73EA7}" dt="2024-10-29T09:32:09.162" v="40278" actId="478"/>
          <ac:picMkLst>
            <pc:docMk/>
            <pc:sldMk cId="3857659479" sldId="905"/>
            <ac:picMk id="11" creationId="{2D3A79BF-FFE3-9138-28CD-A72BA9B7E70D}"/>
          </ac:picMkLst>
        </pc:picChg>
        <pc:picChg chg="add del mod">
          <ac:chgData name="Sophia BUI" userId="5388e7d4eb368e7c" providerId="LiveId" clId="{D6A408B9-D6E7-4BF9-9B85-2D9450B73EA7}" dt="2024-10-30T07:58:45.768" v="40652" actId="478"/>
          <ac:picMkLst>
            <pc:docMk/>
            <pc:sldMk cId="3857659479" sldId="905"/>
            <ac:picMk id="14" creationId="{88FA1B99-23CA-DCD8-2C74-81F0C6D644DC}"/>
          </ac:picMkLst>
        </pc:picChg>
        <pc:picChg chg="add del mod">
          <ac:chgData name="Sophia BUI" userId="5388e7d4eb368e7c" providerId="LiveId" clId="{D6A408B9-D6E7-4BF9-9B85-2D9450B73EA7}" dt="2024-10-30T07:59:13.766" v="40699" actId="478"/>
          <ac:picMkLst>
            <pc:docMk/>
            <pc:sldMk cId="3857659479" sldId="905"/>
            <ac:picMk id="16" creationId="{A0161896-965A-007F-5EC0-1E826F62BA7B}"/>
          </ac:picMkLst>
        </pc:picChg>
      </pc:sldChg>
      <pc:sldChg chg="addSp delSp modSp add del mod">
        <pc:chgData name="Sophia BUI" userId="5388e7d4eb368e7c" providerId="LiveId" clId="{D6A408B9-D6E7-4BF9-9B85-2D9450B73EA7}" dt="2024-11-04T01:29:18.809" v="42876" actId="2696"/>
        <pc:sldMkLst>
          <pc:docMk/>
          <pc:sldMk cId="40907341" sldId="906"/>
        </pc:sldMkLst>
        <pc:spChg chg="mod">
          <ac:chgData name="Sophia BUI" userId="5388e7d4eb368e7c" providerId="LiveId" clId="{D6A408B9-D6E7-4BF9-9B85-2D9450B73EA7}" dt="2024-11-04T01:17:43.468" v="42362" actId="20577"/>
          <ac:spMkLst>
            <pc:docMk/>
            <pc:sldMk cId="40907341" sldId="906"/>
            <ac:spMk id="2" creationId="{251B0A55-CB45-0CC9-48B9-4E1837F2897B}"/>
          </ac:spMkLst>
        </pc:spChg>
        <pc:spChg chg="mod">
          <ac:chgData name="Sophia BUI" userId="5388e7d4eb368e7c" providerId="LiveId" clId="{D6A408B9-D6E7-4BF9-9B85-2D9450B73EA7}" dt="2024-11-04T01:26:33.975" v="42405" actId="27636"/>
          <ac:spMkLst>
            <pc:docMk/>
            <pc:sldMk cId="40907341" sldId="906"/>
            <ac:spMk id="3" creationId="{00CC9374-FE32-27D3-BD6B-F4058D5A0AAC}"/>
          </ac:spMkLst>
        </pc:spChg>
        <pc:graphicFrameChg chg="modGraphic">
          <ac:chgData name="Sophia BUI" userId="5388e7d4eb368e7c" providerId="LiveId" clId="{D6A408B9-D6E7-4BF9-9B85-2D9450B73EA7}" dt="2024-11-04T01:29:09.454" v="42875" actId="20577"/>
          <ac:graphicFrameMkLst>
            <pc:docMk/>
            <pc:sldMk cId="40907341" sldId="906"/>
            <ac:graphicFrameMk id="5" creationId="{292609E2-2A1A-38FF-D9DE-E78AD0842CC9}"/>
          </ac:graphicFrameMkLst>
        </pc:graphicFrameChg>
        <pc:picChg chg="del">
          <ac:chgData name="Sophia BUI" userId="5388e7d4eb368e7c" providerId="LiveId" clId="{D6A408B9-D6E7-4BF9-9B85-2D9450B73EA7}" dt="2024-11-04T01:17:46.257" v="42363" actId="478"/>
          <ac:picMkLst>
            <pc:docMk/>
            <pc:sldMk cId="40907341" sldId="906"/>
            <ac:picMk id="4" creationId="{235D950F-8048-6397-0C2C-380DBA9E3C55}"/>
          </ac:picMkLst>
        </pc:picChg>
        <pc:picChg chg="add mod">
          <ac:chgData name="Sophia BUI" userId="5388e7d4eb368e7c" providerId="LiveId" clId="{D6A408B9-D6E7-4BF9-9B85-2D9450B73EA7}" dt="2024-11-04T01:23:24.158" v="42398" actId="1038"/>
          <ac:picMkLst>
            <pc:docMk/>
            <pc:sldMk cId="40907341" sldId="906"/>
            <ac:picMk id="7" creationId="{3453D8B2-340C-A24D-8F0F-B13BB4A81576}"/>
          </ac:picMkLst>
        </pc:picChg>
      </pc:sldChg>
      <pc:sldChg chg="add del">
        <pc:chgData name="Sophia BUI" userId="5388e7d4eb368e7c" providerId="LiveId" clId="{D6A408B9-D6E7-4BF9-9B85-2D9450B73EA7}" dt="2024-10-29T09:35:21.565" v="40337" actId="2890"/>
        <pc:sldMkLst>
          <pc:docMk/>
          <pc:sldMk cId="2026951353" sldId="906"/>
        </pc:sldMkLst>
      </pc:sldChg>
      <pc:sldChg chg="modSp mod">
        <pc:chgData name="Sophia BUI" userId="5388e7d4eb368e7c" providerId="LiveId" clId="{D6A408B9-D6E7-4BF9-9B85-2D9450B73EA7}" dt="2024-11-04T01:42:05.701" v="43601" actId="14734"/>
        <pc:sldMkLst>
          <pc:docMk/>
          <pc:sldMk cId="2030447719" sldId="906"/>
        </pc:sldMkLst>
        <pc:spChg chg="mod">
          <ac:chgData name="Sophia BUI" userId="5388e7d4eb368e7c" providerId="LiveId" clId="{D6A408B9-D6E7-4BF9-9B85-2D9450B73EA7}" dt="2024-11-04T01:37:11.686" v="43524" actId="14100"/>
          <ac:spMkLst>
            <pc:docMk/>
            <pc:sldMk cId="2030447719" sldId="906"/>
            <ac:spMk id="2" creationId="{251B0A55-CB45-0CC9-48B9-4E1837F2897B}"/>
          </ac:spMkLst>
        </pc:spChg>
        <pc:spChg chg="mod">
          <ac:chgData name="Sophia BUI" userId="5388e7d4eb368e7c" providerId="LiveId" clId="{D6A408B9-D6E7-4BF9-9B85-2D9450B73EA7}" dt="2024-11-04T01:37:17.809" v="43527" actId="1035"/>
          <ac:spMkLst>
            <pc:docMk/>
            <pc:sldMk cId="2030447719" sldId="906"/>
            <ac:spMk id="3" creationId="{00CC9374-FE32-27D3-BD6B-F4058D5A0AAC}"/>
          </ac:spMkLst>
        </pc:spChg>
        <pc:graphicFrameChg chg="mod modGraphic">
          <ac:chgData name="Sophia BUI" userId="5388e7d4eb368e7c" providerId="LiveId" clId="{D6A408B9-D6E7-4BF9-9B85-2D9450B73EA7}" dt="2024-11-04T01:42:05.701" v="43601" actId="14734"/>
          <ac:graphicFrameMkLst>
            <pc:docMk/>
            <pc:sldMk cId="2030447719" sldId="906"/>
            <ac:graphicFrameMk id="5" creationId="{292609E2-2A1A-38FF-D9DE-E78AD0842CC9}"/>
          </ac:graphicFrameMkLst>
        </pc:graphicFrameChg>
        <pc:picChg chg="mod">
          <ac:chgData name="Sophia BUI" userId="5388e7d4eb368e7c" providerId="LiveId" clId="{D6A408B9-D6E7-4BF9-9B85-2D9450B73EA7}" dt="2024-11-04T01:36:31.185" v="43518" actId="1037"/>
          <ac:picMkLst>
            <pc:docMk/>
            <pc:sldMk cId="2030447719" sldId="906"/>
            <ac:picMk id="7" creationId="{3453D8B2-340C-A24D-8F0F-B13BB4A81576}"/>
          </ac:picMkLst>
        </pc:picChg>
      </pc:sldChg>
      <pc:sldChg chg="addSp delSp modSp add mod">
        <pc:chgData name="Sophia BUI" userId="5388e7d4eb368e7c" providerId="LiveId" clId="{D6A408B9-D6E7-4BF9-9B85-2D9450B73EA7}" dt="2024-11-20T10:15:42.499" v="44005" actId="20577"/>
        <pc:sldMkLst>
          <pc:docMk/>
          <pc:sldMk cId="1523596284" sldId="907"/>
        </pc:sldMkLst>
        <pc:spChg chg="mod">
          <ac:chgData name="Sophia BUI" userId="5388e7d4eb368e7c" providerId="LiveId" clId="{D6A408B9-D6E7-4BF9-9B85-2D9450B73EA7}" dt="2024-11-20T10:15:42.499" v="44005" actId="20577"/>
          <ac:spMkLst>
            <pc:docMk/>
            <pc:sldMk cId="1523596284" sldId="907"/>
            <ac:spMk id="2" creationId="{7B14FA7C-0BDF-9CD0-56D3-4F8A6F6D4C7C}"/>
          </ac:spMkLst>
        </pc:spChg>
        <pc:spChg chg="add del">
          <ac:chgData name="Sophia BUI" userId="5388e7d4eb368e7c" providerId="LiveId" clId="{D6A408B9-D6E7-4BF9-9B85-2D9450B73EA7}" dt="2024-11-20T10:10:40.989" v="43673" actId="478"/>
          <ac:spMkLst>
            <pc:docMk/>
            <pc:sldMk cId="1523596284" sldId="907"/>
            <ac:spMk id="4" creationId="{F2D1444E-3D54-3AED-1F93-3EF04CC3ACA5}"/>
          </ac:spMkLst>
        </pc:spChg>
        <pc:spChg chg="add del mod">
          <ac:chgData name="Sophia BUI" userId="5388e7d4eb368e7c" providerId="LiveId" clId="{D6A408B9-D6E7-4BF9-9B85-2D9450B73EA7}" dt="2024-11-20T10:11:19.079" v="43679"/>
          <ac:spMkLst>
            <pc:docMk/>
            <pc:sldMk cId="1523596284" sldId="907"/>
            <ac:spMk id="7" creationId="{493FED77-4836-BA5C-AE80-A1081B2E91D2}"/>
          </ac:spMkLst>
        </pc:spChg>
        <pc:graphicFrameChg chg="add mod modGraphic">
          <ac:chgData name="Sophia BUI" userId="5388e7d4eb368e7c" providerId="LiveId" clId="{D6A408B9-D6E7-4BF9-9B85-2D9450B73EA7}" dt="2024-11-20T10:15:31.315" v="44003" actId="14100"/>
          <ac:graphicFrameMkLst>
            <pc:docMk/>
            <pc:sldMk cId="1523596284" sldId="907"/>
            <ac:graphicFrameMk id="8" creationId="{AFFFFEAA-0E3D-A34F-274E-570CB6165CA4}"/>
          </ac:graphicFrameMkLst>
        </pc:graphicFrameChg>
        <pc:graphicFrameChg chg="del modGraphic">
          <ac:chgData name="Sophia BUI" userId="5388e7d4eb368e7c" providerId="LiveId" clId="{D6A408B9-D6E7-4BF9-9B85-2D9450B73EA7}" dt="2024-11-20T10:11:11.615" v="43678" actId="478"/>
          <ac:graphicFrameMkLst>
            <pc:docMk/>
            <pc:sldMk cId="1523596284" sldId="907"/>
            <ac:graphicFrameMk id="12" creationId="{7C4395E5-1E6F-4DB2-62FD-4A416BA17696}"/>
          </ac:graphicFrameMkLst>
        </pc:graphicFrameChg>
        <pc:picChg chg="del">
          <ac:chgData name="Sophia BUI" userId="5388e7d4eb368e7c" providerId="LiveId" clId="{D6A408B9-D6E7-4BF9-9B85-2D9450B73EA7}" dt="2024-11-20T10:10:37.234" v="43671" actId="478"/>
          <ac:picMkLst>
            <pc:docMk/>
            <pc:sldMk cId="1523596284" sldId="907"/>
            <ac:picMk id="6" creationId="{5A17BE70-BE12-84AE-6CC7-D57565A60604}"/>
          </ac:picMkLst>
        </pc:picChg>
        <pc:picChg chg="add del mod">
          <ac:chgData name="Sophia BUI" userId="5388e7d4eb368e7c" providerId="LiveId" clId="{D6A408B9-D6E7-4BF9-9B85-2D9450B73EA7}" dt="2024-11-20T10:11:23.247" v="43680" actId="478"/>
          <ac:picMkLst>
            <pc:docMk/>
            <pc:sldMk cId="1523596284" sldId="907"/>
            <ac:picMk id="1026" creationId="{E1F7B32F-FBB1-B087-CBB3-9C8491F1593B}"/>
          </ac:picMkLst>
        </pc:picChg>
        <pc:picChg chg="add mod">
          <ac:chgData name="Sophia BUI" userId="5388e7d4eb368e7c" providerId="LiveId" clId="{D6A408B9-D6E7-4BF9-9B85-2D9450B73EA7}" dt="2024-11-20T10:15:37.434" v="44004" actId="1076"/>
          <ac:picMkLst>
            <pc:docMk/>
            <pc:sldMk cId="1523596284" sldId="907"/>
            <ac:picMk id="1028" creationId="{9C112CFE-8072-F80D-7F21-D832F41DC0BD}"/>
          </ac:picMkLst>
        </pc:picChg>
      </pc:sldChg>
    </pc:docChg>
  </pc:docChgLst>
  <pc:docChgLst>
    <pc:chgData name="Sophia BUI" userId="5388e7d4eb368e7c" providerId="LiveId" clId="{C4A25E55-FB24-45D4-AE07-AEEFA81CF592}"/>
    <pc:docChg chg="undo redo custSel addSld delSld modSld sldOrd modMainMaster">
      <pc:chgData name="Sophia BUI" userId="5388e7d4eb368e7c" providerId="LiveId" clId="{C4A25E55-FB24-45D4-AE07-AEEFA81CF592}" dt="2023-11-09T04:32:25.350" v="25137"/>
      <pc:docMkLst>
        <pc:docMk/>
      </pc:docMkLst>
      <pc:sldChg chg="modSp mod">
        <pc:chgData name="Sophia BUI" userId="5388e7d4eb368e7c" providerId="LiveId" clId="{C4A25E55-FB24-45D4-AE07-AEEFA81CF592}" dt="2023-10-09T22:56:46.543" v="4579"/>
        <pc:sldMkLst>
          <pc:docMk/>
          <pc:sldMk cId="506761459" sldId="256"/>
        </pc:sldMkLst>
        <pc:spChg chg="mod">
          <ac:chgData name="Sophia BUI" userId="5388e7d4eb368e7c" providerId="LiveId" clId="{C4A25E55-FB24-45D4-AE07-AEEFA81CF592}" dt="2023-10-09T22:56:46.543" v="4579"/>
          <ac:spMkLst>
            <pc:docMk/>
            <pc:sldMk cId="506761459" sldId="256"/>
            <ac:spMk id="2" creationId="{00000000-0000-0000-0000-000000000000}"/>
          </ac:spMkLst>
        </pc:spChg>
        <pc:spChg chg="mod">
          <ac:chgData name="Sophia BUI" userId="5388e7d4eb368e7c" providerId="LiveId" clId="{C4A25E55-FB24-45D4-AE07-AEEFA81CF592}" dt="2023-10-09T22:56:46.543" v="4579"/>
          <ac:spMkLst>
            <pc:docMk/>
            <pc:sldMk cId="506761459" sldId="256"/>
            <ac:spMk id="3" creationId="{00000000-0000-0000-0000-000000000000}"/>
          </ac:spMkLst>
        </pc:spChg>
      </pc:sldChg>
      <pc:sldChg chg="modSp del mod">
        <pc:chgData name="Sophia BUI" userId="5388e7d4eb368e7c" providerId="LiveId" clId="{C4A25E55-FB24-45D4-AE07-AEEFA81CF592}" dt="2023-10-09T13:59:09.466" v="4" actId="47"/>
        <pc:sldMkLst>
          <pc:docMk/>
          <pc:sldMk cId="352090314" sldId="258"/>
        </pc:sldMkLst>
        <pc:spChg chg="mod">
          <ac:chgData name="Sophia BUI" userId="5388e7d4eb368e7c" providerId="LiveId" clId="{C4A25E55-FB24-45D4-AE07-AEEFA81CF592}" dt="2023-10-09T13:59:05.833" v="3" actId="6549"/>
          <ac:spMkLst>
            <pc:docMk/>
            <pc:sldMk cId="352090314" sldId="258"/>
            <ac:spMk id="2" creationId="{00000000-0000-0000-0000-000000000000}"/>
          </ac:spMkLst>
        </pc:spChg>
      </pc:sldChg>
      <pc:sldChg chg="del">
        <pc:chgData name="Sophia BUI" userId="5388e7d4eb368e7c" providerId="LiveId" clId="{C4A25E55-FB24-45D4-AE07-AEEFA81CF592}" dt="2023-10-09T13:59:11.615" v="5" actId="47"/>
        <pc:sldMkLst>
          <pc:docMk/>
          <pc:sldMk cId="1061194279" sldId="260"/>
        </pc:sldMkLst>
      </pc:sldChg>
      <pc:sldChg chg="addSp delSp modSp mod ord setBg modClrScheme chgLayout">
        <pc:chgData name="Sophia BUI" userId="5388e7d4eb368e7c" providerId="LiveId" clId="{C4A25E55-FB24-45D4-AE07-AEEFA81CF592}" dt="2023-10-09T23:02:29.058" v="4610" actId="26606"/>
        <pc:sldMkLst>
          <pc:docMk/>
          <pc:sldMk cId="3401786857" sldId="261"/>
        </pc:sldMkLst>
        <pc:spChg chg="mod">
          <ac:chgData name="Sophia BUI" userId="5388e7d4eb368e7c" providerId="LiveId" clId="{C4A25E55-FB24-45D4-AE07-AEEFA81CF592}" dt="2023-10-09T23:02:29.058" v="4610" actId="26606"/>
          <ac:spMkLst>
            <pc:docMk/>
            <pc:sldMk cId="3401786857" sldId="261"/>
            <ac:spMk id="2" creationId="{00000000-0000-0000-0000-000000000000}"/>
          </ac:spMkLst>
        </pc:spChg>
        <pc:spChg chg="add del">
          <ac:chgData name="Sophia BUI" userId="5388e7d4eb368e7c" providerId="LiveId" clId="{C4A25E55-FB24-45D4-AE07-AEEFA81CF592}" dt="2023-10-09T13:59:34.243" v="28" actId="22"/>
          <ac:spMkLst>
            <pc:docMk/>
            <pc:sldMk cId="3401786857" sldId="261"/>
            <ac:spMk id="4" creationId="{DE426510-7B90-7B1E-74D9-2953FC6F45EC}"/>
          </ac:spMkLst>
        </pc:spChg>
        <pc:spChg chg="add">
          <ac:chgData name="Sophia BUI" userId="5388e7d4eb368e7c" providerId="LiveId" clId="{C4A25E55-FB24-45D4-AE07-AEEFA81CF592}" dt="2023-10-09T23:02:29.058" v="4610" actId="26606"/>
          <ac:spMkLst>
            <pc:docMk/>
            <pc:sldMk cId="3401786857" sldId="261"/>
            <ac:spMk id="11" creationId="{665DBBEF-238B-476B-96AB-8AAC3224ECEA}"/>
          </ac:spMkLst>
        </pc:spChg>
        <pc:spChg chg="add">
          <ac:chgData name="Sophia BUI" userId="5388e7d4eb368e7c" providerId="LiveId" clId="{C4A25E55-FB24-45D4-AE07-AEEFA81CF592}" dt="2023-10-09T23:02:29.058" v="4610" actId="26606"/>
          <ac:spMkLst>
            <pc:docMk/>
            <pc:sldMk cId="3401786857" sldId="261"/>
            <ac:spMk id="13" creationId="{3FCFB1DE-0B7E-48CC-BA90-B2AB0889F9D6}"/>
          </ac:spMkLst>
        </pc:spChg>
        <pc:picChg chg="add mod">
          <ac:chgData name="Sophia BUI" userId="5388e7d4eb368e7c" providerId="LiveId" clId="{C4A25E55-FB24-45D4-AE07-AEEFA81CF592}" dt="2023-10-09T23:02:29.058" v="4610" actId="26606"/>
          <ac:picMkLst>
            <pc:docMk/>
            <pc:sldMk cId="3401786857" sldId="261"/>
            <ac:picMk id="6" creationId="{D2B260B0-43EB-4A33-FE89-C83CCE1D87B2}"/>
          </ac:picMkLst>
        </pc:picChg>
      </pc:sldChg>
      <pc:sldChg chg="del">
        <pc:chgData name="Sophia BUI" userId="5388e7d4eb368e7c" providerId="LiveId" clId="{C4A25E55-FB24-45D4-AE07-AEEFA81CF592}" dt="2023-10-09T13:59:14.542" v="6" actId="47"/>
        <pc:sldMkLst>
          <pc:docMk/>
          <pc:sldMk cId="4022862849" sldId="262"/>
        </pc:sldMkLst>
      </pc:sldChg>
      <pc:sldChg chg="del">
        <pc:chgData name="Sophia BUI" userId="5388e7d4eb368e7c" providerId="LiveId" clId="{C4A25E55-FB24-45D4-AE07-AEEFA81CF592}" dt="2023-10-09T13:59:17.406" v="8" actId="47"/>
        <pc:sldMkLst>
          <pc:docMk/>
          <pc:sldMk cId="3941285470" sldId="264"/>
        </pc:sldMkLst>
      </pc:sldChg>
      <pc:sldChg chg="addSp delSp modSp mod setBg">
        <pc:chgData name="Sophia BUI" userId="5388e7d4eb368e7c" providerId="LiveId" clId="{C4A25E55-FB24-45D4-AE07-AEEFA81CF592}" dt="2023-10-09T23:10:02.001" v="4928" actId="20577"/>
        <pc:sldMkLst>
          <pc:docMk/>
          <pc:sldMk cId="1720426387" sldId="267"/>
        </pc:sldMkLst>
        <pc:spChg chg="mod">
          <ac:chgData name="Sophia BUI" userId="5388e7d4eb368e7c" providerId="LiveId" clId="{C4A25E55-FB24-45D4-AE07-AEEFA81CF592}" dt="2023-10-09T23:03:39.033" v="4614" actId="26606"/>
          <ac:spMkLst>
            <pc:docMk/>
            <pc:sldMk cId="1720426387" sldId="267"/>
            <ac:spMk id="13" creationId="{00000000-0000-0000-0000-000000000000}"/>
          </ac:spMkLst>
        </pc:spChg>
        <pc:spChg chg="del mod">
          <ac:chgData name="Sophia BUI" userId="5388e7d4eb368e7c" providerId="LiveId" clId="{C4A25E55-FB24-45D4-AE07-AEEFA81CF592}" dt="2023-10-09T14:01:05.483" v="85" actId="3680"/>
          <ac:spMkLst>
            <pc:docMk/>
            <pc:sldMk cId="1720426387" sldId="267"/>
            <ac:spMk id="14" creationId="{00000000-0000-0000-0000-000000000000}"/>
          </ac:spMkLst>
        </pc:spChg>
        <pc:spChg chg="add del">
          <ac:chgData name="Sophia BUI" userId="5388e7d4eb368e7c" providerId="LiveId" clId="{C4A25E55-FB24-45D4-AE07-AEEFA81CF592}" dt="2023-10-09T23:03:39.033" v="4614" actId="26606"/>
          <ac:spMkLst>
            <pc:docMk/>
            <pc:sldMk cId="1720426387" sldId="267"/>
            <ac:spMk id="15" creationId="{5F637E18-EF26-4327-9077-7FFC67B98B96}"/>
          </ac:spMkLst>
        </pc:spChg>
        <pc:spChg chg="add del">
          <ac:chgData name="Sophia BUI" userId="5388e7d4eb368e7c" providerId="LiveId" clId="{C4A25E55-FB24-45D4-AE07-AEEFA81CF592}" dt="2023-10-09T23:03:39.033" v="4614" actId="26606"/>
          <ac:spMkLst>
            <pc:docMk/>
            <pc:sldMk cId="1720426387" sldId="267"/>
            <ac:spMk id="16" creationId="{3EED6667-6BE8-A2AB-422A-5A1D89727E35}"/>
          </ac:spMkLst>
        </pc:spChg>
        <pc:spChg chg="add del">
          <ac:chgData name="Sophia BUI" userId="5388e7d4eb368e7c" providerId="LiveId" clId="{C4A25E55-FB24-45D4-AE07-AEEFA81CF592}" dt="2023-10-09T23:03:17.762" v="4612" actId="26606"/>
          <ac:spMkLst>
            <pc:docMk/>
            <pc:sldMk cId="1720426387" sldId="267"/>
            <ac:spMk id="18" creationId="{35DB3719-6FDC-4E5D-891D-FF40B7300F64}"/>
          </ac:spMkLst>
        </pc:spChg>
        <pc:spChg chg="add del">
          <ac:chgData name="Sophia BUI" userId="5388e7d4eb368e7c" providerId="LiveId" clId="{C4A25E55-FB24-45D4-AE07-AEEFA81CF592}" dt="2023-10-09T23:03:17.762" v="4612" actId="26606"/>
          <ac:spMkLst>
            <pc:docMk/>
            <pc:sldMk cId="1720426387" sldId="267"/>
            <ac:spMk id="20" creationId="{E0CBAC23-2E3F-4A90-BA59-F8299F6A5439}"/>
          </ac:spMkLst>
        </pc:spChg>
        <pc:graphicFrameChg chg="add mod ord modGraphic">
          <ac:chgData name="Sophia BUI" userId="5388e7d4eb368e7c" providerId="LiveId" clId="{C4A25E55-FB24-45D4-AE07-AEEFA81CF592}" dt="2023-10-09T23:10:02.001" v="4928" actId="20577"/>
          <ac:graphicFrameMkLst>
            <pc:docMk/>
            <pc:sldMk cId="1720426387" sldId="267"/>
            <ac:graphicFrameMk id="2" creationId="{C07E23A0-D5B8-34D8-7B0C-A6697627A33C}"/>
          </ac:graphicFrameMkLst>
        </pc:graphicFrameChg>
      </pc:sldChg>
      <pc:sldChg chg="del">
        <pc:chgData name="Sophia BUI" userId="5388e7d4eb368e7c" providerId="LiveId" clId="{C4A25E55-FB24-45D4-AE07-AEEFA81CF592}" dt="2023-10-09T13:58:50.140" v="0" actId="47"/>
        <pc:sldMkLst>
          <pc:docMk/>
          <pc:sldMk cId="571916843" sldId="268"/>
        </pc:sldMkLst>
      </pc:sldChg>
      <pc:sldChg chg="addSp delSp modSp new mod ord setBg">
        <pc:chgData name="Sophia BUI" userId="5388e7d4eb368e7c" providerId="LiveId" clId="{C4A25E55-FB24-45D4-AE07-AEEFA81CF592}" dt="2023-10-09T23:05:53.090" v="4633" actId="27636"/>
        <pc:sldMkLst>
          <pc:docMk/>
          <pc:sldMk cId="4131043853" sldId="268"/>
        </pc:sldMkLst>
        <pc:spChg chg="mod">
          <ac:chgData name="Sophia BUI" userId="5388e7d4eb368e7c" providerId="LiveId" clId="{C4A25E55-FB24-45D4-AE07-AEEFA81CF592}" dt="2023-10-09T23:05:41.257" v="4631" actId="26606"/>
          <ac:spMkLst>
            <pc:docMk/>
            <pc:sldMk cId="4131043853" sldId="268"/>
            <ac:spMk id="2" creationId="{E75976DE-E665-3F90-84C7-CAFC032C46AA}"/>
          </ac:spMkLst>
        </pc:spChg>
        <pc:spChg chg="add del mod">
          <ac:chgData name="Sophia BUI" userId="5388e7d4eb368e7c" providerId="LiveId" clId="{C4A25E55-FB24-45D4-AE07-AEEFA81CF592}" dt="2023-10-09T23:05:41.257" v="4631" actId="26606"/>
          <ac:spMkLst>
            <pc:docMk/>
            <pc:sldMk cId="4131043853" sldId="268"/>
            <ac:spMk id="3" creationId="{595E72A1-679F-D2B1-EF6D-4B6062F50812}"/>
          </ac:spMkLst>
        </pc:spChg>
        <pc:spChg chg="add del">
          <ac:chgData name="Sophia BUI" userId="5388e7d4eb368e7c" providerId="LiveId" clId="{C4A25E55-FB24-45D4-AE07-AEEFA81CF592}" dt="2023-10-09T23:05:41.257" v="4631" actId="26606"/>
          <ac:spMkLst>
            <pc:docMk/>
            <pc:sldMk cId="4131043853" sldId="268"/>
            <ac:spMk id="8" creationId="{100EDD19-6802-4EC3-95CE-CFFAB042CFD6}"/>
          </ac:spMkLst>
        </pc:spChg>
        <pc:spChg chg="add del">
          <ac:chgData name="Sophia BUI" userId="5388e7d4eb368e7c" providerId="LiveId" clId="{C4A25E55-FB24-45D4-AE07-AEEFA81CF592}" dt="2023-10-09T23:05:41.257" v="4631" actId="26606"/>
          <ac:spMkLst>
            <pc:docMk/>
            <pc:sldMk cId="4131043853" sldId="268"/>
            <ac:spMk id="10" creationId="{DB17E863-922E-4C26-BD64-E8FD41D28661}"/>
          </ac:spMkLst>
        </pc:spChg>
        <pc:spChg chg="add del">
          <ac:chgData name="Sophia BUI" userId="5388e7d4eb368e7c" providerId="LiveId" clId="{C4A25E55-FB24-45D4-AE07-AEEFA81CF592}" dt="2023-10-09T23:04:51.206" v="4620" actId="26606"/>
          <ac:spMkLst>
            <pc:docMk/>
            <pc:sldMk cId="4131043853" sldId="268"/>
            <ac:spMk id="15" creationId="{AC17DE74-01C9-4859-B65A-85CF999E8580}"/>
          </ac:spMkLst>
        </pc:spChg>
        <pc:spChg chg="add del">
          <ac:chgData name="Sophia BUI" userId="5388e7d4eb368e7c" providerId="LiveId" clId="{C4A25E55-FB24-45D4-AE07-AEEFA81CF592}" dt="2023-10-09T23:04:51.206" v="4620" actId="26606"/>
          <ac:spMkLst>
            <pc:docMk/>
            <pc:sldMk cId="4131043853" sldId="268"/>
            <ac:spMk id="16" creationId="{595E72A1-679F-D2B1-EF6D-4B6062F50812}"/>
          </ac:spMkLst>
        </pc:spChg>
        <pc:spChg chg="add del">
          <ac:chgData name="Sophia BUI" userId="5388e7d4eb368e7c" providerId="LiveId" clId="{C4A25E55-FB24-45D4-AE07-AEEFA81CF592}" dt="2023-10-09T23:04:51.206" v="4620" actId="26606"/>
          <ac:spMkLst>
            <pc:docMk/>
            <pc:sldMk cId="4131043853" sldId="268"/>
            <ac:spMk id="17" creationId="{068C0432-0E90-4CC1-8CD3-D44A90DF07EF}"/>
          </ac:spMkLst>
        </pc:spChg>
        <pc:spChg chg="add del">
          <ac:chgData name="Sophia BUI" userId="5388e7d4eb368e7c" providerId="LiveId" clId="{C4A25E55-FB24-45D4-AE07-AEEFA81CF592}" dt="2023-10-09T23:04:57.469" v="4622" actId="26606"/>
          <ac:spMkLst>
            <pc:docMk/>
            <pc:sldMk cId="4131043853" sldId="268"/>
            <ac:spMk id="19" creationId="{081E4A58-353D-44AE-B2FC-2A74E2E400F7}"/>
          </ac:spMkLst>
        </pc:spChg>
        <pc:spChg chg="add del">
          <ac:chgData name="Sophia BUI" userId="5388e7d4eb368e7c" providerId="LiveId" clId="{C4A25E55-FB24-45D4-AE07-AEEFA81CF592}" dt="2023-10-09T23:04:57.469" v="4622" actId="26606"/>
          <ac:spMkLst>
            <pc:docMk/>
            <pc:sldMk cId="4131043853" sldId="268"/>
            <ac:spMk id="20" creationId="{907EF6B7-1338-4443-8C46-6A318D952DFD}"/>
          </ac:spMkLst>
        </pc:spChg>
        <pc:spChg chg="add del">
          <ac:chgData name="Sophia BUI" userId="5388e7d4eb368e7c" providerId="LiveId" clId="{C4A25E55-FB24-45D4-AE07-AEEFA81CF592}" dt="2023-10-09T23:04:57.469" v="4622" actId="26606"/>
          <ac:spMkLst>
            <pc:docMk/>
            <pc:sldMk cId="4131043853" sldId="268"/>
            <ac:spMk id="21" creationId="{DAAE4CDD-124C-4DCF-9584-B6033B545DD5}"/>
          </ac:spMkLst>
        </pc:spChg>
        <pc:spChg chg="add del">
          <ac:chgData name="Sophia BUI" userId="5388e7d4eb368e7c" providerId="LiveId" clId="{C4A25E55-FB24-45D4-AE07-AEEFA81CF592}" dt="2023-10-09T23:04:57.469" v="4622" actId="26606"/>
          <ac:spMkLst>
            <pc:docMk/>
            <pc:sldMk cId="4131043853" sldId="268"/>
            <ac:spMk id="22" creationId="{595E72A1-679F-D2B1-EF6D-4B6062F50812}"/>
          </ac:spMkLst>
        </pc:spChg>
        <pc:spChg chg="add del">
          <ac:chgData name="Sophia BUI" userId="5388e7d4eb368e7c" providerId="LiveId" clId="{C4A25E55-FB24-45D4-AE07-AEEFA81CF592}" dt="2023-10-09T23:05:12.493" v="4624" actId="26606"/>
          <ac:spMkLst>
            <pc:docMk/>
            <pc:sldMk cId="4131043853" sldId="268"/>
            <ac:spMk id="24" creationId="{777A147A-9ED8-46B4-8660-1B3C2AA880B5}"/>
          </ac:spMkLst>
        </pc:spChg>
        <pc:spChg chg="add del">
          <ac:chgData name="Sophia BUI" userId="5388e7d4eb368e7c" providerId="LiveId" clId="{C4A25E55-FB24-45D4-AE07-AEEFA81CF592}" dt="2023-10-09T23:05:12.493" v="4624" actId="26606"/>
          <ac:spMkLst>
            <pc:docMk/>
            <pc:sldMk cId="4131043853" sldId="268"/>
            <ac:spMk id="25" creationId="{5D6C15A0-C087-4593-8414-2B4EC1CDC3DE}"/>
          </ac:spMkLst>
        </pc:spChg>
        <pc:spChg chg="add del">
          <ac:chgData name="Sophia BUI" userId="5388e7d4eb368e7c" providerId="LiveId" clId="{C4A25E55-FB24-45D4-AE07-AEEFA81CF592}" dt="2023-10-09T23:05:12.493" v="4624" actId="26606"/>
          <ac:spMkLst>
            <pc:docMk/>
            <pc:sldMk cId="4131043853" sldId="268"/>
            <ac:spMk id="26" creationId="{595E72A1-679F-D2B1-EF6D-4B6062F50812}"/>
          </ac:spMkLst>
        </pc:spChg>
        <pc:spChg chg="add del">
          <ac:chgData name="Sophia BUI" userId="5388e7d4eb368e7c" providerId="LiveId" clId="{C4A25E55-FB24-45D4-AE07-AEEFA81CF592}" dt="2023-10-09T23:05:28.863" v="4626" actId="26606"/>
          <ac:spMkLst>
            <pc:docMk/>
            <pc:sldMk cId="4131043853" sldId="268"/>
            <ac:spMk id="28" creationId="{100EDD19-6802-4EC3-95CE-CFFAB042CFD6}"/>
          </ac:spMkLst>
        </pc:spChg>
        <pc:spChg chg="add del">
          <ac:chgData name="Sophia BUI" userId="5388e7d4eb368e7c" providerId="LiveId" clId="{C4A25E55-FB24-45D4-AE07-AEEFA81CF592}" dt="2023-10-09T23:05:28.863" v="4626" actId="26606"/>
          <ac:spMkLst>
            <pc:docMk/>
            <pc:sldMk cId="4131043853" sldId="268"/>
            <ac:spMk id="29" creationId="{DB17E863-922E-4C26-BD64-E8FD41D28661}"/>
          </ac:spMkLst>
        </pc:spChg>
        <pc:spChg chg="add del">
          <ac:chgData name="Sophia BUI" userId="5388e7d4eb368e7c" providerId="LiveId" clId="{C4A25E55-FB24-45D4-AE07-AEEFA81CF592}" dt="2023-10-09T23:05:28.863" v="4626" actId="26606"/>
          <ac:spMkLst>
            <pc:docMk/>
            <pc:sldMk cId="4131043853" sldId="268"/>
            <ac:spMk id="30" creationId="{595E72A1-679F-D2B1-EF6D-4B6062F50812}"/>
          </ac:spMkLst>
        </pc:spChg>
        <pc:spChg chg="add del">
          <ac:chgData name="Sophia BUI" userId="5388e7d4eb368e7c" providerId="LiveId" clId="{C4A25E55-FB24-45D4-AE07-AEEFA81CF592}" dt="2023-10-09T23:05:31.104" v="4628" actId="26606"/>
          <ac:spMkLst>
            <pc:docMk/>
            <pc:sldMk cId="4131043853" sldId="268"/>
            <ac:spMk id="32" creationId="{389575E1-3389-451A-A5F7-27854C25C599}"/>
          </ac:spMkLst>
        </pc:spChg>
        <pc:spChg chg="add del">
          <ac:chgData name="Sophia BUI" userId="5388e7d4eb368e7c" providerId="LiveId" clId="{C4A25E55-FB24-45D4-AE07-AEEFA81CF592}" dt="2023-10-09T23:05:31.104" v="4628" actId="26606"/>
          <ac:spMkLst>
            <pc:docMk/>
            <pc:sldMk cId="4131043853" sldId="268"/>
            <ac:spMk id="33" creationId="{A53CCC5C-D88E-40FB-B30B-23DCDBD01D37}"/>
          </ac:spMkLst>
        </pc:spChg>
        <pc:spChg chg="add del">
          <ac:chgData name="Sophia BUI" userId="5388e7d4eb368e7c" providerId="LiveId" clId="{C4A25E55-FB24-45D4-AE07-AEEFA81CF592}" dt="2023-10-09T23:05:31.104" v="4628" actId="26606"/>
          <ac:spMkLst>
            <pc:docMk/>
            <pc:sldMk cId="4131043853" sldId="268"/>
            <ac:spMk id="34" creationId="{081E4A58-353D-44AE-B2FC-2A74E2E400F7}"/>
          </ac:spMkLst>
        </pc:spChg>
        <pc:spChg chg="add del">
          <ac:chgData name="Sophia BUI" userId="5388e7d4eb368e7c" providerId="LiveId" clId="{C4A25E55-FB24-45D4-AE07-AEEFA81CF592}" dt="2023-10-09T23:05:31.104" v="4628" actId="26606"/>
          <ac:spMkLst>
            <pc:docMk/>
            <pc:sldMk cId="4131043853" sldId="268"/>
            <ac:spMk id="35" creationId="{595E72A1-679F-D2B1-EF6D-4B6062F50812}"/>
          </ac:spMkLst>
        </pc:spChg>
        <pc:spChg chg="add del">
          <ac:chgData name="Sophia BUI" userId="5388e7d4eb368e7c" providerId="LiveId" clId="{C4A25E55-FB24-45D4-AE07-AEEFA81CF592}" dt="2023-10-09T23:05:41.250" v="4630" actId="26606"/>
          <ac:spMkLst>
            <pc:docMk/>
            <pc:sldMk cId="4131043853" sldId="268"/>
            <ac:spMk id="37" creationId="{100EDD19-6802-4EC3-95CE-CFFAB042CFD6}"/>
          </ac:spMkLst>
        </pc:spChg>
        <pc:spChg chg="add del">
          <ac:chgData name="Sophia BUI" userId="5388e7d4eb368e7c" providerId="LiveId" clId="{C4A25E55-FB24-45D4-AE07-AEEFA81CF592}" dt="2023-10-09T23:05:41.250" v="4630" actId="26606"/>
          <ac:spMkLst>
            <pc:docMk/>
            <pc:sldMk cId="4131043853" sldId="268"/>
            <ac:spMk id="38" creationId="{DB17E863-922E-4C26-BD64-E8FD41D28661}"/>
          </ac:spMkLst>
        </pc:spChg>
        <pc:spChg chg="add del">
          <ac:chgData name="Sophia BUI" userId="5388e7d4eb368e7c" providerId="LiveId" clId="{C4A25E55-FB24-45D4-AE07-AEEFA81CF592}" dt="2023-10-09T23:05:41.250" v="4630" actId="26606"/>
          <ac:spMkLst>
            <pc:docMk/>
            <pc:sldMk cId="4131043853" sldId="268"/>
            <ac:spMk id="39" creationId="{595E72A1-679F-D2B1-EF6D-4B6062F50812}"/>
          </ac:spMkLst>
        </pc:spChg>
        <pc:spChg chg="add">
          <ac:chgData name="Sophia BUI" userId="5388e7d4eb368e7c" providerId="LiveId" clId="{C4A25E55-FB24-45D4-AE07-AEEFA81CF592}" dt="2023-10-09T23:05:41.257" v="4631" actId="26606"/>
          <ac:spMkLst>
            <pc:docMk/>
            <pc:sldMk cId="4131043853" sldId="268"/>
            <ac:spMk id="41" creationId="{777A147A-9ED8-46B4-8660-1B3C2AA880B5}"/>
          </ac:spMkLst>
        </pc:spChg>
        <pc:spChg chg="add">
          <ac:chgData name="Sophia BUI" userId="5388e7d4eb368e7c" providerId="LiveId" clId="{C4A25E55-FB24-45D4-AE07-AEEFA81CF592}" dt="2023-10-09T23:05:41.257" v="4631" actId="26606"/>
          <ac:spMkLst>
            <pc:docMk/>
            <pc:sldMk cId="4131043853" sldId="268"/>
            <ac:spMk id="42" creationId="{5D6C15A0-C087-4593-8414-2B4EC1CDC3DE}"/>
          </ac:spMkLst>
        </pc:spChg>
        <pc:spChg chg="add mod">
          <ac:chgData name="Sophia BUI" userId="5388e7d4eb368e7c" providerId="LiveId" clId="{C4A25E55-FB24-45D4-AE07-AEEFA81CF592}" dt="2023-10-09T23:05:53.090" v="4633" actId="27636"/>
          <ac:spMkLst>
            <pc:docMk/>
            <pc:sldMk cId="4131043853" sldId="268"/>
            <ac:spMk id="43" creationId="{595E72A1-679F-D2B1-EF6D-4B6062F50812}"/>
          </ac:spMkLst>
        </pc:spChg>
        <pc:graphicFrameChg chg="add del">
          <ac:chgData name="Sophia BUI" userId="5388e7d4eb368e7c" providerId="LiveId" clId="{C4A25E55-FB24-45D4-AE07-AEEFA81CF592}" dt="2023-10-09T23:04:12.668" v="4616" actId="26606"/>
          <ac:graphicFrameMkLst>
            <pc:docMk/>
            <pc:sldMk cId="4131043853" sldId="268"/>
            <ac:graphicFrameMk id="12" creationId="{96C78BCE-036F-CC2F-CEBF-DA1BA6C782F1}"/>
          </ac:graphicFrameMkLst>
        </pc:graphicFrameChg>
        <pc:graphicFrameChg chg="add del">
          <ac:chgData name="Sophia BUI" userId="5388e7d4eb368e7c" providerId="LiveId" clId="{C4A25E55-FB24-45D4-AE07-AEEFA81CF592}" dt="2023-10-09T23:04:28.011" v="4618" actId="26606"/>
          <ac:graphicFrameMkLst>
            <pc:docMk/>
            <pc:sldMk cId="4131043853" sldId="268"/>
            <ac:graphicFrameMk id="14" creationId="{F8678869-B8FE-1CB2-2D89-B0304ADAF138}"/>
          </ac:graphicFrameMkLst>
        </pc:graphicFrameChg>
      </pc:sldChg>
      <pc:sldChg chg="addSp delSp modSp new del mod ord setBg delDesignElem">
        <pc:chgData name="Sophia BUI" userId="5388e7d4eb368e7c" providerId="LiveId" clId="{C4A25E55-FB24-45D4-AE07-AEEFA81CF592}" dt="2023-10-14T07:51:07.557" v="7310" actId="14100"/>
        <pc:sldMkLst>
          <pc:docMk/>
          <pc:sldMk cId="2069074210" sldId="269"/>
        </pc:sldMkLst>
        <pc:spChg chg="mod">
          <ac:chgData name="Sophia BUI" userId="5388e7d4eb368e7c" providerId="LiveId" clId="{C4A25E55-FB24-45D4-AE07-AEEFA81CF592}" dt="2023-10-10T13:56:59.079" v="6883" actId="6549"/>
          <ac:spMkLst>
            <pc:docMk/>
            <pc:sldMk cId="2069074210" sldId="269"/>
            <ac:spMk id="2" creationId="{3C8881F5-B84D-F242-95A9-141E2A849202}"/>
          </ac:spMkLst>
        </pc:spChg>
        <pc:spChg chg="add del">
          <ac:chgData name="Sophia BUI" userId="5388e7d4eb368e7c" providerId="LiveId" clId="{C4A25E55-FB24-45D4-AE07-AEEFA81CF592}" dt="2023-10-09T15:12:45.474" v="3927" actId="3680"/>
          <ac:spMkLst>
            <pc:docMk/>
            <pc:sldMk cId="2069074210" sldId="269"/>
            <ac:spMk id="3" creationId="{7C14B6BD-CBAB-9269-C3C6-881CEE8208CD}"/>
          </ac:spMkLst>
        </pc:spChg>
        <pc:spChg chg="add">
          <ac:chgData name="Sophia BUI" userId="5388e7d4eb368e7c" providerId="LiveId" clId="{C4A25E55-FB24-45D4-AE07-AEEFA81CF592}" dt="2023-10-09T22:57:15.400" v="4583" actId="26606"/>
          <ac:spMkLst>
            <pc:docMk/>
            <pc:sldMk cId="2069074210" sldId="269"/>
            <ac:spMk id="7" creationId="{5F637E18-EF26-4327-9077-7FFC67B98B96}"/>
          </ac:spMkLst>
        </pc:spChg>
        <pc:spChg chg="add">
          <ac:chgData name="Sophia BUI" userId="5388e7d4eb368e7c" providerId="LiveId" clId="{C4A25E55-FB24-45D4-AE07-AEEFA81CF592}" dt="2023-10-09T22:57:15.400" v="4583" actId="26606"/>
          <ac:spMkLst>
            <pc:docMk/>
            <pc:sldMk cId="2069074210" sldId="269"/>
            <ac:spMk id="8" creationId="{3EED6667-6BE8-A2AB-422A-5A1D89727E35}"/>
          </ac:spMkLst>
        </pc:spChg>
        <pc:spChg chg="add del">
          <ac:chgData name="Sophia BUI" userId="5388e7d4eb368e7c" providerId="LiveId" clId="{C4A25E55-FB24-45D4-AE07-AEEFA81CF592}" dt="2023-10-09T22:57:12.504" v="4582" actId="26606"/>
          <ac:spMkLst>
            <pc:docMk/>
            <pc:sldMk cId="2069074210" sldId="269"/>
            <ac:spMk id="10" creationId="{4C10CBC8-7837-4750-8EE9-B4C3D50488F6}"/>
          </ac:spMkLst>
        </pc:spChg>
        <pc:spChg chg="add del">
          <ac:chgData name="Sophia BUI" userId="5388e7d4eb368e7c" providerId="LiveId" clId="{C4A25E55-FB24-45D4-AE07-AEEFA81CF592}" dt="2023-10-09T22:57:12.504" v="4582" actId="26606"/>
          <ac:spMkLst>
            <pc:docMk/>
            <pc:sldMk cId="2069074210" sldId="269"/>
            <ac:spMk id="12" creationId="{69014793-11D4-4A17-9261-1A2E683ADF75}"/>
          </ac:spMkLst>
        </pc:spChg>
        <pc:graphicFrameChg chg="add del mod ord modGraphic">
          <ac:chgData name="Sophia BUI" userId="5388e7d4eb368e7c" providerId="LiveId" clId="{C4A25E55-FB24-45D4-AE07-AEEFA81CF592}" dt="2023-10-09T15:12:39.025" v="3926" actId="3680"/>
          <ac:graphicFrameMkLst>
            <pc:docMk/>
            <pc:sldMk cId="2069074210" sldId="269"/>
            <ac:graphicFrameMk id="4" creationId="{AD924A8B-48BC-24B2-B253-BFE965DC1FBB}"/>
          </ac:graphicFrameMkLst>
        </pc:graphicFrameChg>
        <pc:graphicFrameChg chg="add mod ord modGraphic">
          <ac:chgData name="Sophia BUI" userId="5388e7d4eb368e7c" providerId="LiveId" clId="{C4A25E55-FB24-45D4-AE07-AEEFA81CF592}" dt="2023-10-14T07:51:07.557" v="7310" actId="14100"/>
          <ac:graphicFrameMkLst>
            <pc:docMk/>
            <pc:sldMk cId="2069074210" sldId="269"/>
            <ac:graphicFrameMk id="5" creationId="{943304E3-DEC1-081E-5CF8-783EEF4021A8}"/>
          </ac:graphicFrameMkLst>
        </pc:graphicFrameChg>
      </pc:sldChg>
      <pc:sldChg chg="del">
        <pc:chgData name="Sophia BUI" userId="5388e7d4eb368e7c" providerId="LiveId" clId="{C4A25E55-FB24-45D4-AE07-AEEFA81CF592}" dt="2023-10-09T13:58:51.142" v="1" actId="47"/>
        <pc:sldMkLst>
          <pc:docMk/>
          <pc:sldMk cId="2593339164" sldId="269"/>
        </pc:sldMkLst>
      </pc:sldChg>
      <pc:sldChg chg="addSp delSp modSp add del mod ord">
        <pc:chgData name="Sophia BUI" userId="5388e7d4eb368e7c" providerId="LiveId" clId="{C4A25E55-FB24-45D4-AE07-AEEFA81CF592}" dt="2023-10-09T15:19:05.033" v="4414" actId="2696"/>
        <pc:sldMkLst>
          <pc:docMk/>
          <pc:sldMk cId="3152939697" sldId="270"/>
        </pc:sldMkLst>
        <pc:spChg chg="mod">
          <ac:chgData name="Sophia BUI" userId="5388e7d4eb368e7c" providerId="LiveId" clId="{C4A25E55-FB24-45D4-AE07-AEEFA81CF592}" dt="2023-10-09T15:04:26.128" v="3013" actId="26606"/>
          <ac:spMkLst>
            <pc:docMk/>
            <pc:sldMk cId="3152939697" sldId="270"/>
            <ac:spMk id="2" creationId="{E75976DE-E665-3F90-84C7-CAFC032C46AA}"/>
          </ac:spMkLst>
        </pc:spChg>
        <pc:spChg chg="add del mod">
          <ac:chgData name="Sophia BUI" userId="5388e7d4eb368e7c" providerId="LiveId" clId="{C4A25E55-FB24-45D4-AE07-AEEFA81CF592}" dt="2023-10-09T15:11:55.575" v="3924" actId="20577"/>
          <ac:spMkLst>
            <pc:docMk/>
            <pc:sldMk cId="3152939697" sldId="270"/>
            <ac:spMk id="3" creationId="{595E72A1-679F-D2B1-EF6D-4B6062F50812}"/>
          </ac:spMkLst>
        </pc:spChg>
        <pc:graphicFrameChg chg="add del">
          <ac:chgData name="Sophia BUI" userId="5388e7d4eb368e7c" providerId="LiveId" clId="{C4A25E55-FB24-45D4-AE07-AEEFA81CF592}" dt="2023-10-09T15:04:26.128" v="3013" actId="26606"/>
          <ac:graphicFrameMkLst>
            <pc:docMk/>
            <pc:sldMk cId="3152939697" sldId="270"/>
            <ac:graphicFrameMk id="5" creationId="{86CDC4FE-5EFD-BA5F-D7E4-9932B22322AD}"/>
          </ac:graphicFrameMkLst>
        </pc:graphicFrameChg>
      </pc:sldChg>
      <pc:sldChg chg="del">
        <pc:chgData name="Sophia BUI" userId="5388e7d4eb368e7c" providerId="LiveId" clId="{C4A25E55-FB24-45D4-AE07-AEEFA81CF592}" dt="2023-10-09T13:58:52.195" v="2" actId="47"/>
        <pc:sldMkLst>
          <pc:docMk/>
          <pc:sldMk cId="513726968" sldId="271"/>
        </pc:sldMkLst>
      </pc:sldChg>
      <pc:sldChg chg="add del">
        <pc:chgData name="Sophia BUI" userId="5388e7d4eb368e7c" providerId="LiveId" clId="{C4A25E55-FB24-45D4-AE07-AEEFA81CF592}" dt="2023-10-09T14:54:50.916" v="2882" actId="2696"/>
        <pc:sldMkLst>
          <pc:docMk/>
          <pc:sldMk cId="2257233616" sldId="271"/>
        </pc:sldMkLst>
      </pc:sldChg>
      <pc:sldChg chg="del">
        <pc:chgData name="Sophia BUI" userId="5388e7d4eb368e7c" providerId="LiveId" clId="{C4A25E55-FB24-45D4-AE07-AEEFA81CF592}" dt="2023-10-09T13:59:16.302" v="7" actId="47"/>
        <pc:sldMkLst>
          <pc:docMk/>
          <pc:sldMk cId="3614150638" sldId="272"/>
        </pc:sldMkLst>
      </pc:sldChg>
      <pc:sldChg chg="addSp delSp modSp add mod setBg">
        <pc:chgData name="Sophia BUI" userId="5388e7d4eb368e7c" providerId="LiveId" clId="{C4A25E55-FB24-45D4-AE07-AEEFA81CF592}" dt="2023-10-20T02:21:26.367" v="14229" actId="478"/>
        <pc:sldMkLst>
          <pc:docMk/>
          <pc:sldMk cId="4260260139" sldId="671"/>
        </pc:sldMkLst>
        <pc:spChg chg="mod">
          <ac:chgData name="Sophia BUI" userId="5388e7d4eb368e7c" providerId="LiveId" clId="{C4A25E55-FB24-45D4-AE07-AEEFA81CF592}" dt="2023-10-16T14:40:48.578" v="7367" actId="26606"/>
          <ac:spMkLst>
            <pc:docMk/>
            <pc:sldMk cId="4260260139" sldId="671"/>
            <ac:spMk id="2" creationId="{00000000-0000-0000-0000-000000000000}"/>
          </ac:spMkLst>
        </pc:spChg>
        <pc:spChg chg="add del mod">
          <ac:chgData name="Sophia BUI" userId="5388e7d4eb368e7c" providerId="LiveId" clId="{C4A25E55-FB24-45D4-AE07-AEEFA81CF592}" dt="2023-10-20T02:21:26.367" v="14229" actId="478"/>
          <ac:spMkLst>
            <pc:docMk/>
            <pc:sldMk cId="4260260139" sldId="671"/>
            <ac:spMk id="11" creationId="{12983600-206F-07CF-3876-9B636B8C02A2}"/>
          </ac:spMkLst>
        </pc:spChg>
        <pc:spChg chg="add del">
          <ac:chgData name="Sophia BUI" userId="5388e7d4eb368e7c" providerId="LiveId" clId="{C4A25E55-FB24-45D4-AE07-AEEFA81CF592}" dt="2023-10-10T14:39:13.596" v="7238" actId="26606"/>
          <ac:spMkLst>
            <pc:docMk/>
            <pc:sldMk cId="4260260139" sldId="671"/>
            <ac:spMk id="14" creationId="{CEF6118E-44FB-4509-B4D9-129052E4C6EE}"/>
          </ac:spMkLst>
        </pc:spChg>
        <pc:spChg chg="add del">
          <ac:chgData name="Sophia BUI" userId="5388e7d4eb368e7c" providerId="LiveId" clId="{C4A25E55-FB24-45D4-AE07-AEEFA81CF592}" dt="2023-10-10T14:41:06.099" v="7251" actId="26606"/>
          <ac:spMkLst>
            <pc:docMk/>
            <pc:sldMk cId="4260260139" sldId="671"/>
            <ac:spMk id="19" creationId="{04695F26-39DB-450E-B464-9C76CD233B36}"/>
          </ac:spMkLst>
        </pc:spChg>
        <pc:spChg chg="add del">
          <ac:chgData name="Sophia BUI" userId="5388e7d4eb368e7c" providerId="LiveId" clId="{C4A25E55-FB24-45D4-AE07-AEEFA81CF592}" dt="2023-10-10T14:41:06.099" v="7251" actId="26606"/>
          <ac:spMkLst>
            <pc:docMk/>
            <pc:sldMk cId="4260260139" sldId="671"/>
            <ac:spMk id="21" creationId="{2F42E55F-A297-474F-AF2D-6D3A15822BCA}"/>
          </ac:spMkLst>
        </pc:spChg>
        <pc:spChg chg="add del">
          <ac:chgData name="Sophia BUI" userId="5388e7d4eb368e7c" providerId="LiveId" clId="{C4A25E55-FB24-45D4-AE07-AEEFA81CF592}" dt="2023-10-16T14:40:48.578" v="7367" actId="26606"/>
          <ac:spMkLst>
            <pc:docMk/>
            <pc:sldMk cId="4260260139" sldId="671"/>
            <ac:spMk id="32" creationId="{F83B1BEA-1159-4AE5-AD9B-9440E5189009}"/>
          </ac:spMkLst>
        </pc:spChg>
        <pc:spChg chg="add del">
          <ac:chgData name="Sophia BUI" userId="5388e7d4eb368e7c" providerId="LiveId" clId="{C4A25E55-FB24-45D4-AE07-AEEFA81CF592}" dt="2023-10-16T14:40:48.578" v="7367" actId="26606"/>
          <ac:spMkLst>
            <pc:docMk/>
            <pc:sldMk cId="4260260139" sldId="671"/>
            <ac:spMk id="34" creationId="{5D50C310-510F-45B8-81D2-BE905D5C6D58}"/>
          </ac:spMkLst>
        </pc:spChg>
        <pc:spChg chg="add">
          <ac:chgData name="Sophia BUI" userId="5388e7d4eb368e7c" providerId="LiveId" clId="{C4A25E55-FB24-45D4-AE07-AEEFA81CF592}" dt="2023-10-16T14:40:48.578" v="7367" actId="26606"/>
          <ac:spMkLst>
            <pc:docMk/>
            <pc:sldMk cId="4260260139" sldId="671"/>
            <ac:spMk id="39" creationId="{8761DDFE-071F-4200-B0AA-394476C2D2D6}"/>
          </ac:spMkLst>
        </pc:spChg>
        <pc:grpChg chg="add del">
          <ac:chgData name="Sophia BUI" userId="5388e7d4eb368e7c" providerId="LiveId" clId="{C4A25E55-FB24-45D4-AE07-AEEFA81CF592}" dt="2023-10-10T14:41:06.099" v="7251" actId="26606"/>
          <ac:grpSpMkLst>
            <pc:docMk/>
            <pc:sldMk cId="4260260139" sldId="671"/>
            <ac:grpSpMk id="23" creationId="{972070F7-E065-4D60-8938-9FB8CDB8ACB0}"/>
          </ac:grpSpMkLst>
        </pc:grpChg>
        <pc:picChg chg="add mod ord">
          <ac:chgData name="Sophia BUI" userId="5388e7d4eb368e7c" providerId="LiveId" clId="{C4A25E55-FB24-45D4-AE07-AEEFA81CF592}" dt="2023-10-16T14:40:48.578" v="7367" actId="26606"/>
          <ac:picMkLst>
            <pc:docMk/>
            <pc:sldMk cId="4260260139" sldId="671"/>
            <ac:picMk id="4" creationId="{00000000-0000-0000-0000-000000000000}"/>
          </ac:picMkLst>
        </pc:picChg>
        <pc:picChg chg="mod">
          <ac:chgData name="Sophia BUI" userId="5388e7d4eb368e7c" providerId="LiveId" clId="{C4A25E55-FB24-45D4-AE07-AEEFA81CF592}" dt="2023-10-16T14:40:48.578" v="7367" actId="26606"/>
          <ac:picMkLst>
            <pc:docMk/>
            <pc:sldMk cId="4260260139" sldId="671"/>
            <ac:picMk id="7" creationId="{00000000-0000-0000-0000-000000000000}"/>
          </ac:picMkLst>
        </pc:picChg>
        <pc:picChg chg="del mod replId">
          <ac:chgData name="Sophia BUI" userId="5388e7d4eb368e7c" providerId="LiveId" clId="{C4A25E55-FB24-45D4-AE07-AEEFA81CF592}" dt="2023-10-10T14:33:56.906" v="7193" actId="26606"/>
          <ac:picMkLst>
            <pc:docMk/>
            <pc:sldMk cId="4260260139" sldId="671"/>
            <ac:picMk id="9" creationId="{00000000-0000-0000-0000-000000000000}"/>
          </ac:picMkLst>
        </pc:picChg>
      </pc:sldChg>
      <pc:sldChg chg="addSp delSp modSp add del mod setBg">
        <pc:chgData name="Sophia BUI" userId="5388e7d4eb368e7c" providerId="LiveId" clId="{C4A25E55-FB24-45D4-AE07-AEEFA81CF592}" dt="2023-10-10T14:37:58.452" v="7233" actId="2696"/>
        <pc:sldMkLst>
          <pc:docMk/>
          <pc:sldMk cId="2417807760" sldId="674"/>
        </pc:sldMkLst>
        <pc:spChg chg="mod ord">
          <ac:chgData name="Sophia BUI" userId="5388e7d4eb368e7c" providerId="LiveId" clId="{C4A25E55-FB24-45D4-AE07-AEEFA81CF592}" dt="2023-10-10T14:35:55.972" v="7197" actId="26606"/>
          <ac:spMkLst>
            <pc:docMk/>
            <pc:sldMk cId="2417807760" sldId="674"/>
            <ac:spMk id="2" creationId="{00000000-0000-0000-0000-000000000000}"/>
          </ac:spMkLst>
        </pc:spChg>
        <pc:spChg chg="add del">
          <ac:chgData name="Sophia BUI" userId="5388e7d4eb368e7c" providerId="LiveId" clId="{C4A25E55-FB24-45D4-AE07-AEEFA81CF592}" dt="2023-10-10T14:35:55.974" v="7198" actId="26606"/>
          <ac:spMkLst>
            <pc:docMk/>
            <pc:sldMk cId="2417807760" sldId="674"/>
            <ac:spMk id="10" creationId="{3B47FC9C-2ED3-4100-A4EF-E8CDFEE106C9}"/>
          </ac:spMkLst>
        </pc:spChg>
        <pc:spChg chg="add del">
          <ac:chgData name="Sophia BUI" userId="5388e7d4eb368e7c" providerId="LiveId" clId="{C4A25E55-FB24-45D4-AE07-AEEFA81CF592}" dt="2023-10-10T14:35:13.459" v="7195" actId="26606"/>
          <ac:spMkLst>
            <pc:docMk/>
            <pc:sldMk cId="2417807760" sldId="674"/>
            <ac:spMk id="15" creationId="{90BB9581-2E1D-405D-AC21-AD669748D56E}"/>
          </ac:spMkLst>
        </pc:spChg>
        <pc:spChg chg="add">
          <ac:chgData name="Sophia BUI" userId="5388e7d4eb368e7c" providerId="LiveId" clId="{C4A25E55-FB24-45D4-AE07-AEEFA81CF592}" dt="2023-10-10T14:35:55.974" v="7198" actId="26606"/>
          <ac:spMkLst>
            <pc:docMk/>
            <pc:sldMk cId="2417807760" sldId="674"/>
            <ac:spMk id="20" creationId="{3B47FC9C-2ED3-4100-A4EF-E8CDFEE106C9}"/>
          </ac:spMkLst>
        </pc:spChg>
        <pc:grpChg chg="add del">
          <ac:chgData name="Sophia BUI" userId="5388e7d4eb368e7c" providerId="LiveId" clId="{C4A25E55-FB24-45D4-AE07-AEEFA81CF592}" dt="2023-10-10T14:35:55.972" v="7197" actId="26606"/>
          <ac:grpSpMkLst>
            <pc:docMk/>
            <pc:sldMk cId="2417807760" sldId="674"/>
            <ac:grpSpMk id="18" creationId="{B0F380AC-9202-53E9-8D39-90E7C2AC7550}"/>
          </ac:grpSpMkLst>
        </pc:grpChg>
        <pc:picChg chg="mod">
          <ac:chgData name="Sophia BUI" userId="5388e7d4eb368e7c" providerId="LiveId" clId="{C4A25E55-FB24-45D4-AE07-AEEFA81CF592}" dt="2023-10-10T14:35:55.974" v="7198" actId="26606"/>
          <ac:picMkLst>
            <pc:docMk/>
            <pc:sldMk cId="2417807760" sldId="674"/>
            <ac:picMk id="4" creationId="{00000000-0000-0000-0000-000000000000}"/>
          </ac:picMkLst>
        </pc:picChg>
        <pc:picChg chg="mod">
          <ac:chgData name="Sophia BUI" userId="5388e7d4eb368e7c" providerId="LiveId" clId="{C4A25E55-FB24-45D4-AE07-AEEFA81CF592}" dt="2023-10-10T14:35:55.974" v="7198" actId="26606"/>
          <ac:picMkLst>
            <pc:docMk/>
            <pc:sldMk cId="2417807760" sldId="674"/>
            <ac:picMk id="5" creationId="{00000000-0000-0000-0000-000000000000}"/>
          </ac:picMkLst>
        </pc:picChg>
      </pc:sldChg>
      <pc:sldChg chg="addSp delSp modSp add mod setBg">
        <pc:chgData name="Sophia BUI" userId="5388e7d4eb368e7c" providerId="LiveId" clId="{C4A25E55-FB24-45D4-AE07-AEEFA81CF592}" dt="2023-10-20T02:21:18.515" v="14228" actId="478"/>
        <pc:sldMkLst>
          <pc:docMk/>
          <pc:sldMk cId="257345015" sldId="675"/>
        </pc:sldMkLst>
        <pc:spChg chg="mod ord">
          <ac:chgData name="Sophia BUI" userId="5388e7d4eb368e7c" providerId="LiveId" clId="{C4A25E55-FB24-45D4-AE07-AEEFA81CF592}" dt="2023-10-16T14:40:58.557" v="7369" actId="26606"/>
          <ac:spMkLst>
            <pc:docMk/>
            <pc:sldMk cId="257345015" sldId="675"/>
            <ac:spMk id="2" creationId="{00000000-0000-0000-0000-000000000000}"/>
          </ac:spMkLst>
        </pc:spChg>
        <pc:spChg chg="add del">
          <ac:chgData name="Sophia BUI" userId="5388e7d4eb368e7c" providerId="LiveId" clId="{C4A25E55-FB24-45D4-AE07-AEEFA81CF592}" dt="2023-10-10T14:33:00.021" v="7189" actId="26606"/>
          <ac:spMkLst>
            <pc:docMk/>
            <pc:sldMk cId="257345015" sldId="675"/>
            <ac:spMk id="10" creationId="{3CBCC53F-766D-4965-A913-42CDB6AF024A}"/>
          </ac:spMkLst>
        </pc:spChg>
        <pc:spChg chg="add del">
          <ac:chgData name="Sophia BUI" userId="5388e7d4eb368e7c" providerId="LiveId" clId="{C4A25E55-FB24-45D4-AE07-AEEFA81CF592}" dt="2023-10-10T14:33:00.021" v="7189" actId="26606"/>
          <ac:spMkLst>
            <pc:docMk/>
            <pc:sldMk cId="257345015" sldId="675"/>
            <ac:spMk id="12" creationId="{84C3B49D-E84B-48BB-B45F-C5696ED2C32D}"/>
          </ac:spMkLst>
        </pc:spChg>
        <pc:spChg chg="add del mod ord">
          <ac:chgData name="Sophia BUI" userId="5388e7d4eb368e7c" providerId="LiveId" clId="{C4A25E55-FB24-45D4-AE07-AEEFA81CF592}" dt="2023-10-20T02:21:18.515" v="14228" actId="478"/>
          <ac:spMkLst>
            <pc:docMk/>
            <pc:sldMk cId="257345015" sldId="675"/>
            <ac:spMk id="16" creationId="{1F0F8248-AF21-55B4-AED7-08767881E77A}"/>
          </ac:spMkLst>
        </pc:spChg>
        <pc:spChg chg="add del">
          <ac:chgData name="Sophia BUI" userId="5388e7d4eb368e7c" providerId="LiveId" clId="{C4A25E55-FB24-45D4-AE07-AEEFA81CF592}" dt="2023-10-10T14:33:00.009" v="7187" actId="26606"/>
          <ac:spMkLst>
            <pc:docMk/>
            <pc:sldMk cId="257345015" sldId="675"/>
            <ac:spMk id="17" creationId="{DA21A4AC-5300-4176-B2FB-67830A380702}"/>
          </ac:spMkLst>
        </pc:spChg>
        <pc:spChg chg="add del">
          <ac:chgData name="Sophia BUI" userId="5388e7d4eb368e7c" providerId="LiveId" clId="{C4A25E55-FB24-45D4-AE07-AEEFA81CF592}" dt="2023-10-10T14:33:00.009" v="7187" actId="26606"/>
          <ac:spMkLst>
            <pc:docMk/>
            <pc:sldMk cId="257345015" sldId="675"/>
            <ac:spMk id="19" creationId="{5A09F8C8-3B6F-414C-866C-80565B61075D}"/>
          </ac:spMkLst>
        </pc:spChg>
        <pc:spChg chg="add del">
          <ac:chgData name="Sophia BUI" userId="5388e7d4eb368e7c" providerId="LiveId" clId="{C4A25E55-FB24-45D4-AE07-AEEFA81CF592}" dt="2023-10-10T14:40:33.324" v="7247" actId="26606"/>
          <ac:spMkLst>
            <pc:docMk/>
            <pc:sldMk cId="257345015" sldId="675"/>
            <ac:spMk id="21" creationId="{CEF6118E-44FB-4509-B4D9-129052E4C6EE}"/>
          </ac:spMkLst>
        </pc:spChg>
        <pc:spChg chg="add del">
          <ac:chgData name="Sophia BUI" userId="5388e7d4eb368e7c" providerId="LiveId" clId="{C4A25E55-FB24-45D4-AE07-AEEFA81CF592}" dt="2023-10-10T14:39:44.394" v="7240" actId="26606"/>
          <ac:spMkLst>
            <pc:docMk/>
            <pc:sldMk cId="257345015" sldId="675"/>
            <ac:spMk id="26" creationId="{69D47016-023F-44BD-981C-50E7A10A6609}"/>
          </ac:spMkLst>
        </pc:spChg>
        <pc:spChg chg="add del">
          <ac:chgData name="Sophia BUI" userId="5388e7d4eb368e7c" providerId="LiveId" clId="{C4A25E55-FB24-45D4-AE07-AEEFA81CF592}" dt="2023-10-10T14:39:44.394" v="7240" actId="26606"/>
          <ac:spMkLst>
            <pc:docMk/>
            <pc:sldMk cId="257345015" sldId="675"/>
            <ac:spMk id="28" creationId="{6D8B37B0-0682-433E-BC8D-498C04ABD9A7}"/>
          </ac:spMkLst>
        </pc:spChg>
        <pc:spChg chg="add del">
          <ac:chgData name="Sophia BUI" userId="5388e7d4eb368e7c" providerId="LiveId" clId="{C4A25E55-FB24-45D4-AE07-AEEFA81CF592}" dt="2023-10-10T14:40:20.100" v="7242" actId="26606"/>
          <ac:spMkLst>
            <pc:docMk/>
            <pc:sldMk cId="257345015" sldId="675"/>
            <ac:spMk id="30" creationId="{086A5A31-B10A-4793-84D4-D785959AE5B8}"/>
          </ac:spMkLst>
        </pc:spChg>
        <pc:spChg chg="add del">
          <ac:chgData name="Sophia BUI" userId="5388e7d4eb368e7c" providerId="LiveId" clId="{C4A25E55-FB24-45D4-AE07-AEEFA81CF592}" dt="2023-10-10T14:40:20.100" v="7242" actId="26606"/>
          <ac:spMkLst>
            <pc:docMk/>
            <pc:sldMk cId="257345015" sldId="675"/>
            <ac:spMk id="31" creationId="{9D25F302-27C5-414F-97F8-6EA0A6C028BA}"/>
          </ac:spMkLst>
        </pc:spChg>
        <pc:spChg chg="add del">
          <ac:chgData name="Sophia BUI" userId="5388e7d4eb368e7c" providerId="LiveId" clId="{C4A25E55-FB24-45D4-AE07-AEEFA81CF592}" dt="2023-10-10T14:40:20.100" v="7242" actId="26606"/>
          <ac:spMkLst>
            <pc:docMk/>
            <pc:sldMk cId="257345015" sldId="675"/>
            <ac:spMk id="32" creationId="{830A36F8-48C2-4842-A87B-8CE8DF4E7FD2}"/>
          </ac:spMkLst>
        </pc:spChg>
        <pc:spChg chg="add del">
          <ac:chgData name="Sophia BUI" userId="5388e7d4eb368e7c" providerId="LiveId" clId="{C4A25E55-FB24-45D4-AE07-AEEFA81CF592}" dt="2023-10-10T14:40:25.916" v="7244" actId="26606"/>
          <ac:spMkLst>
            <pc:docMk/>
            <pc:sldMk cId="257345015" sldId="675"/>
            <ac:spMk id="34" creationId="{F35DB090-93B5-4581-8D71-BB3839684BFF}"/>
          </ac:spMkLst>
        </pc:spChg>
        <pc:spChg chg="add del">
          <ac:chgData name="Sophia BUI" userId="5388e7d4eb368e7c" providerId="LiveId" clId="{C4A25E55-FB24-45D4-AE07-AEEFA81CF592}" dt="2023-10-10T14:40:25.916" v="7244" actId="26606"/>
          <ac:spMkLst>
            <pc:docMk/>
            <pc:sldMk cId="257345015" sldId="675"/>
            <ac:spMk id="35" creationId="{A0DE92DF-4769-4DE9-93FD-EE31271850CA}"/>
          </ac:spMkLst>
        </pc:spChg>
        <pc:spChg chg="add del">
          <ac:chgData name="Sophia BUI" userId="5388e7d4eb368e7c" providerId="LiveId" clId="{C4A25E55-FB24-45D4-AE07-AEEFA81CF592}" dt="2023-10-10T14:40:33.316" v="7246" actId="26606"/>
          <ac:spMkLst>
            <pc:docMk/>
            <pc:sldMk cId="257345015" sldId="675"/>
            <ac:spMk id="37" creationId="{9D25F302-27C5-414F-97F8-6EA0A6C028BA}"/>
          </ac:spMkLst>
        </pc:spChg>
        <pc:spChg chg="add del">
          <ac:chgData name="Sophia BUI" userId="5388e7d4eb368e7c" providerId="LiveId" clId="{C4A25E55-FB24-45D4-AE07-AEEFA81CF592}" dt="2023-10-10T14:40:33.316" v="7246" actId="26606"/>
          <ac:spMkLst>
            <pc:docMk/>
            <pc:sldMk cId="257345015" sldId="675"/>
            <ac:spMk id="38" creationId="{830A36F8-48C2-4842-A87B-8CE8DF4E7FD2}"/>
          </ac:spMkLst>
        </pc:spChg>
        <pc:spChg chg="add del">
          <ac:chgData name="Sophia BUI" userId="5388e7d4eb368e7c" providerId="LiveId" clId="{C4A25E55-FB24-45D4-AE07-AEEFA81CF592}" dt="2023-10-10T14:40:33.316" v="7246" actId="26606"/>
          <ac:spMkLst>
            <pc:docMk/>
            <pc:sldMk cId="257345015" sldId="675"/>
            <ac:spMk id="39" creationId="{086A5A31-B10A-4793-84D4-D785959AE5B8}"/>
          </ac:spMkLst>
        </pc:spChg>
        <pc:spChg chg="add del">
          <ac:chgData name="Sophia BUI" userId="5388e7d4eb368e7c" providerId="LiveId" clId="{C4A25E55-FB24-45D4-AE07-AEEFA81CF592}" dt="2023-10-10T14:41:39.674" v="7256" actId="26606"/>
          <ac:spMkLst>
            <pc:docMk/>
            <pc:sldMk cId="257345015" sldId="675"/>
            <ac:spMk id="41" creationId="{861AF017-741B-4CC0-B7C2-C9B94E5B81FF}"/>
          </ac:spMkLst>
        </pc:spChg>
        <pc:spChg chg="add del">
          <ac:chgData name="Sophia BUI" userId="5388e7d4eb368e7c" providerId="LiveId" clId="{C4A25E55-FB24-45D4-AE07-AEEFA81CF592}" dt="2023-10-10T14:41:39.674" v="7256" actId="26606"/>
          <ac:spMkLst>
            <pc:docMk/>
            <pc:sldMk cId="257345015" sldId="675"/>
            <ac:spMk id="44" creationId="{5FC9E5C3-B8DC-4532-8C1F-4D5331C64C08}"/>
          </ac:spMkLst>
        </pc:spChg>
        <pc:spChg chg="add del">
          <ac:chgData name="Sophia BUI" userId="5388e7d4eb368e7c" providerId="LiveId" clId="{C4A25E55-FB24-45D4-AE07-AEEFA81CF592}" dt="2023-10-10T14:41:35.277" v="7253" actId="26606"/>
          <ac:spMkLst>
            <pc:docMk/>
            <pc:sldMk cId="257345015" sldId="675"/>
            <ac:spMk id="49" creationId="{04695F26-39DB-450E-B464-9C76CD233B36}"/>
          </ac:spMkLst>
        </pc:spChg>
        <pc:spChg chg="add del">
          <ac:chgData name="Sophia BUI" userId="5388e7d4eb368e7c" providerId="LiveId" clId="{C4A25E55-FB24-45D4-AE07-AEEFA81CF592}" dt="2023-10-10T14:41:35.277" v="7253" actId="26606"/>
          <ac:spMkLst>
            <pc:docMk/>
            <pc:sldMk cId="257345015" sldId="675"/>
            <ac:spMk id="51" creationId="{2F42E55F-A297-474F-AF2D-6D3A15822BCA}"/>
          </ac:spMkLst>
        </pc:spChg>
        <pc:spChg chg="add del">
          <ac:chgData name="Sophia BUI" userId="5388e7d4eb368e7c" providerId="LiveId" clId="{C4A25E55-FB24-45D4-AE07-AEEFA81CF592}" dt="2023-10-10T14:41:39.663" v="7255" actId="26606"/>
          <ac:spMkLst>
            <pc:docMk/>
            <pc:sldMk cId="257345015" sldId="675"/>
            <ac:spMk id="59" creationId="{8761DDFE-071F-4200-B0AA-394476C2D2D6}"/>
          </ac:spMkLst>
        </pc:spChg>
        <pc:spChg chg="add del">
          <ac:chgData name="Sophia BUI" userId="5388e7d4eb368e7c" providerId="LiveId" clId="{C4A25E55-FB24-45D4-AE07-AEEFA81CF592}" dt="2023-10-16T14:40:58.557" v="7369" actId="26606"/>
          <ac:spMkLst>
            <pc:docMk/>
            <pc:sldMk cId="257345015" sldId="675"/>
            <ac:spMk id="61" creationId="{F83B1BEA-1159-4AE5-AD9B-9440E5189009}"/>
          </ac:spMkLst>
        </pc:spChg>
        <pc:spChg chg="add del">
          <ac:chgData name="Sophia BUI" userId="5388e7d4eb368e7c" providerId="LiveId" clId="{C4A25E55-FB24-45D4-AE07-AEEFA81CF592}" dt="2023-10-16T14:40:58.557" v="7369" actId="26606"/>
          <ac:spMkLst>
            <pc:docMk/>
            <pc:sldMk cId="257345015" sldId="675"/>
            <ac:spMk id="62" creationId="{5D50C310-510F-45B8-81D2-BE905D5C6D58}"/>
          </ac:spMkLst>
        </pc:spChg>
        <pc:spChg chg="add">
          <ac:chgData name="Sophia BUI" userId="5388e7d4eb368e7c" providerId="LiveId" clId="{C4A25E55-FB24-45D4-AE07-AEEFA81CF592}" dt="2023-10-16T14:40:58.557" v="7369" actId="26606"/>
          <ac:spMkLst>
            <pc:docMk/>
            <pc:sldMk cId="257345015" sldId="675"/>
            <ac:spMk id="67" creationId="{8761DDFE-071F-4200-B0AA-394476C2D2D6}"/>
          </ac:spMkLst>
        </pc:spChg>
        <pc:grpChg chg="add del">
          <ac:chgData name="Sophia BUI" userId="5388e7d4eb368e7c" providerId="LiveId" clId="{C4A25E55-FB24-45D4-AE07-AEEFA81CF592}" dt="2023-10-10T14:41:39.674" v="7256" actId="26606"/>
          <ac:grpSpMkLst>
            <pc:docMk/>
            <pc:sldMk cId="257345015" sldId="675"/>
            <ac:grpSpMk id="42" creationId="{D2A542E6-1924-4FE2-89D1-3CB19468C1F6}"/>
          </ac:grpSpMkLst>
        </pc:grpChg>
        <pc:grpChg chg="add del">
          <ac:chgData name="Sophia BUI" userId="5388e7d4eb368e7c" providerId="LiveId" clId="{C4A25E55-FB24-45D4-AE07-AEEFA81CF592}" dt="2023-10-10T14:41:35.277" v="7253" actId="26606"/>
          <ac:grpSpMkLst>
            <pc:docMk/>
            <pc:sldMk cId="257345015" sldId="675"/>
            <ac:grpSpMk id="53" creationId="{972070F7-E065-4D60-8938-9FB8CDB8ACB0}"/>
          </ac:grpSpMkLst>
        </pc:grpChg>
        <pc:picChg chg="add mod ord">
          <ac:chgData name="Sophia BUI" userId="5388e7d4eb368e7c" providerId="LiveId" clId="{C4A25E55-FB24-45D4-AE07-AEEFA81CF592}" dt="2023-10-16T14:40:58.557" v="7369" actId="26606"/>
          <ac:picMkLst>
            <pc:docMk/>
            <pc:sldMk cId="257345015" sldId="675"/>
            <ac:picMk id="4" creationId="{00000000-0000-0000-0000-000000000000}"/>
          </ac:picMkLst>
        </pc:picChg>
        <pc:picChg chg="mod ord">
          <ac:chgData name="Sophia BUI" userId="5388e7d4eb368e7c" providerId="LiveId" clId="{C4A25E55-FB24-45D4-AE07-AEEFA81CF592}" dt="2023-10-16T14:40:58.557" v="7369" actId="26606"/>
          <ac:picMkLst>
            <pc:docMk/>
            <pc:sldMk cId="257345015" sldId="675"/>
            <ac:picMk id="5" creationId="{00000000-0000-0000-0000-000000000000}"/>
          </ac:picMkLst>
        </pc:picChg>
        <pc:picChg chg="del mod ord replId">
          <ac:chgData name="Sophia BUI" userId="5388e7d4eb368e7c" providerId="LiveId" clId="{C4A25E55-FB24-45D4-AE07-AEEFA81CF592}" dt="2023-10-10T14:33:00.021" v="7189" actId="26606"/>
          <ac:picMkLst>
            <pc:docMk/>
            <pc:sldMk cId="257345015" sldId="675"/>
            <ac:picMk id="22" creationId="{00000000-0000-0000-0000-000000000000}"/>
          </ac:picMkLst>
        </pc:picChg>
      </pc:sldChg>
      <pc:sldChg chg="addSp delSp modSp add mod setBg">
        <pc:chgData name="Sophia BUI" userId="5388e7d4eb368e7c" providerId="LiveId" clId="{C4A25E55-FB24-45D4-AE07-AEEFA81CF592}" dt="2023-10-10T14:42:32.798" v="7266" actId="26606"/>
        <pc:sldMkLst>
          <pc:docMk/>
          <pc:sldMk cId="3165975797" sldId="676"/>
        </pc:sldMkLst>
        <pc:spChg chg="mod ord">
          <ac:chgData name="Sophia BUI" userId="5388e7d4eb368e7c" providerId="LiveId" clId="{C4A25E55-FB24-45D4-AE07-AEEFA81CF592}" dt="2023-10-10T14:42:32.798" v="7266" actId="26606"/>
          <ac:spMkLst>
            <pc:docMk/>
            <pc:sldMk cId="3165975797" sldId="676"/>
            <ac:spMk id="2" creationId="{00000000-0000-0000-0000-000000000000}"/>
          </ac:spMkLst>
        </pc:spChg>
        <pc:spChg chg="add del">
          <ac:chgData name="Sophia BUI" userId="5388e7d4eb368e7c" providerId="LiveId" clId="{C4A25E55-FB24-45D4-AE07-AEEFA81CF592}" dt="2023-10-10T14:33:22.955" v="7190" actId="26606"/>
          <ac:spMkLst>
            <pc:docMk/>
            <pc:sldMk cId="3165975797" sldId="676"/>
            <ac:spMk id="10" creationId="{D4771268-CB57-404A-9271-370EB28F6090}"/>
          </ac:spMkLst>
        </pc:spChg>
        <pc:spChg chg="add del">
          <ac:chgData name="Sophia BUI" userId="5388e7d4eb368e7c" providerId="LiveId" clId="{C4A25E55-FB24-45D4-AE07-AEEFA81CF592}" dt="2023-10-10T14:42:32.798" v="7266" actId="26606"/>
          <ac:spMkLst>
            <pc:docMk/>
            <pc:sldMk cId="3165975797" sldId="676"/>
            <ac:spMk id="15" creationId="{9389D3E0-BA02-41D3-B2AC-8FD6AA893902}"/>
          </ac:spMkLst>
        </pc:spChg>
        <pc:spChg chg="add del">
          <ac:chgData name="Sophia BUI" userId="5388e7d4eb368e7c" providerId="LiveId" clId="{C4A25E55-FB24-45D4-AE07-AEEFA81CF592}" dt="2023-10-10T14:42:11.219" v="7259" actId="26606"/>
          <ac:spMkLst>
            <pc:docMk/>
            <pc:sldMk cId="3165975797" sldId="676"/>
            <ac:spMk id="19" creationId="{871C17C4-8975-74AD-1CC9-27B62B52EDF9}"/>
          </ac:spMkLst>
        </pc:spChg>
        <pc:spChg chg="add">
          <ac:chgData name="Sophia BUI" userId="5388e7d4eb368e7c" providerId="LiveId" clId="{C4A25E55-FB24-45D4-AE07-AEEFA81CF592}" dt="2023-10-10T14:42:32.798" v="7266" actId="26606"/>
          <ac:spMkLst>
            <pc:docMk/>
            <pc:sldMk cId="3165975797" sldId="676"/>
            <ac:spMk id="20" creationId="{D4771268-CB57-404A-9271-370EB28F6090}"/>
          </ac:spMkLst>
        </pc:spChg>
        <pc:spChg chg="add del">
          <ac:chgData name="Sophia BUI" userId="5388e7d4eb368e7c" providerId="LiveId" clId="{C4A25E55-FB24-45D4-AE07-AEEFA81CF592}" dt="2023-10-10T14:42:11.219" v="7259" actId="26606"/>
          <ac:spMkLst>
            <pc:docMk/>
            <pc:sldMk cId="3165975797" sldId="676"/>
            <ac:spMk id="22" creationId="{F83B1BEA-1159-4AE5-AD9B-9440E5189009}"/>
          </ac:spMkLst>
        </pc:spChg>
        <pc:spChg chg="add del">
          <ac:chgData name="Sophia BUI" userId="5388e7d4eb368e7c" providerId="LiveId" clId="{C4A25E55-FB24-45D4-AE07-AEEFA81CF592}" dt="2023-10-10T14:42:11.219" v="7259" actId="26606"/>
          <ac:spMkLst>
            <pc:docMk/>
            <pc:sldMk cId="3165975797" sldId="676"/>
            <ac:spMk id="24" creationId="{5D50C310-510F-45B8-81D2-BE905D5C6D58}"/>
          </ac:spMkLst>
        </pc:spChg>
        <pc:spChg chg="add del">
          <ac:chgData name="Sophia BUI" userId="5388e7d4eb368e7c" providerId="LiveId" clId="{C4A25E55-FB24-45D4-AE07-AEEFA81CF592}" dt="2023-10-10T14:42:23.762" v="7262" actId="26606"/>
          <ac:spMkLst>
            <pc:docMk/>
            <pc:sldMk cId="3165975797" sldId="676"/>
            <ac:spMk id="26" creationId="{69D47016-023F-44BD-981C-50E7A10A6609}"/>
          </ac:spMkLst>
        </pc:spChg>
        <pc:spChg chg="add del">
          <ac:chgData name="Sophia BUI" userId="5388e7d4eb368e7c" providerId="LiveId" clId="{C4A25E55-FB24-45D4-AE07-AEEFA81CF592}" dt="2023-10-10T14:42:23.762" v="7262" actId="26606"/>
          <ac:spMkLst>
            <pc:docMk/>
            <pc:sldMk cId="3165975797" sldId="676"/>
            <ac:spMk id="27" creationId="{6D8B37B0-0682-433E-BC8D-498C04ABD9A7}"/>
          </ac:spMkLst>
        </pc:spChg>
        <pc:spChg chg="add del">
          <ac:chgData name="Sophia BUI" userId="5388e7d4eb368e7c" providerId="LiveId" clId="{C4A25E55-FB24-45D4-AE07-AEEFA81CF592}" dt="2023-10-10T14:42:23.762" v="7262" actId="26606"/>
          <ac:spMkLst>
            <pc:docMk/>
            <pc:sldMk cId="3165975797" sldId="676"/>
            <ac:spMk id="28" creationId="{08901BD4-5DC3-C4A2-1D8D-CE6B1E8042BA}"/>
          </ac:spMkLst>
        </pc:spChg>
        <pc:spChg chg="add del">
          <ac:chgData name="Sophia BUI" userId="5388e7d4eb368e7c" providerId="LiveId" clId="{C4A25E55-FB24-45D4-AE07-AEEFA81CF592}" dt="2023-10-10T14:42:32.794" v="7265" actId="26606"/>
          <ac:spMkLst>
            <pc:docMk/>
            <pc:sldMk cId="3165975797" sldId="676"/>
            <ac:spMk id="30" creationId="{CEF6118E-44FB-4509-B4D9-129052E4C6EE}"/>
          </ac:spMkLst>
        </pc:spChg>
        <pc:spChg chg="add del">
          <ac:chgData name="Sophia BUI" userId="5388e7d4eb368e7c" providerId="LiveId" clId="{C4A25E55-FB24-45D4-AE07-AEEFA81CF592}" dt="2023-10-10T14:42:32.794" v="7265" actId="26606"/>
          <ac:spMkLst>
            <pc:docMk/>
            <pc:sldMk cId="3165975797" sldId="676"/>
            <ac:spMk id="31" creationId="{C32BAE48-D1B9-1C57-099C-56A661E27339}"/>
          </ac:spMkLst>
        </pc:spChg>
        <pc:picChg chg="add del">
          <ac:chgData name="Sophia BUI" userId="5388e7d4eb368e7c" providerId="LiveId" clId="{C4A25E55-FB24-45D4-AE07-AEEFA81CF592}" dt="2023-10-10T14:42:23.762" v="7262" actId="26606"/>
          <ac:picMkLst>
            <pc:docMk/>
            <pc:sldMk cId="3165975797" sldId="676"/>
            <ac:picMk id="4" creationId="{00000000-0000-0000-0000-000000000000}"/>
          </ac:picMkLst>
        </pc:picChg>
        <pc:picChg chg="mod ord">
          <ac:chgData name="Sophia BUI" userId="5388e7d4eb368e7c" providerId="LiveId" clId="{C4A25E55-FB24-45D4-AE07-AEEFA81CF592}" dt="2023-10-10T14:42:32.798" v="7266" actId="26606"/>
          <ac:picMkLst>
            <pc:docMk/>
            <pc:sldMk cId="3165975797" sldId="676"/>
            <ac:picMk id="5" creationId="{00000000-0000-0000-0000-000000000000}"/>
          </ac:picMkLst>
        </pc:picChg>
      </pc:sldChg>
      <pc:sldChg chg="addSp modSp add mod setBg">
        <pc:chgData name="Sophia BUI" userId="5388e7d4eb368e7c" providerId="LiveId" clId="{C4A25E55-FB24-45D4-AE07-AEEFA81CF592}" dt="2023-10-16T14:41:42.974" v="7376" actId="14100"/>
        <pc:sldMkLst>
          <pc:docMk/>
          <pc:sldMk cId="267130995" sldId="677"/>
        </pc:sldMkLst>
        <pc:spChg chg="mod">
          <ac:chgData name="Sophia BUI" userId="5388e7d4eb368e7c" providerId="LiveId" clId="{C4A25E55-FB24-45D4-AE07-AEEFA81CF592}" dt="2023-10-10T14:31:46.422" v="7180" actId="26606"/>
          <ac:spMkLst>
            <pc:docMk/>
            <pc:sldMk cId="267130995" sldId="677"/>
            <ac:spMk id="2" creationId="{00000000-0000-0000-0000-000000000000}"/>
          </ac:spMkLst>
        </pc:spChg>
        <pc:spChg chg="mod">
          <ac:chgData name="Sophia BUI" userId="5388e7d4eb368e7c" providerId="LiveId" clId="{C4A25E55-FB24-45D4-AE07-AEEFA81CF592}" dt="2023-10-10T14:31:46.422" v="7180" actId="26606"/>
          <ac:spMkLst>
            <pc:docMk/>
            <pc:sldMk cId="267130995" sldId="677"/>
            <ac:spMk id="6" creationId="{00000000-0000-0000-0000-000000000000}"/>
          </ac:spMkLst>
        </pc:spChg>
        <pc:spChg chg="add">
          <ac:chgData name="Sophia BUI" userId="5388e7d4eb368e7c" providerId="LiveId" clId="{C4A25E55-FB24-45D4-AE07-AEEFA81CF592}" dt="2023-10-10T14:31:46.422" v="7180" actId="26606"/>
          <ac:spMkLst>
            <pc:docMk/>
            <pc:sldMk cId="267130995" sldId="677"/>
            <ac:spMk id="13" creationId="{5F637E18-EF26-4327-9077-7FFC67B98B96}"/>
          </ac:spMkLst>
        </pc:spChg>
        <pc:spChg chg="add">
          <ac:chgData name="Sophia BUI" userId="5388e7d4eb368e7c" providerId="LiveId" clId="{C4A25E55-FB24-45D4-AE07-AEEFA81CF592}" dt="2023-10-10T14:31:46.422" v="7180" actId="26606"/>
          <ac:spMkLst>
            <pc:docMk/>
            <pc:sldMk cId="267130995" sldId="677"/>
            <ac:spMk id="15" creationId="{3EED6667-6BE8-A2AB-422A-5A1D89727E35}"/>
          </ac:spMkLst>
        </pc:spChg>
        <pc:picChg chg="mod">
          <ac:chgData name="Sophia BUI" userId="5388e7d4eb368e7c" providerId="LiveId" clId="{C4A25E55-FB24-45D4-AE07-AEEFA81CF592}" dt="2023-10-16T14:41:14.790" v="7372" actId="14100"/>
          <ac:picMkLst>
            <pc:docMk/>
            <pc:sldMk cId="267130995" sldId="677"/>
            <ac:picMk id="4" creationId="{00000000-0000-0000-0000-000000000000}"/>
          </ac:picMkLst>
        </pc:picChg>
        <pc:picChg chg="mod">
          <ac:chgData name="Sophia BUI" userId="5388e7d4eb368e7c" providerId="LiveId" clId="{C4A25E55-FB24-45D4-AE07-AEEFA81CF592}" dt="2023-10-16T14:41:42.974" v="7376" actId="14100"/>
          <ac:picMkLst>
            <pc:docMk/>
            <pc:sldMk cId="267130995" sldId="677"/>
            <ac:picMk id="5" creationId="{00000000-0000-0000-0000-000000000000}"/>
          </ac:picMkLst>
        </pc:picChg>
        <pc:cxnChg chg="mod">
          <ac:chgData name="Sophia BUI" userId="5388e7d4eb368e7c" providerId="LiveId" clId="{C4A25E55-FB24-45D4-AE07-AEEFA81CF592}" dt="2023-10-16T14:41:23.997" v="7374" actId="14100"/>
          <ac:cxnSpMkLst>
            <pc:docMk/>
            <pc:sldMk cId="267130995" sldId="677"/>
            <ac:cxnSpMk id="8" creationId="{00000000-0000-0000-0000-000000000000}"/>
          </ac:cxnSpMkLst>
        </pc:cxnChg>
      </pc:sldChg>
      <pc:sldChg chg="addSp modSp add mod setBg">
        <pc:chgData name="Sophia BUI" userId="5388e7d4eb368e7c" providerId="LiveId" clId="{C4A25E55-FB24-45D4-AE07-AEEFA81CF592}" dt="2023-10-16T21:31:51.350" v="8247" actId="26606"/>
        <pc:sldMkLst>
          <pc:docMk/>
          <pc:sldMk cId="1789733949" sldId="678"/>
        </pc:sldMkLst>
        <pc:spChg chg="mod">
          <ac:chgData name="Sophia BUI" userId="5388e7d4eb368e7c" providerId="LiveId" clId="{C4A25E55-FB24-45D4-AE07-AEEFA81CF592}" dt="2023-10-16T21:31:51.350" v="8247" actId="26606"/>
          <ac:spMkLst>
            <pc:docMk/>
            <pc:sldMk cId="1789733949" sldId="678"/>
            <ac:spMk id="2" creationId="{00000000-0000-0000-0000-000000000000}"/>
          </ac:spMkLst>
        </pc:spChg>
        <pc:spChg chg="add">
          <ac:chgData name="Sophia BUI" userId="5388e7d4eb368e7c" providerId="LiveId" clId="{C4A25E55-FB24-45D4-AE07-AEEFA81CF592}" dt="2023-10-16T21:31:51.350" v="8247" actId="26606"/>
          <ac:spMkLst>
            <pc:docMk/>
            <pc:sldMk cId="1789733949" sldId="678"/>
            <ac:spMk id="9" creationId="{AC477752-ACCA-41C1-9B1D-D0CED1F9CBDD}"/>
          </ac:spMkLst>
        </pc:spChg>
        <pc:picChg chg="mod">
          <ac:chgData name="Sophia BUI" userId="5388e7d4eb368e7c" providerId="LiveId" clId="{C4A25E55-FB24-45D4-AE07-AEEFA81CF592}" dt="2023-10-16T21:31:51.350" v="8247" actId="26606"/>
          <ac:picMkLst>
            <pc:docMk/>
            <pc:sldMk cId="1789733949" sldId="678"/>
            <ac:picMk id="4" creationId="{00000000-0000-0000-0000-000000000000}"/>
          </ac:picMkLst>
        </pc:picChg>
      </pc:sldChg>
      <pc:sldChg chg="addSp delSp modSp add mod setBg">
        <pc:chgData name="Sophia BUI" userId="5388e7d4eb368e7c" providerId="LiveId" clId="{C4A25E55-FB24-45D4-AE07-AEEFA81CF592}" dt="2023-10-16T21:31:42.048" v="8246" actId="26606"/>
        <pc:sldMkLst>
          <pc:docMk/>
          <pc:sldMk cId="242276076" sldId="679"/>
        </pc:sldMkLst>
        <pc:spChg chg="mod">
          <ac:chgData name="Sophia BUI" userId="5388e7d4eb368e7c" providerId="LiveId" clId="{C4A25E55-FB24-45D4-AE07-AEEFA81CF592}" dt="2023-10-16T21:31:42.048" v="8246" actId="26606"/>
          <ac:spMkLst>
            <pc:docMk/>
            <pc:sldMk cId="242276076" sldId="679"/>
            <ac:spMk id="2" creationId="{00000000-0000-0000-0000-000000000000}"/>
          </ac:spMkLst>
        </pc:spChg>
        <pc:spChg chg="add del">
          <ac:chgData name="Sophia BUI" userId="5388e7d4eb368e7c" providerId="LiveId" clId="{C4A25E55-FB24-45D4-AE07-AEEFA81CF592}" dt="2023-10-16T21:31:42.047" v="8245" actId="26606"/>
          <ac:spMkLst>
            <pc:docMk/>
            <pc:sldMk cId="242276076" sldId="679"/>
            <ac:spMk id="10" creationId="{F0DCC097-1DB8-4B6D-85D0-6FBA0E1CA4BA}"/>
          </ac:spMkLst>
        </pc:spChg>
        <pc:spChg chg="add del">
          <ac:chgData name="Sophia BUI" userId="5388e7d4eb368e7c" providerId="LiveId" clId="{C4A25E55-FB24-45D4-AE07-AEEFA81CF592}" dt="2023-10-16T21:31:42.047" v="8245" actId="26606"/>
          <ac:spMkLst>
            <pc:docMk/>
            <pc:sldMk cId="242276076" sldId="679"/>
            <ac:spMk id="12" creationId="{E0B58608-23C8-4441-994D-C6823EEE1DB7}"/>
          </ac:spMkLst>
        </pc:spChg>
        <pc:spChg chg="add">
          <ac:chgData name="Sophia BUI" userId="5388e7d4eb368e7c" providerId="LiveId" clId="{C4A25E55-FB24-45D4-AE07-AEEFA81CF592}" dt="2023-10-16T21:31:42.048" v="8246" actId="26606"/>
          <ac:spMkLst>
            <pc:docMk/>
            <pc:sldMk cId="242276076" sldId="679"/>
            <ac:spMk id="14" creationId="{AC477752-ACCA-41C1-9B1D-D0CED1F9CBDD}"/>
          </ac:spMkLst>
        </pc:spChg>
        <pc:picChg chg="mod">
          <ac:chgData name="Sophia BUI" userId="5388e7d4eb368e7c" providerId="LiveId" clId="{C4A25E55-FB24-45D4-AE07-AEEFA81CF592}" dt="2023-10-16T21:31:42.048" v="8246" actId="26606"/>
          <ac:picMkLst>
            <pc:docMk/>
            <pc:sldMk cId="242276076" sldId="679"/>
            <ac:picMk id="5" creationId="{00000000-0000-0000-0000-000000000000}"/>
          </ac:picMkLst>
        </pc:picChg>
      </pc:sldChg>
      <pc:sldChg chg="addSp modSp add mod setBg">
        <pc:chgData name="Sophia BUI" userId="5388e7d4eb368e7c" providerId="LiveId" clId="{C4A25E55-FB24-45D4-AE07-AEEFA81CF592}" dt="2023-10-10T14:07:50.527" v="7124" actId="20577"/>
        <pc:sldMkLst>
          <pc:docMk/>
          <pc:sldMk cId="1054240606" sldId="694"/>
        </pc:sldMkLst>
        <pc:spChg chg="mod">
          <ac:chgData name="Sophia BUI" userId="5388e7d4eb368e7c" providerId="LiveId" clId="{C4A25E55-FB24-45D4-AE07-AEEFA81CF592}" dt="2023-10-09T22:58:36.617" v="4589" actId="26606"/>
          <ac:spMkLst>
            <pc:docMk/>
            <pc:sldMk cId="1054240606" sldId="694"/>
            <ac:spMk id="2" creationId="{00000000-0000-0000-0000-000000000000}"/>
          </ac:spMkLst>
        </pc:spChg>
        <pc:spChg chg="add">
          <ac:chgData name="Sophia BUI" userId="5388e7d4eb368e7c" providerId="LiveId" clId="{C4A25E55-FB24-45D4-AE07-AEEFA81CF592}" dt="2023-10-09T22:58:36.617" v="4589" actId="26606"/>
          <ac:spMkLst>
            <pc:docMk/>
            <pc:sldMk cId="1054240606" sldId="694"/>
            <ac:spMk id="9" creationId="{B50D074C-5457-4294-A181-6B67F41468B4}"/>
          </ac:spMkLst>
        </pc:spChg>
        <pc:spChg chg="add">
          <ac:chgData name="Sophia BUI" userId="5388e7d4eb368e7c" providerId="LiveId" clId="{C4A25E55-FB24-45D4-AE07-AEEFA81CF592}" dt="2023-10-09T22:58:36.617" v="4589" actId="26606"/>
          <ac:spMkLst>
            <pc:docMk/>
            <pc:sldMk cId="1054240606" sldId="694"/>
            <ac:spMk id="11" creationId="{F489C2E0-4895-4B72-85EA-7EE9FAFFDC7E}"/>
          </ac:spMkLst>
        </pc:spChg>
        <pc:graphicFrameChg chg="add mod modGraphic">
          <ac:chgData name="Sophia BUI" userId="5388e7d4eb368e7c" providerId="LiveId" clId="{C4A25E55-FB24-45D4-AE07-AEEFA81CF592}" dt="2023-10-10T14:07:50.527" v="7124" actId="20577"/>
          <ac:graphicFrameMkLst>
            <pc:docMk/>
            <pc:sldMk cId="1054240606" sldId="694"/>
            <ac:graphicFrameMk id="4" creationId="{00000000-0000-0000-0000-000000000000}"/>
          </ac:graphicFrameMkLst>
        </pc:graphicFrameChg>
      </pc:sldChg>
      <pc:sldChg chg="modSp add del mod">
        <pc:chgData name="Sophia BUI" userId="5388e7d4eb368e7c" providerId="LiveId" clId="{C4A25E55-FB24-45D4-AE07-AEEFA81CF592}" dt="2023-10-09T15:20:56.288" v="4430" actId="2696"/>
        <pc:sldMkLst>
          <pc:docMk/>
          <pc:sldMk cId="1535200159" sldId="694"/>
        </pc:sldMkLst>
        <pc:spChg chg="mod">
          <ac:chgData name="Sophia BUI" userId="5388e7d4eb368e7c" providerId="LiveId" clId="{C4A25E55-FB24-45D4-AE07-AEEFA81CF592}" dt="2023-10-09T14:33:44.173" v="2588" actId="20577"/>
          <ac:spMkLst>
            <pc:docMk/>
            <pc:sldMk cId="1535200159" sldId="694"/>
            <ac:spMk id="2" creationId="{00000000-0000-0000-0000-000000000000}"/>
          </ac:spMkLst>
        </pc:spChg>
        <pc:graphicFrameChg chg="mod modGraphic">
          <ac:chgData name="Sophia BUI" userId="5388e7d4eb368e7c" providerId="LiveId" clId="{C4A25E55-FB24-45D4-AE07-AEEFA81CF592}" dt="2023-10-09T14:50:38.799" v="2755" actId="120"/>
          <ac:graphicFrameMkLst>
            <pc:docMk/>
            <pc:sldMk cId="1535200159" sldId="694"/>
            <ac:graphicFrameMk id="4" creationId="{00000000-0000-0000-0000-000000000000}"/>
          </ac:graphicFrameMkLst>
        </pc:graphicFrameChg>
      </pc:sldChg>
      <pc:sldChg chg="addSp modSp add mod setBg">
        <pc:chgData name="Sophia BUI" userId="5388e7d4eb368e7c" providerId="LiveId" clId="{C4A25E55-FB24-45D4-AE07-AEEFA81CF592}" dt="2023-10-10T14:18:19.301" v="7165" actId="403"/>
        <pc:sldMkLst>
          <pc:docMk/>
          <pc:sldMk cId="1256951833" sldId="695"/>
        </pc:sldMkLst>
        <pc:spChg chg="mod">
          <ac:chgData name="Sophia BUI" userId="5388e7d4eb368e7c" providerId="LiveId" clId="{C4A25E55-FB24-45D4-AE07-AEEFA81CF592}" dt="2023-10-10T13:59:11.027" v="6924" actId="20577"/>
          <ac:spMkLst>
            <pc:docMk/>
            <pc:sldMk cId="1256951833" sldId="695"/>
            <ac:spMk id="2" creationId="{00000000-0000-0000-0000-000000000000}"/>
          </ac:spMkLst>
        </pc:spChg>
        <pc:spChg chg="add">
          <ac:chgData name="Sophia BUI" userId="5388e7d4eb368e7c" providerId="LiveId" clId="{C4A25E55-FB24-45D4-AE07-AEEFA81CF592}" dt="2023-10-09T22:58:25.626" v="4588" actId="26606"/>
          <ac:spMkLst>
            <pc:docMk/>
            <pc:sldMk cId="1256951833" sldId="695"/>
            <ac:spMk id="9" creationId="{B50D074C-5457-4294-A181-6B67F41468B4}"/>
          </ac:spMkLst>
        </pc:spChg>
        <pc:spChg chg="add">
          <ac:chgData name="Sophia BUI" userId="5388e7d4eb368e7c" providerId="LiveId" clId="{C4A25E55-FB24-45D4-AE07-AEEFA81CF592}" dt="2023-10-09T22:58:25.626" v="4588" actId="26606"/>
          <ac:spMkLst>
            <pc:docMk/>
            <pc:sldMk cId="1256951833" sldId="695"/>
            <ac:spMk id="11" creationId="{F489C2E0-4895-4B72-85EA-7EE9FAFFDC7E}"/>
          </ac:spMkLst>
        </pc:spChg>
        <pc:graphicFrameChg chg="add mod modGraphic">
          <ac:chgData name="Sophia BUI" userId="5388e7d4eb368e7c" providerId="LiveId" clId="{C4A25E55-FB24-45D4-AE07-AEEFA81CF592}" dt="2023-10-10T14:18:19.301" v="7165" actId="403"/>
          <ac:graphicFrameMkLst>
            <pc:docMk/>
            <pc:sldMk cId="1256951833" sldId="695"/>
            <ac:graphicFrameMk id="4" creationId="{00000000-0000-0000-0000-000000000000}"/>
          </ac:graphicFrameMkLst>
        </pc:graphicFrameChg>
      </pc:sldChg>
      <pc:sldChg chg="modSp add del mod">
        <pc:chgData name="Sophia BUI" userId="5388e7d4eb368e7c" providerId="LiveId" clId="{C4A25E55-FB24-45D4-AE07-AEEFA81CF592}" dt="2023-10-09T15:20:56.288" v="4430" actId="2696"/>
        <pc:sldMkLst>
          <pc:docMk/>
          <pc:sldMk cId="2833619289" sldId="695"/>
        </pc:sldMkLst>
        <pc:spChg chg="mod">
          <ac:chgData name="Sophia BUI" userId="5388e7d4eb368e7c" providerId="LiveId" clId="{C4A25E55-FB24-45D4-AE07-AEEFA81CF592}" dt="2023-10-09T14:32:31.662" v="2511" actId="14100"/>
          <ac:spMkLst>
            <pc:docMk/>
            <pc:sldMk cId="2833619289" sldId="695"/>
            <ac:spMk id="2" creationId="{00000000-0000-0000-0000-000000000000}"/>
          </ac:spMkLst>
        </pc:spChg>
        <pc:graphicFrameChg chg="modGraphic">
          <ac:chgData name="Sophia BUI" userId="5388e7d4eb368e7c" providerId="LiveId" clId="{C4A25E55-FB24-45D4-AE07-AEEFA81CF592}" dt="2023-10-09T14:42:28.770" v="2685" actId="120"/>
          <ac:graphicFrameMkLst>
            <pc:docMk/>
            <pc:sldMk cId="2833619289" sldId="695"/>
            <ac:graphicFrameMk id="4" creationId="{00000000-0000-0000-0000-000000000000}"/>
          </ac:graphicFrameMkLst>
        </pc:graphicFrameChg>
      </pc:sldChg>
      <pc:sldChg chg="modSp add del mod">
        <pc:chgData name="Sophia BUI" userId="5388e7d4eb368e7c" providerId="LiveId" clId="{C4A25E55-FB24-45D4-AE07-AEEFA81CF592}" dt="2023-10-09T15:20:56.288" v="4430" actId="2696"/>
        <pc:sldMkLst>
          <pc:docMk/>
          <pc:sldMk cId="1748400407" sldId="696"/>
        </pc:sldMkLst>
        <pc:spChg chg="mod">
          <ac:chgData name="Sophia BUI" userId="5388e7d4eb368e7c" providerId="LiveId" clId="{C4A25E55-FB24-45D4-AE07-AEEFA81CF592}" dt="2023-10-09T14:32:39.533" v="2512" actId="14100"/>
          <ac:spMkLst>
            <pc:docMk/>
            <pc:sldMk cId="1748400407" sldId="696"/>
            <ac:spMk id="2" creationId="{00000000-0000-0000-0000-000000000000}"/>
          </ac:spMkLst>
        </pc:spChg>
        <pc:graphicFrameChg chg="modGraphic">
          <ac:chgData name="Sophia BUI" userId="5388e7d4eb368e7c" providerId="LiveId" clId="{C4A25E55-FB24-45D4-AE07-AEEFA81CF592}" dt="2023-10-09T14:41:57.690" v="2682" actId="14734"/>
          <ac:graphicFrameMkLst>
            <pc:docMk/>
            <pc:sldMk cId="1748400407" sldId="696"/>
            <ac:graphicFrameMk id="4" creationId="{00000000-0000-0000-0000-000000000000}"/>
          </ac:graphicFrameMkLst>
        </pc:graphicFrameChg>
      </pc:sldChg>
      <pc:sldChg chg="addSp modSp add mod setBg">
        <pc:chgData name="Sophia BUI" userId="5388e7d4eb368e7c" providerId="LiveId" clId="{C4A25E55-FB24-45D4-AE07-AEEFA81CF592}" dt="2023-10-10T14:21:53.838" v="7172"/>
        <pc:sldMkLst>
          <pc:docMk/>
          <pc:sldMk cId="1888777383" sldId="696"/>
        </pc:sldMkLst>
        <pc:spChg chg="mod">
          <ac:chgData name="Sophia BUI" userId="5388e7d4eb368e7c" providerId="LiveId" clId="{C4A25E55-FB24-45D4-AE07-AEEFA81CF592}" dt="2023-10-10T13:59:23.228" v="6964" actId="20577"/>
          <ac:spMkLst>
            <pc:docMk/>
            <pc:sldMk cId="1888777383" sldId="696"/>
            <ac:spMk id="2" creationId="{00000000-0000-0000-0000-000000000000}"/>
          </ac:spMkLst>
        </pc:spChg>
        <pc:spChg chg="add">
          <ac:chgData name="Sophia BUI" userId="5388e7d4eb368e7c" providerId="LiveId" clId="{C4A25E55-FB24-45D4-AE07-AEEFA81CF592}" dt="2023-10-09T22:58:43.809" v="4590" actId="26606"/>
          <ac:spMkLst>
            <pc:docMk/>
            <pc:sldMk cId="1888777383" sldId="696"/>
            <ac:spMk id="9" creationId="{B50D074C-5457-4294-A181-6B67F41468B4}"/>
          </ac:spMkLst>
        </pc:spChg>
        <pc:spChg chg="add">
          <ac:chgData name="Sophia BUI" userId="5388e7d4eb368e7c" providerId="LiveId" clId="{C4A25E55-FB24-45D4-AE07-AEEFA81CF592}" dt="2023-10-09T22:58:43.809" v="4590" actId="26606"/>
          <ac:spMkLst>
            <pc:docMk/>
            <pc:sldMk cId="1888777383" sldId="696"/>
            <ac:spMk id="11" creationId="{F489C2E0-4895-4B72-85EA-7EE9FAFFDC7E}"/>
          </ac:spMkLst>
        </pc:spChg>
        <pc:graphicFrameChg chg="add mod modGraphic">
          <ac:chgData name="Sophia BUI" userId="5388e7d4eb368e7c" providerId="LiveId" clId="{C4A25E55-FB24-45D4-AE07-AEEFA81CF592}" dt="2023-10-10T14:21:53.838" v="7172"/>
          <ac:graphicFrameMkLst>
            <pc:docMk/>
            <pc:sldMk cId="1888777383" sldId="696"/>
            <ac:graphicFrameMk id="4" creationId="{00000000-0000-0000-0000-000000000000}"/>
          </ac:graphicFrameMkLst>
        </pc:graphicFrameChg>
      </pc:sldChg>
      <pc:sldChg chg="addSp modSp add mod setBg">
        <pc:chgData name="Sophia BUI" userId="5388e7d4eb368e7c" providerId="LiveId" clId="{C4A25E55-FB24-45D4-AE07-AEEFA81CF592}" dt="2023-10-10T14:19:26.165" v="7167"/>
        <pc:sldMkLst>
          <pc:docMk/>
          <pc:sldMk cId="1641959255" sldId="697"/>
        </pc:sldMkLst>
        <pc:spChg chg="mod">
          <ac:chgData name="Sophia BUI" userId="5388e7d4eb368e7c" providerId="LiveId" clId="{C4A25E55-FB24-45D4-AE07-AEEFA81CF592}" dt="2023-10-10T13:59:33.137" v="6972" actId="20577"/>
          <ac:spMkLst>
            <pc:docMk/>
            <pc:sldMk cId="1641959255" sldId="697"/>
            <ac:spMk id="2" creationId="{00000000-0000-0000-0000-000000000000}"/>
          </ac:spMkLst>
        </pc:spChg>
        <pc:spChg chg="add">
          <ac:chgData name="Sophia BUI" userId="5388e7d4eb368e7c" providerId="LiveId" clId="{C4A25E55-FB24-45D4-AE07-AEEFA81CF592}" dt="2023-10-09T22:58:57.225" v="4592" actId="26606"/>
          <ac:spMkLst>
            <pc:docMk/>
            <pc:sldMk cId="1641959255" sldId="697"/>
            <ac:spMk id="9" creationId="{B50D074C-5457-4294-A181-6B67F41468B4}"/>
          </ac:spMkLst>
        </pc:spChg>
        <pc:spChg chg="add">
          <ac:chgData name="Sophia BUI" userId="5388e7d4eb368e7c" providerId="LiveId" clId="{C4A25E55-FB24-45D4-AE07-AEEFA81CF592}" dt="2023-10-09T22:58:57.225" v="4592" actId="26606"/>
          <ac:spMkLst>
            <pc:docMk/>
            <pc:sldMk cId="1641959255" sldId="697"/>
            <ac:spMk id="11" creationId="{F489C2E0-4895-4B72-85EA-7EE9FAFFDC7E}"/>
          </ac:spMkLst>
        </pc:spChg>
        <pc:graphicFrameChg chg="add mod modGraphic">
          <ac:chgData name="Sophia BUI" userId="5388e7d4eb368e7c" providerId="LiveId" clId="{C4A25E55-FB24-45D4-AE07-AEEFA81CF592}" dt="2023-10-10T14:19:26.165" v="7167"/>
          <ac:graphicFrameMkLst>
            <pc:docMk/>
            <pc:sldMk cId="1641959255" sldId="697"/>
            <ac:graphicFrameMk id="4" creationId="{00000000-0000-0000-0000-000000000000}"/>
          </ac:graphicFrameMkLst>
        </pc:graphicFrameChg>
      </pc:sldChg>
      <pc:sldChg chg="modSp add del mod">
        <pc:chgData name="Sophia BUI" userId="5388e7d4eb368e7c" providerId="LiveId" clId="{C4A25E55-FB24-45D4-AE07-AEEFA81CF592}" dt="2023-10-09T15:20:56.288" v="4430" actId="2696"/>
        <pc:sldMkLst>
          <pc:docMk/>
          <pc:sldMk cId="3661889944" sldId="697"/>
        </pc:sldMkLst>
        <pc:spChg chg="mod">
          <ac:chgData name="Sophia BUI" userId="5388e7d4eb368e7c" providerId="LiveId" clId="{C4A25E55-FB24-45D4-AE07-AEEFA81CF592}" dt="2023-10-09T14:32:47.014" v="2513" actId="14100"/>
          <ac:spMkLst>
            <pc:docMk/>
            <pc:sldMk cId="3661889944" sldId="697"/>
            <ac:spMk id="2" creationId="{00000000-0000-0000-0000-000000000000}"/>
          </ac:spMkLst>
        </pc:spChg>
        <pc:graphicFrameChg chg="modGraphic">
          <ac:chgData name="Sophia BUI" userId="5388e7d4eb368e7c" providerId="LiveId" clId="{C4A25E55-FB24-45D4-AE07-AEEFA81CF592}" dt="2023-10-09T14:41:34.893" v="2680" actId="120"/>
          <ac:graphicFrameMkLst>
            <pc:docMk/>
            <pc:sldMk cId="3661889944" sldId="697"/>
            <ac:graphicFrameMk id="4" creationId="{00000000-0000-0000-0000-000000000000}"/>
          </ac:graphicFrameMkLst>
        </pc:graphicFrameChg>
      </pc:sldChg>
      <pc:sldChg chg="modSp add del mod">
        <pc:chgData name="Sophia BUI" userId="5388e7d4eb368e7c" providerId="LiveId" clId="{C4A25E55-FB24-45D4-AE07-AEEFA81CF592}" dt="2023-10-09T15:20:56.288" v="4430" actId="2696"/>
        <pc:sldMkLst>
          <pc:docMk/>
          <pc:sldMk cId="2906540611" sldId="698"/>
        </pc:sldMkLst>
        <pc:spChg chg="mod">
          <ac:chgData name="Sophia BUI" userId="5388e7d4eb368e7c" providerId="LiveId" clId="{C4A25E55-FB24-45D4-AE07-AEEFA81CF592}" dt="2023-10-09T14:32:53.631" v="2514" actId="14100"/>
          <ac:spMkLst>
            <pc:docMk/>
            <pc:sldMk cId="2906540611" sldId="698"/>
            <ac:spMk id="2" creationId="{00000000-0000-0000-0000-000000000000}"/>
          </ac:spMkLst>
        </pc:spChg>
        <pc:graphicFrameChg chg="modGraphic">
          <ac:chgData name="Sophia BUI" userId="5388e7d4eb368e7c" providerId="LiveId" clId="{C4A25E55-FB24-45D4-AE07-AEEFA81CF592}" dt="2023-10-09T14:40:51.750" v="2677" actId="120"/>
          <ac:graphicFrameMkLst>
            <pc:docMk/>
            <pc:sldMk cId="2906540611" sldId="698"/>
            <ac:graphicFrameMk id="4" creationId="{00000000-0000-0000-0000-000000000000}"/>
          </ac:graphicFrameMkLst>
        </pc:graphicFrameChg>
      </pc:sldChg>
      <pc:sldChg chg="addSp modSp add mod setBg">
        <pc:chgData name="Sophia BUI" userId="5388e7d4eb368e7c" providerId="LiveId" clId="{C4A25E55-FB24-45D4-AE07-AEEFA81CF592}" dt="2023-10-10T14:14:47.402" v="7145"/>
        <pc:sldMkLst>
          <pc:docMk/>
          <pc:sldMk cId="3790073736" sldId="698"/>
        </pc:sldMkLst>
        <pc:spChg chg="mod">
          <ac:chgData name="Sophia BUI" userId="5388e7d4eb368e7c" providerId="LiveId" clId="{C4A25E55-FB24-45D4-AE07-AEEFA81CF592}" dt="2023-10-10T13:59:44.514" v="7000" actId="14100"/>
          <ac:spMkLst>
            <pc:docMk/>
            <pc:sldMk cId="3790073736" sldId="698"/>
            <ac:spMk id="2" creationId="{00000000-0000-0000-0000-000000000000}"/>
          </ac:spMkLst>
        </pc:spChg>
        <pc:spChg chg="add">
          <ac:chgData name="Sophia BUI" userId="5388e7d4eb368e7c" providerId="LiveId" clId="{C4A25E55-FB24-45D4-AE07-AEEFA81CF592}" dt="2023-10-09T22:59:07.761" v="4593" actId="26606"/>
          <ac:spMkLst>
            <pc:docMk/>
            <pc:sldMk cId="3790073736" sldId="698"/>
            <ac:spMk id="9" creationId="{B50D074C-5457-4294-A181-6B67F41468B4}"/>
          </ac:spMkLst>
        </pc:spChg>
        <pc:spChg chg="add">
          <ac:chgData name="Sophia BUI" userId="5388e7d4eb368e7c" providerId="LiveId" clId="{C4A25E55-FB24-45D4-AE07-AEEFA81CF592}" dt="2023-10-09T22:59:07.761" v="4593" actId="26606"/>
          <ac:spMkLst>
            <pc:docMk/>
            <pc:sldMk cId="3790073736" sldId="698"/>
            <ac:spMk id="11" creationId="{F489C2E0-4895-4B72-85EA-7EE9FAFFDC7E}"/>
          </ac:spMkLst>
        </pc:spChg>
        <pc:graphicFrameChg chg="add mod modGraphic">
          <ac:chgData name="Sophia BUI" userId="5388e7d4eb368e7c" providerId="LiveId" clId="{C4A25E55-FB24-45D4-AE07-AEEFA81CF592}" dt="2023-10-10T14:14:47.402" v="7145"/>
          <ac:graphicFrameMkLst>
            <pc:docMk/>
            <pc:sldMk cId="3790073736" sldId="698"/>
            <ac:graphicFrameMk id="4" creationId="{00000000-0000-0000-0000-000000000000}"/>
          </ac:graphicFrameMkLst>
        </pc:graphicFrameChg>
      </pc:sldChg>
      <pc:sldChg chg="addSp delSp modSp add mod modTransition setBg modClrScheme chgLayout">
        <pc:chgData name="Sophia BUI" userId="5388e7d4eb368e7c" providerId="LiveId" clId="{C4A25E55-FB24-45D4-AE07-AEEFA81CF592}" dt="2023-10-09T23:02:07.057" v="4609" actId="26606"/>
        <pc:sldMkLst>
          <pc:docMk/>
          <pc:sldMk cId="3897718318" sldId="699"/>
        </pc:sldMkLst>
        <pc:spChg chg="add del mod ord">
          <ac:chgData name="Sophia BUI" userId="5388e7d4eb368e7c" providerId="LiveId" clId="{C4A25E55-FB24-45D4-AE07-AEEFA81CF592}" dt="2023-10-09T23:02:07.057" v="4609" actId="26606"/>
          <ac:spMkLst>
            <pc:docMk/>
            <pc:sldMk cId="3897718318" sldId="699"/>
            <ac:spMk id="2" creationId="{96713B1E-85D5-AA04-F3AE-AEBE35B6F107}"/>
          </ac:spMkLst>
        </pc:spChg>
        <pc:spChg chg="add del mod ord">
          <ac:chgData name="Sophia BUI" userId="5388e7d4eb368e7c" providerId="LiveId" clId="{C4A25E55-FB24-45D4-AE07-AEEFA81CF592}" dt="2023-10-09T14:39:21.250" v="2661" actId="478"/>
          <ac:spMkLst>
            <pc:docMk/>
            <pc:sldMk cId="3897718318" sldId="699"/>
            <ac:spMk id="3" creationId="{98803B5E-A306-00C5-D388-8CD9DB1119F7}"/>
          </ac:spMkLst>
        </pc:spChg>
        <pc:spChg chg="del">
          <ac:chgData name="Sophia BUI" userId="5388e7d4eb368e7c" providerId="LiveId" clId="{C4A25E55-FB24-45D4-AE07-AEEFA81CF592}" dt="2023-10-09T14:39:25.089" v="2662" actId="478"/>
          <ac:spMkLst>
            <pc:docMk/>
            <pc:sldMk cId="3897718318" sldId="699"/>
            <ac:spMk id="4" creationId="{00000000-0000-0000-0000-000000000000}"/>
          </ac:spMkLst>
        </pc:spChg>
        <pc:spChg chg="add del mod">
          <ac:chgData name="Sophia BUI" userId="5388e7d4eb368e7c" providerId="LiveId" clId="{C4A25E55-FB24-45D4-AE07-AEEFA81CF592}" dt="2023-10-09T14:38:43.183" v="2658" actId="478"/>
          <ac:spMkLst>
            <pc:docMk/>
            <pc:sldMk cId="3897718318" sldId="699"/>
            <ac:spMk id="6" creationId="{237F3663-25F5-992D-F5FE-0C060668EB60}"/>
          </ac:spMkLst>
        </pc:spChg>
        <pc:spChg chg="add del">
          <ac:chgData name="Sophia BUI" userId="5388e7d4eb368e7c" providerId="LiveId" clId="{C4A25E55-FB24-45D4-AE07-AEEFA81CF592}" dt="2023-10-09T23:02:07.057" v="4609" actId="26606"/>
          <ac:spMkLst>
            <pc:docMk/>
            <pc:sldMk cId="3897718318" sldId="699"/>
            <ac:spMk id="8" creationId="{3CE82FC2-F860-45B2-A3D6-C0687566A1B8}"/>
          </ac:spMkLst>
        </pc:spChg>
        <pc:spChg chg="add del">
          <ac:chgData name="Sophia BUI" userId="5388e7d4eb368e7c" providerId="LiveId" clId="{C4A25E55-FB24-45D4-AE07-AEEFA81CF592}" dt="2023-10-09T23:02:07.057" v="4609" actId="26606"/>
          <ac:spMkLst>
            <pc:docMk/>
            <pc:sldMk cId="3897718318" sldId="699"/>
            <ac:spMk id="10" creationId="{A23472F2-7233-DA19-F1F4-3A3567D88D6F}"/>
          </ac:spMkLst>
        </pc:spChg>
        <pc:spChg chg="add del">
          <ac:chgData name="Sophia BUI" userId="5388e7d4eb368e7c" providerId="LiveId" clId="{C4A25E55-FB24-45D4-AE07-AEEFA81CF592}" dt="2023-10-09T23:02:07.046" v="4608" actId="26606"/>
          <ac:spMkLst>
            <pc:docMk/>
            <pc:sldMk cId="3897718318" sldId="699"/>
            <ac:spMk id="15" creationId="{9B7AD9F6-8CE7-4299-8FC6-328F4DCD3FF9}"/>
          </ac:spMkLst>
        </pc:spChg>
        <pc:spChg chg="add del">
          <ac:chgData name="Sophia BUI" userId="5388e7d4eb368e7c" providerId="LiveId" clId="{C4A25E55-FB24-45D4-AE07-AEEFA81CF592}" dt="2023-10-09T23:02:07.046" v="4608" actId="26606"/>
          <ac:spMkLst>
            <pc:docMk/>
            <pc:sldMk cId="3897718318" sldId="699"/>
            <ac:spMk id="17" creationId="{F49775AF-8896-43EE-92C6-83497D6DC56F}"/>
          </ac:spMkLst>
        </pc:spChg>
        <pc:spChg chg="add">
          <ac:chgData name="Sophia BUI" userId="5388e7d4eb368e7c" providerId="LiveId" clId="{C4A25E55-FB24-45D4-AE07-AEEFA81CF592}" dt="2023-10-09T23:02:07.057" v="4609" actId="26606"/>
          <ac:spMkLst>
            <pc:docMk/>
            <pc:sldMk cId="3897718318" sldId="699"/>
            <ac:spMk id="19" creationId="{716D9361-A35A-4DC8-AAB9-04FD2D6FEE1D}"/>
          </ac:spMkLst>
        </pc:spChg>
        <pc:spChg chg="add">
          <ac:chgData name="Sophia BUI" userId="5388e7d4eb368e7c" providerId="LiveId" clId="{C4A25E55-FB24-45D4-AE07-AEEFA81CF592}" dt="2023-10-09T23:02:07.057" v="4609" actId="26606"/>
          <ac:spMkLst>
            <pc:docMk/>
            <pc:sldMk cId="3897718318" sldId="699"/>
            <ac:spMk id="20" creationId="{AC8EEB0F-BA72-49AC-956F-331B60FDE79E}"/>
          </ac:spMkLst>
        </pc:spChg>
        <pc:spChg chg="add">
          <ac:chgData name="Sophia BUI" userId="5388e7d4eb368e7c" providerId="LiveId" clId="{C4A25E55-FB24-45D4-AE07-AEEFA81CF592}" dt="2023-10-09T23:02:07.057" v="4609" actId="26606"/>
          <ac:spMkLst>
            <pc:docMk/>
            <pc:sldMk cId="3897718318" sldId="699"/>
            <ac:spMk id="21" creationId="{87FC31AD-FBB3-4219-A758-D6F7594A0A81}"/>
          </ac:spMkLst>
        </pc:spChg>
        <pc:spChg chg="add">
          <ac:chgData name="Sophia BUI" userId="5388e7d4eb368e7c" providerId="LiveId" clId="{C4A25E55-FB24-45D4-AE07-AEEFA81CF592}" dt="2023-10-09T23:02:07.057" v="4609" actId="26606"/>
          <ac:spMkLst>
            <pc:docMk/>
            <pc:sldMk cId="3897718318" sldId="699"/>
            <ac:spMk id="22" creationId="{1BE70332-ECAF-47BB-8C7B-BD049452F653}"/>
          </ac:spMkLst>
        </pc:spChg>
        <pc:picChg chg="add mod">
          <ac:chgData name="Sophia BUI" userId="5388e7d4eb368e7c" providerId="LiveId" clId="{C4A25E55-FB24-45D4-AE07-AEEFA81CF592}" dt="2023-10-09T23:02:07.057" v="4609" actId="26606"/>
          <ac:picMkLst>
            <pc:docMk/>
            <pc:sldMk cId="3897718318" sldId="699"/>
            <ac:picMk id="5" creationId="{C03275AD-CFF8-8506-94A0-ADBC57B6EC18}"/>
          </ac:picMkLst>
        </pc:picChg>
      </pc:sldChg>
      <pc:sldChg chg="addSp modSp add del mod">
        <pc:chgData name="Sophia BUI" userId="5388e7d4eb368e7c" providerId="LiveId" clId="{C4A25E55-FB24-45D4-AE07-AEEFA81CF592}" dt="2023-10-09T23:09:32.721" v="4920" actId="2696"/>
        <pc:sldMkLst>
          <pc:docMk/>
          <pc:sldMk cId="2077667841" sldId="700"/>
        </pc:sldMkLst>
        <pc:spChg chg="mod">
          <ac:chgData name="Sophia BUI" userId="5388e7d4eb368e7c" providerId="LiveId" clId="{C4A25E55-FB24-45D4-AE07-AEEFA81CF592}" dt="2023-10-09T15:23:57.491" v="4520" actId="27636"/>
          <ac:spMkLst>
            <pc:docMk/>
            <pc:sldMk cId="2077667841" sldId="700"/>
            <ac:spMk id="2" creationId="{E75976DE-E665-3F90-84C7-CAFC032C46AA}"/>
          </ac:spMkLst>
        </pc:spChg>
        <pc:spChg chg="mod">
          <ac:chgData name="Sophia BUI" userId="5388e7d4eb368e7c" providerId="LiveId" clId="{C4A25E55-FB24-45D4-AE07-AEEFA81CF592}" dt="2023-10-09T15:04:25.534" v="3012" actId="20577"/>
          <ac:spMkLst>
            <pc:docMk/>
            <pc:sldMk cId="2077667841" sldId="700"/>
            <ac:spMk id="3" creationId="{595E72A1-679F-D2B1-EF6D-4B6062F50812}"/>
          </ac:spMkLst>
        </pc:spChg>
        <pc:picChg chg="add mod">
          <ac:chgData name="Sophia BUI" userId="5388e7d4eb368e7c" providerId="LiveId" clId="{C4A25E55-FB24-45D4-AE07-AEEFA81CF592}" dt="2023-10-09T14:55:51.292" v="2898" actId="1076"/>
          <ac:picMkLst>
            <pc:docMk/>
            <pc:sldMk cId="2077667841" sldId="700"/>
            <ac:picMk id="5" creationId="{BD8AF023-F51E-B7FD-3650-6213F152122C}"/>
          </ac:picMkLst>
        </pc:picChg>
      </pc:sldChg>
      <pc:sldChg chg="addSp delSp modSp add mod">
        <pc:chgData name="Sophia BUI" userId="5388e7d4eb368e7c" providerId="LiveId" clId="{C4A25E55-FB24-45D4-AE07-AEEFA81CF592}" dt="2023-10-18T02:05:36.200" v="9959" actId="20577"/>
        <pc:sldMkLst>
          <pc:docMk/>
          <pc:sldMk cId="363297900" sldId="701"/>
        </pc:sldMkLst>
        <pc:spChg chg="mod">
          <ac:chgData name="Sophia BUI" userId="5388e7d4eb368e7c" providerId="LiveId" clId="{C4A25E55-FB24-45D4-AE07-AEEFA81CF592}" dt="2023-10-18T01:58:56.132" v="9877" actId="20577"/>
          <ac:spMkLst>
            <pc:docMk/>
            <pc:sldMk cId="363297900" sldId="701"/>
            <ac:spMk id="2" creationId="{3C8881F5-B84D-F242-95A9-141E2A849202}"/>
          </ac:spMkLst>
        </pc:spChg>
        <pc:spChg chg="del">
          <ac:chgData name="Sophia BUI" userId="5388e7d4eb368e7c" providerId="LiveId" clId="{C4A25E55-FB24-45D4-AE07-AEEFA81CF592}" dt="2023-10-18T01:59:02.142" v="9878" actId="3680"/>
          <ac:spMkLst>
            <pc:docMk/>
            <pc:sldMk cId="363297900" sldId="701"/>
            <ac:spMk id="6" creationId="{CF687752-3171-EDCF-3309-E0D7D38A2D5C}"/>
          </ac:spMkLst>
        </pc:spChg>
        <pc:graphicFrameChg chg="add mod ord modGraphic">
          <ac:chgData name="Sophia BUI" userId="5388e7d4eb368e7c" providerId="LiveId" clId="{C4A25E55-FB24-45D4-AE07-AEEFA81CF592}" dt="2023-10-18T02:05:36.200" v="9959" actId="20577"/>
          <ac:graphicFrameMkLst>
            <pc:docMk/>
            <pc:sldMk cId="363297900" sldId="701"/>
            <ac:graphicFrameMk id="3" creationId="{05C4268C-B0B5-4FD8-C7D2-70BDAAE2A025}"/>
          </ac:graphicFrameMkLst>
        </pc:graphicFrameChg>
      </pc:sldChg>
      <pc:sldChg chg="addSp delSp modSp add del mod ord setBg delDesignElem">
        <pc:chgData name="Sophia BUI" userId="5388e7d4eb368e7c" providerId="LiveId" clId="{C4A25E55-FB24-45D4-AE07-AEEFA81CF592}" dt="2023-10-11T11:19:56.070" v="7267" actId="2696"/>
        <pc:sldMkLst>
          <pc:docMk/>
          <pc:sldMk cId="698183691" sldId="701"/>
        </pc:sldMkLst>
        <pc:spChg chg="mod">
          <ac:chgData name="Sophia BUI" userId="5388e7d4eb368e7c" providerId="LiveId" clId="{C4A25E55-FB24-45D4-AE07-AEEFA81CF592}" dt="2023-10-10T12:52:27.063" v="5850" actId="20577"/>
          <ac:spMkLst>
            <pc:docMk/>
            <pc:sldMk cId="698183691" sldId="701"/>
            <ac:spMk id="2" creationId="{3C8881F5-B84D-F242-95A9-141E2A849202}"/>
          </ac:spMkLst>
        </pc:spChg>
        <pc:spChg chg="add mod">
          <ac:chgData name="Sophia BUI" userId="5388e7d4eb368e7c" providerId="LiveId" clId="{C4A25E55-FB24-45D4-AE07-AEEFA81CF592}" dt="2023-10-10T12:52:05.818" v="5849" actId="478"/>
          <ac:spMkLst>
            <pc:docMk/>
            <pc:sldMk cId="698183691" sldId="701"/>
            <ac:spMk id="6" creationId="{CF687752-3171-EDCF-3309-E0D7D38A2D5C}"/>
          </ac:spMkLst>
        </pc:spChg>
        <pc:spChg chg="add del">
          <ac:chgData name="Sophia BUI" userId="5388e7d4eb368e7c" providerId="LiveId" clId="{C4A25E55-FB24-45D4-AE07-AEEFA81CF592}" dt="2023-10-10T14:30:42.486" v="7178"/>
          <ac:spMkLst>
            <pc:docMk/>
            <pc:sldMk cId="698183691" sldId="701"/>
            <ac:spMk id="10" creationId="{5F637E18-EF26-4327-9077-7FFC67B98B96}"/>
          </ac:spMkLst>
        </pc:spChg>
        <pc:spChg chg="add del">
          <ac:chgData name="Sophia BUI" userId="5388e7d4eb368e7c" providerId="LiveId" clId="{C4A25E55-FB24-45D4-AE07-AEEFA81CF592}" dt="2023-10-10T14:30:42.486" v="7178"/>
          <ac:spMkLst>
            <pc:docMk/>
            <pc:sldMk cId="698183691" sldId="701"/>
            <ac:spMk id="12" creationId="{3EED6667-6BE8-A2AB-422A-5A1D89727E35}"/>
          </ac:spMkLst>
        </pc:spChg>
        <pc:graphicFrameChg chg="del mod modGraphic">
          <ac:chgData name="Sophia BUI" userId="5388e7d4eb368e7c" providerId="LiveId" clId="{C4A25E55-FB24-45D4-AE07-AEEFA81CF592}" dt="2023-10-10T12:52:05.818" v="5849" actId="478"/>
          <ac:graphicFrameMkLst>
            <pc:docMk/>
            <pc:sldMk cId="698183691" sldId="701"/>
            <ac:graphicFrameMk id="5" creationId="{943304E3-DEC1-081E-5CF8-783EEF4021A8}"/>
          </ac:graphicFrameMkLst>
        </pc:graphicFrameChg>
        <pc:picChg chg="add del mod">
          <ac:chgData name="Sophia BUI" userId="5388e7d4eb368e7c" providerId="LiveId" clId="{C4A25E55-FB24-45D4-AE07-AEEFA81CF592}" dt="2023-10-10T12:51:55.860" v="5845" actId="478"/>
          <ac:picMkLst>
            <pc:docMk/>
            <pc:sldMk cId="698183691" sldId="701"/>
            <ac:picMk id="3" creationId="{33B11595-0AFC-CD42-8EB8-E77267A4665E}"/>
          </ac:picMkLst>
        </pc:picChg>
      </pc:sldChg>
      <pc:sldChg chg="modSp add del mod">
        <pc:chgData name="Sophia BUI" userId="5388e7d4eb368e7c" providerId="LiveId" clId="{C4A25E55-FB24-45D4-AE07-AEEFA81CF592}" dt="2023-10-26T08:59:03.771" v="21490" actId="47"/>
        <pc:sldMkLst>
          <pc:docMk/>
          <pc:sldMk cId="15677997" sldId="702"/>
        </pc:sldMkLst>
        <pc:spChg chg="mod">
          <ac:chgData name="Sophia BUI" userId="5388e7d4eb368e7c" providerId="LiveId" clId="{C4A25E55-FB24-45D4-AE07-AEEFA81CF592}" dt="2023-10-09T22:56:46.543" v="4579"/>
          <ac:spMkLst>
            <pc:docMk/>
            <pc:sldMk cId="15677997" sldId="702"/>
            <ac:spMk id="2" creationId="{96713B1E-85D5-AA04-F3AE-AEBE35B6F107}"/>
          </ac:spMkLst>
        </pc:spChg>
      </pc:sldChg>
      <pc:sldChg chg="addSp delSp modSp add del mod">
        <pc:chgData name="Sophia BUI" userId="5388e7d4eb368e7c" providerId="LiveId" clId="{C4A25E55-FB24-45D4-AE07-AEEFA81CF592}" dt="2023-10-10T13:57:41.984" v="6884" actId="47"/>
        <pc:sldMkLst>
          <pc:docMk/>
          <pc:sldMk cId="244410189" sldId="703"/>
        </pc:sldMkLst>
        <pc:spChg chg="mod">
          <ac:chgData name="Sophia BUI" userId="5388e7d4eb368e7c" providerId="LiveId" clId="{C4A25E55-FB24-45D4-AE07-AEEFA81CF592}" dt="2023-10-10T13:25:21.006" v="6516" actId="20577"/>
          <ac:spMkLst>
            <pc:docMk/>
            <pc:sldMk cId="244410189" sldId="703"/>
            <ac:spMk id="2" creationId="{3C8881F5-B84D-F242-95A9-141E2A849202}"/>
          </ac:spMkLst>
        </pc:spChg>
        <pc:spChg chg="add mod">
          <ac:chgData name="Sophia BUI" userId="5388e7d4eb368e7c" providerId="LiveId" clId="{C4A25E55-FB24-45D4-AE07-AEEFA81CF592}" dt="2023-10-10T13:27:04.418" v="6579" actId="14100"/>
          <ac:spMkLst>
            <pc:docMk/>
            <pc:sldMk cId="244410189" sldId="703"/>
            <ac:spMk id="4" creationId="{0B407410-70A8-845F-0AC5-8ED116A9A7D9}"/>
          </ac:spMkLst>
        </pc:spChg>
        <pc:graphicFrameChg chg="del modGraphic">
          <ac:chgData name="Sophia BUI" userId="5388e7d4eb368e7c" providerId="LiveId" clId="{C4A25E55-FB24-45D4-AE07-AEEFA81CF592}" dt="2023-10-10T01:45:07.968" v="4983" actId="478"/>
          <ac:graphicFrameMkLst>
            <pc:docMk/>
            <pc:sldMk cId="244410189" sldId="703"/>
            <ac:graphicFrameMk id="5" creationId="{943304E3-DEC1-081E-5CF8-783EEF4021A8}"/>
          </ac:graphicFrameMkLst>
        </pc:graphicFrameChg>
        <pc:picChg chg="add mod">
          <ac:chgData name="Sophia BUI" userId="5388e7d4eb368e7c" providerId="LiveId" clId="{C4A25E55-FB24-45D4-AE07-AEEFA81CF592}" dt="2023-10-10T13:25:07.796" v="6495" actId="14100"/>
          <ac:picMkLst>
            <pc:docMk/>
            <pc:sldMk cId="244410189" sldId="703"/>
            <ac:picMk id="5" creationId="{6CE2ED96-7051-864C-D23C-1F715A180317}"/>
          </ac:picMkLst>
        </pc:picChg>
        <pc:picChg chg="add del mod">
          <ac:chgData name="Sophia BUI" userId="5388e7d4eb368e7c" providerId="LiveId" clId="{C4A25E55-FB24-45D4-AE07-AEEFA81CF592}" dt="2023-10-10T07:10:19.170" v="5724" actId="478"/>
          <ac:picMkLst>
            <pc:docMk/>
            <pc:sldMk cId="244410189" sldId="703"/>
            <ac:picMk id="9" creationId="{EDC25811-F607-295E-98D8-5C053E08AE92}"/>
          </ac:picMkLst>
        </pc:picChg>
        <pc:picChg chg="add del mod">
          <ac:chgData name="Sophia BUI" userId="5388e7d4eb368e7c" providerId="LiveId" clId="{C4A25E55-FB24-45D4-AE07-AEEFA81CF592}" dt="2023-10-10T13:23:12.879" v="6487" actId="478"/>
          <ac:picMkLst>
            <pc:docMk/>
            <pc:sldMk cId="244410189" sldId="703"/>
            <ac:picMk id="11" creationId="{A4FCAEFC-7774-4BC0-416F-4CB6482EF3EA}"/>
          </ac:picMkLst>
        </pc:picChg>
        <pc:picChg chg="add del mod">
          <ac:chgData name="Sophia BUI" userId="5388e7d4eb368e7c" providerId="LiveId" clId="{C4A25E55-FB24-45D4-AE07-AEEFA81CF592}" dt="2023-10-10T13:23:13.882" v="6488" actId="478"/>
          <ac:picMkLst>
            <pc:docMk/>
            <pc:sldMk cId="244410189" sldId="703"/>
            <ac:picMk id="13" creationId="{3BA3D4F2-AD4F-82D0-457A-68C47261CFA4}"/>
          </ac:picMkLst>
        </pc:picChg>
        <pc:picChg chg="add del mod">
          <ac:chgData name="Sophia BUI" userId="5388e7d4eb368e7c" providerId="LiveId" clId="{C4A25E55-FB24-45D4-AE07-AEEFA81CF592}" dt="2023-10-10T13:23:14.938" v="6489" actId="478"/>
          <ac:picMkLst>
            <pc:docMk/>
            <pc:sldMk cId="244410189" sldId="703"/>
            <ac:picMk id="15" creationId="{EB00AD9E-8F17-585D-B125-C35921972A4C}"/>
          </ac:picMkLst>
        </pc:picChg>
        <pc:picChg chg="add del mod">
          <ac:chgData name="Sophia BUI" userId="5388e7d4eb368e7c" providerId="LiveId" clId="{C4A25E55-FB24-45D4-AE07-AEEFA81CF592}" dt="2023-10-10T13:23:16.091" v="6490" actId="478"/>
          <ac:picMkLst>
            <pc:docMk/>
            <pc:sldMk cId="244410189" sldId="703"/>
            <ac:picMk id="17" creationId="{553E4C91-20D3-13A6-04B3-ECD4F29431D4}"/>
          </ac:picMkLst>
        </pc:picChg>
      </pc:sldChg>
      <pc:sldChg chg="addSp modSp add del mod delDesignElem">
        <pc:chgData name="Sophia BUI" userId="5388e7d4eb368e7c" providerId="LiveId" clId="{C4A25E55-FB24-45D4-AE07-AEEFA81CF592}" dt="2023-10-14T07:53:45.853" v="7366" actId="14100"/>
        <pc:sldMkLst>
          <pc:docMk/>
          <pc:sldMk cId="2950742502" sldId="704"/>
        </pc:sldMkLst>
        <pc:spChg chg="mod">
          <ac:chgData name="Sophia BUI" userId="5388e7d4eb368e7c" providerId="LiveId" clId="{C4A25E55-FB24-45D4-AE07-AEEFA81CF592}" dt="2023-10-14T07:52:51.827" v="7355" actId="6549"/>
          <ac:spMkLst>
            <pc:docMk/>
            <pc:sldMk cId="2950742502" sldId="704"/>
            <ac:spMk id="2" creationId="{3C8881F5-B84D-F242-95A9-141E2A849202}"/>
          </ac:spMkLst>
        </pc:spChg>
        <pc:spChg chg="mod">
          <ac:chgData name="Sophia BUI" userId="5388e7d4eb368e7c" providerId="LiveId" clId="{C4A25E55-FB24-45D4-AE07-AEEFA81CF592}" dt="2023-10-14T07:53:39.443" v="7365" actId="20577"/>
          <ac:spMkLst>
            <pc:docMk/>
            <pc:sldMk cId="2950742502" sldId="704"/>
            <ac:spMk id="6" creationId="{CF687752-3171-EDCF-3309-E0D7D38A2D5C}"/>
          </ac:spMkLst>
        </pc:spChg>
        <pc:picChg chg="add mod">
          <ac:chgData name="Sophia BUI" userId="5388e7d4eb368e7c" providerId="LiveId" clId="{C4A25E55-FB24-45D4-AE07-AEEFA81CF592}" dt="2023-10-14T07:53:45.853" v="7366" actId="14100"/>
          <ac:picMkLst>
            <pc:docMk/>
            <pc:sldMk cId="2950742502" sldId="704"/>
            <ac:picMk id="4" creationId="{37AB55F2-FF00-755E-E6A2-FDDA131E39EA}"/>
          </ac:picMkLst>
        </pc:picChg>
      </pc:sldChg>
      <pc:sldChg chg="delSp modSp add del mod">
        <pc:chgData name="Sophia BUI" userId="5388e7d4eb368e7c" providerId="LiveId" clId="{C4A25E55-FB24-45D4-AE07-AEEFA81CF592}" dt="2023-10-10T13:57:48.205" v="6885" actId="47"/>
        <pc:sldMkLst>
          <pc:docMk/>
          <pc:sldMk cId="3277985782" sldId="705"/>
        </pc:sldMkLst>
        <pc:spChg chg="mod">
          <ac:chgData name="Sophia BUI" userId="5388e7d4eb368e7c" providerId="LiveId" clId="{C4A25E55-FB24-45D4-AE07-AEEFA81CF592}" dt="2023-10-10T13:07:17.452" v="6289" actId="6549"/>
          <ac:spMkLst>
            <pc:docMk/>
            <pc:sldMk cId="3277985782" sldId="705"/>
            <ac:spMk id="2" creationId="{3C8881F5-B84D-F242-95A9-141E2A849202}"/>
          </ac:spMkLst>
        </pc:spChg>
        <pc:spChg chg="mod">
          <ac:chgData name="Sophia BUI" userId="5388e7d4eb368e7c" providerId="LiveId" clId="{C4A25E55-FB24-45D4-AE07-AEEFA81CF592}" dt="2023-10-10T13:07:50.323" v="6293" actId="14"/>
          <ac:spMkLst>
            <pc:docMk/>
            <pc:sldMk cId="3277985782" sldId="705"/>
            <ac:spMk id="6" creationId="{CF687752-3171-EDCF-3309-E0D7D38A2D5C}"/>
          </ac:spMkLst>
        </pc:spChg>
        <pc:picChg chg="del">
          <ac:chgData name="Sophia BUI" userId="5388e7d4eb368e7c" providerId="LiveId" clId="{C4A25E55-FB24-45D4-AE07-AEEFA81CF592}" dt="2023-10-10T13:07:26.306" v="6291" actId="478"/>
          <ac:picMkLst>
            <pc:docMk/>
            <pc:sldMk cId="3277985782" sldId="705"/>
            <ac:picMk id="4" creationId="{37AB55F2-FF00-755E-E6A2-FDDA131E39EA}"/>
          </ac:picMkLst>
        </pc:picChg>
      </pc:sldChg>
      <pc:sldChg chg="delSp modSp add del mod ord delDesignElem">
        <pc:chgData name="Sophia BUI" userId="5388e7d4eb368e7c" providerId="LiveId" clId="{C4A25E55-FB24-45D4-AE07-AEEFA81CF592}" dt="2023-10-16T16:06:16.460" v="8191" actId="2696"/>
        <pc:sldMkLst>
          <pc:docMk/>
          <pc:sldMk cId="3536864580" sldId="706"/>
        </pc:sldMkLst>
        <pc:spChg chg="mod">
          <ac:chgData name="Sophia BUI" userId="5388e7d4eb368e7c" providerId="LiveId" clId="{C4A25E55-FB24-45D4-AE07-AEEFA81CF592}" dt="2023-10-16T16:05:37.734" v="8188" actId="27636"/>
          <ac:spMkLst>
            <pc:docMk/>
            <pc:sldMk cId="3536864580" sldId="706"/>
            <ac:spMk id="4" creationId="{0B407410-70A8-845F-0AC5-8ED116A9A7D9}"/>
          </ac:spMkLst>
        </pc:spChg>
        <pc:picChg chg="del mod">
          <ac:chgData name="Sophia BUI" userId="5388e7d4eb368e7c" providerId="LiveId" clId="{C4A25E55-FB24-45D4-AE07-AEEFA81CF592}" dt="2023-10-16T16:01:11.939" v="8123" actId="21"/>
          <ac:picMkLst>
            <pc:docMk/>
            <pc:sldMk cId="3536864580" sldId="706"/>
            <ac:picMk id="11" creationId="{A4FCAEFC-7774-4BC0-416F-4CB6482EF3EA}"/>
          </ac:picMkLst>
        </pc:picChg>
        <pc:picChg chg="del mod">
          <ac:chgData name="Sophia BUI" userId="5388e7d4eb368e7c" providerId="LiveId" clId="{C4A25E55-FB24-45D4-AE07-AEEFA81CF592}" dt="2023-10-16T16:01:31.615" v="8129" actId="21"/>
          <ac:picMkLst>
            <pc:docMk/>
            <pc:sldMk cId="3536864580" sldId="706"/>
            <ac:picMk id="13" creationId="{3BA3D4F2-AD4F-82D0-457A-68C47261CFA4}"/>
          </ac:picMkLst>
        </pc:picChg>
        <pc:picChg chg="del mod">
          <ac:chgData name="Sophia BUI" userId="5388e7d4eb368e7c" providerId="LiveId" clId="{C4A25E55-FB24-45D4-AE07-AEEFA81CF592}" dt="2023-10-16T16:03:18.979" v="8166" actId="21"/>
          <ac:picMkLst>
            <pc:docMk/>
            <pc:sldMk cId="3536864580" sldId="706"/>
            <ac:picMk id="15" creationId="{EB00AD9E-8F17-585D-B125-C35921972A4C}"/>
          </ac:picMkLst>
        </pc:picChg>
        <pc:picChg chg="del mod">
          <ac:chgData name="Sophia BUI" userId="5388e7d4eb368e7c" providerId="LiveId" clId="{C4A25E55-FB24-45D4-AE07-AEEFA81CF592}" dt="2023-10-16T16:05:07.335" v="8183" actId="21"/>
          <ac:picMkLst>
            <pc:docMk/>
            <pc:sldMk cId="3536864580" sldId="706"/>
            <ac:picMk id="17" creationId="{553E4C91-20D3-13A6-04B3-ECD4F29431D4}"/>
          </ac:picMkLst>
        </pc:picChg>
      </pc:sldChg>
      <pc:sldChg chg="delSp modSp add del mod">
        <pc:chgData name="Sophia BUI" userId="5388e7d4eb368e7c" providerId="LiveId" clId="{C4A25E55-FB24-45D4-AE07-AEEFA81CF592}" dt="2023-10-10T13:57:48.205" v="6885" actId="47"/>
        <pc:sldMkLst>
          <pc:docMk/>
          <pc:sldMk cId="1979511362" sldId="707"/>
        </pc:sldMkLst>
        <pc:spChg chg="mod">
          <ac:chgData name="Sophia BUI" userId="5388e7d4eb368e7c" providerId="LiveId" clId="{C4A25E55-FB24-45D4-AE07-AEEFA81CF592}" dt="2023-10-10T13:38:24.376" v="6589" actId="6549"/>
          <ac:spMkLst>
            <pc:docMk/>
            <pc:sldMk cId="1979511362" sldId="707"/>
            <ac:spMk id="2" creationId="{3C8881F5-B84D-F242-95A9-141E2A849202}"/>
          </ac:spMkLst>
        </pc:spChg>
        <pc:spChg chg="mod">
          <ac:chgData name="Sophia BUI" userId="5388e7d4eb368e7c" providerId="LiveId" clId="{C4A25E55-FB24-45D4-AE07-AEEFA81CF592}" dt="2023-10-10T13:50:09.192" v="6785" actId="27636"/>
          <ac:spMkLst>
            <pc:docMk/>
            <pc:sldMk cId="1979511362" sldId="707"/>
            <ac:spMk id="6" creationId="{CF687752-3171-EDCF-3309-E0D7D38A2D5C}"/>
          </ac:spMkLst>
        </pc:spChg>
        <pc:picChg chg="del">
          <ac:chgData name="Sophia BUI" userId="5388e7d4eb368e7c" providerId="LiveId" clId="{C4A25E55-FB24-45D4-AE07-AEEFA81CF592}" dt="2023-10-10T13:38:31.649" v="6590" actId="478"/>
          <ac:picMkLst>
            <pc:docMk/>
            <pc:sldMk cId="1979511362" sldId="707"/>
            <ac:picMk id="4" creationId="{37AB55F2-FF00-755E-E6A2-FDDA131E39EA}"/>
          </ac:picMkLst>
        </pc:picChg>
      </pc:sldChg>
      <pc:sldChg chg="modSp add del mod">
        <pc:chgData name="Sophia BUI" userId="5388e7d4eb368e7c" providerId="LiveId" clId="{C4A25E55-FB24-45D4-AE07-AEEFA81CF592}" dt="2023-10-10T13:57:48.205" v="6885" actId="47"/>
        <pc:sldMkLst>
          <pc:docMk/>
          <pc:sldMk cId="4067579927" sldId="708"/>
        </pc:sldMkLst>
        <pc:spChg chg="mod">
          <ac:chgData name="Sophia BUI" userId="5388e7d4eb368e7c" providerId="LiveId" clId="{C4A25E55-FB24-45D4-AE07-AEEFA81CF592}" dt="2023-10-10T13:39:55.725" v="6681" actId="20577"/>
          <ac:spMkLst>
            <pc:docMk/>
            <pc:sldMk cId="4067579927" sldId="708"/>
            <ac:spMk id="2" creationId="{3C8881F5-B84D-F242-95A9-141E2A849202}"/>
          </ac:spMkLst>
        </pc:spChg>
        <pc:spChg chg="mod">
          <ac:chgData name="Sophia BUI" userId="5388e7d4eb368e7c" providerId="LiveId" clId="{C4A25E55-FB24-45D4-AE07-AEEFA81CF592}" dt="2023-10-10T13:40:09.070" v="6682" actId="6549"/>
          <ac:spMkLst>
            <pc:docMk/>
            <pc:sldMk cId="4067579927" sldId="708"/>
            <ac:spMk id="6" creationId="{CF687752-3171-EDCF-3309-E0D7D38A2D5C}"/>
          </ac:spMkLst>
        </pc:spChg>
      </pc:sldChg>
      <pc:sldChg chg="modSp add del mod">
        <pc:chgData name="Sophia BUI" userId="5388e7d4eb368e7c" providerId="LiveId" clId="{C4A25E55-FB24-45D4-AE07-AEEFA81CF592}" dt="2023-10-10T13:57:48.205" v="6885" actId="47"/>
        <pc:sldMkLst>
          <pc:docMk/>
          <pc:sldMk cId="3637450654" sldId="709"/>
        </pc:sldMkLst>
        <pc:spChg chg="mod">
          <ac:chgData name="Sophia BUI" userId="5388e7d4eb368e7c" providerId="LiveId" clId="{C4A25E55-FB24-45D4-AE07-AEEFA81CF592}" dt="2023-10-10T13:52:11.013" v="6832" actId="6549"/>
          <ac:spMkLst>
            <pc:docMk/>
            <pc:sldMk cId="3637450654" sldId="709"/>
            <ac:spMk id="2" creationId="{3C8881F5-B84D-F242-95A9-141E2A849202}"/>
          </ac:spMkLst>
        </pc:spChg>
      </pc:sldChg>
      <pc:sldChg chg="delSp modSp add del mod setBg delDesignElem">
        <pc:chgData name="Sophia BUI" userId="5388e7d4eb368e7c" providerId="LiveId" clId="{C4A25E55-FB24-45D4-AE07-AEEFA81CF592}" dt="2023-10-11T11:19:56.070" v="7267" actId="2696"/>
        <pc:sldMkLst>
          <pc:docMk/>
          <pc:sldMk cId="24497788" sldId="712"/>
        </pc:sldMkLst>
        <pc:spChg chg="mod">
          <ac:chgData name="Sophia BUI" userId="5388e7d4eb368e7c" providerId="LiveId" clId="{C4A25E55-FB24-45D4-AE07-AEEFA81CF592}" dt="2023-10-10T14:30:52.068" v="7179" actId="207"/>
          <ac:spMkLst>
            <pc:docMk/>
            <pc:sldMk cId="24497788" sldId="712"/>
            <ac:spMk id="6" creationId="{CF687752-3171-EDCF-3309-E0D7D38A2D5C}"/>
          </ac:spMkLst>
        </pc:spChg>
        <pc:spChg chg="del">
          <ac:chgData name="Sophia BUI" userId="5388e7d4eb368e7c" providerId="LiveId" clId="{C4A25E55-FB24-45D4-AE07-AEEFA81CF592}" dt="2023-10-10T14:30:42.486" v="7178"/>
          <ac:spMkLst>
            <pc:docMk/>
            <pc:sldMk cId="24497788" sldId="712"/>
            <ac:spMk id="10" creationId="{5F637E18-EF26-4327-9077-7FFC67B98B96}"/>
          </ac:spMkLst>
        </pc:spChg>
        <pc:spChg chg="del">
          <ac:chgData name="Sophia BUI" userId="5388e7d4eb368e7c" providerId="LiveId" clId="{C4A25E55-FB24-45D4-AE07-AEEFA81CF592}" dt="2023-10-10T14:30:42.486" v="7178"/>
          <ac:spMkLst>
            <pc:docMk/>
            <pc:sldMk cId="24497788" sldId="712"/>
            <ac:spMk id="12" creationId="{3EED6667-6BE8-A2AB-422A-5A1D89727E35}"/>
          </ac:spMkLst>
        </pc:spChg>
      </pc:sldChg>
      <pc:sldChg chg="add">
        <pc:chgData name="Sophia BUI" userId="5388e7d4eb368e7c" providerId="LiveId" clId="{C4A25E55-FB24-45D4-AE07-AEEFA81CF592}" dt="2023-10-11T11:20:04.869" v="7268"/>
        <pc:sldMkLst>
          <pc:docMk/>
          <pc:sldMk cId="4273247519" sldId="712"/>
        </pc:sldMkLst>
      </pc:sldChg>
      <pc:sldChg chg="addSp delSp modSp add mod">
        <pc:chgData name="Sophia BUI" userId="5388e7d4eb368e7c" providerId="LiveId" clId="{C4A25E55-FB24-45D4-AE07-AEEFA81CF592}" dt="2023-10-19T22:48:35.899" v="13266" actId="478"/>
        <pc:sldMkLst>
          <pc:docMk/>
          <pc:sldMk cId="2726085771" sldId="713"/>
        </pc:sldMkLst>
        <pc:spChg chg="mod">
          <ac:chgData name="Sophia BUI" userId="5388e7d4eb368e7c" providerId="LiveId" clId="{C4A25E55-FB24-45D4-AE07-AEEFA81CF592}" dt="2023-10-16T14:40:54.908" v="7368" actId="26606"/>
          <ac:spMkLst>
            <pc:docMk/>
            <pc:sldMk cId="2726085771" sldId="713"/>
            <ac:spMk id="2" creationId="{00000000-0000-0000-0000-000000000000}"/>
          </ac:spMkLst>
        </pc:spChg>
        <pc:spChg chg="del mod ord">
          <ac:chgData name="Sophia BUI" userId="5388e7d4eb368e7c" providerId="LiveId" clId="{C4A25E55-FB24-45D4-AE07-AEEFA81CF592}" dt="2023-10-19T22:48:35.899" v="13266" actId="478"/>
          <ac:spMkLst>
            <pc:docMk/>
            <pc:sldMk cId="2726085771" sldId="713"/>
            <ac:spMk id="11" creationId="{12983600-206F-07CF-3876-9B636B8C02A2}"/>
          </ac:spMkLst>
        </pc:spChg>
        <pc:spChg chg="del">
          <ac:chgData name="Sophia BUI" userId="5388e7d4eb368e7c" providerId="LiveId" clId="{C4A25E55-FB24-45D4-AE07-AEEFA81CF592}" dt="2023-10-10T14:38:35.674" v="7236" actId="26606"/>
          <ac:spMkLst>
            <pc:docMk/>
            <pc:sldMk cId="2726085771" sldId="713"/>
            <ac:spMk id="14" creationId="{CEF6118E-44FB-4509-B4D9-129052E4C6EE}"/>
          </ac:spMkLst>
        </pc:spChg>
        <pc:spChg chg="add del">
          <ac:chgData name="Sophia BUI" userId="5388e7d4eb368e7c" providerId="LiveId" clId="{C4A25E55-FB24-45D4-AE07-AEEFA81CF592}" dt="2023-10-10T14:38:56.421" v="7237" actId="26606"/>
          <ac:spMkLst>
            <pc:docMk/>
            <pc:sldMk cId="2726085771" sldId="713"/>
            <ac:spMk id="19" creationId="{A51A0227-072A-4F5F-928C-E2C3E5CCD10C}"/>
          </ac:spMkLst>
        </pc:spChg>
        <pc:spChg chg="add del">
          <ac:chgData name="Sophia BUI" userId="5388e7d4eb368e7c" providerId="LiveId" clId="{C4A25E55-FB24-45D4-AE07-AEEFA81CF592}" dt="2023-10-10T14:38:56.421" v="7237" actId="26606"/>
          <ac:spMkLst>
            <pc:docMk/>
            <pc:sldMk cId="2726085771" sldId="713"/>
            <ac:spMk id="21" creationId="{35D99776-4B38-47DF-A302-11AD9AF87ACA}"/>
          </ac:spMkLst>
        </pc:spChg>
        <pc:spChg chg="add del">
          <ac:chgData name="Sophia BUI" userId="5388e7d4eb368e7c" providerId="LiveId" clId="{C4A25E55-FB24-45D4-AE07-AEEFA81CF592}" dt="2023-10-10T14:40:53.101" v="7250" actId="26606"/>
          <ac:spMkLst>
            <pc:docMk/>
            <pc:sldMk cId="2726085771" sldId="713"/>
            <ac:spMk id="26" creationId="{04695F26-39DB-450E-B464-9C76CD233B36}"/>
          </ac:spMkLst>
        </pc:spChg>
        <pc:spChg chg="add del">
          <ac:chgData name="Sophia BUI" userId="5388e7d4eb368e7c" providerId="LiveId" clId="{C4A25E55-FB24-45D4-AE07-AEEFA81CF592}" dt="2023-10-10T14:40:53.101" v="7250" actId="26606"/>
          <ac:spMkLst>
            <pc:docMk/>
            <pc:sldMk cId="2726085771" sldId="713"/>
            <ac:spMk id="28" creationId="{2F42E55F-A297-474F-AF2D-6D3A15822BCA}"/>
          </ac:spMkLst>
        </pc:spChg>
        <pc:spChg chg="add del">
          <ac:chgData name="Sophia BUI" userId="5388e7d4eb368e7c" providerId="LiveId" clId="{C4A25E55-FB24-45D4-AE07-AEEFA81CF592}" dt="2023-10-10T14:40:53.093" v="7249" actId="26606"/>
          <ac:spMkLst>
            <pc:docMk/>
            <pc:sldMk cId="2726085771" sldId="713"/>
            <ac:spMk id="39" creationId="{861AF017-741B-4CC0-B7C2-C9B94E5B81FF}"/>
          </ac:spMkLst>
        </pc:spChg>
        <pc:spChg chg="add del">
          <ac:chgData name="Sophia BUI" userId="5388e7d4eb368e7c" providerId="LiveId" clId="{C4A25E55-FB24-45D4-AE07-AEEFA81CF592}" dt="2023-10-10T14:40:53.093" v="7249" actId="26606"/>
          <ac:spMkLst>
            <pc:docMk/>
            <pc:sldMk cId="2726085771" sldId="713"/>
            <ac:spMk id="45" creationId="{5FC9E5C3-B8DC-4532-8C1F-4D5331C64C08}"/>
          </ac:spMkLst>
        </pc:spChg>
        <pc:spChg chg="add del">
          <ac:chgData name="Sophia BUI" userId="5388e7d4eb368e7c" providerId="LiveId" clId="{C4A25E55-FB24-45D4-AE07-AEEFA81CF592}" dt="2023-10-16T14:40:54.908" v="7368" actId="26606"/>
          <ac:spMkLst>
            <pc:docMk/>
            <pc:sldMk cId="2726085771" sldId="713"/>
            <ac:spMk id="47" creationId="{69D47016-023F-44BD-981C-50E7A10A6609}"/>
          </ac:spMkLst>
        </pc:spChg>
        <pc:spChg chg="add del">
          <ac:chgData name="Sophia BUI" userId="5388e7d4eb368e7c" providerId="LiveId" clId="{C4A25E55-FB24-45D4-AE07-AEEFA81CF592}" dt="2023-10-16T14:40:54.908" v="7368" actId="26606"/>
          <ac:spMkLst>
            <pc:docMk/>
            <pc:sldMk cId="2726085771" sldId="713"/>
            <ac:spMk id="48" creationId="{6D8B37B0-0682-433E-BC8D-498C04ABD9A7}"/>
          </ac:spMkLst>
        </pc:spChg>
        <pc:spChg chg="add">
          <ac:chgData name="Sophia BUI" userId="5388e7d4eb368e7c" providerId="LiveId" clId="{C4A25E55-FB24-45D4-AE07-AEEFA81CF592}" dt="2023-10-16T14:40:54.908" v="7368" actId="26606"/>
          <ac:spMkLst>
            <pc:docMk/>
            <pc:sldMk cId="2726085771" sldId="713"/>
            <ac:spMk id="53" creationId="{8761DDFE-071F-4200-B0AA-394476C2D2D6}"/>
          </ac:spMkLst>
        </pc:spChg>
        <pc:grpChg chg="add del">
          <ac:chgData name="Sophia BUI" userId="5388e7d4eb368e7c" providerId="LiveId" clId="{C4A25E55-FB24-45D4-AE07-AEEFA81CF592}" dt="2023-10-10T14:40:53.101" v="7250" actId="26606"/>
          <ac:grpSpMkLst>
            <pc:docMk/>
            <pc:sldMk cId="2726085771" sldId="713"/>
            <ac:grpSpMk id="30" creationId="{972070F7-E065-4D60-8938-9FB8CDB8ACB0}"/>
          </ac:grpSpMkLst>
        </pc:grpChg>
        <pc:grpChg chg="add del">
          <ac:chgData name="Sophia BUI" userId="5388e7d4eb368e7c" providerId="LiveId" clId="{C4A25E55-FB24-45D4-AE07-AEEFA81CF592}" dt="2023-10-10T14:40:53.093" v="7249" actId="26606"/>
          <ac:grpSpMkLst>
            <pc:docMk/>
            <pc:sldMk cId="2726085771" sldId="713"/>
            <ac:grpSpMk id="41" creationId="{D2A542E6-1924-4FE2-89D1-3CB19468C1F6}"/>
          </ac:grpSpMkLst>
        </pc:grpChg>
        <pc:picChg chg="add mod">
          <ac:chgData name="Sophia BUI" userId="5388e7d4eb368e7c" providerId="LiveId" clId="{C4A25E55-FB24-45D4-AE07-AEEFA81CF592}" dt="2023-10-16T14:40:54.908" v="7368" actId="26606"/>
          <ac:picMkLst>
            <pc:docMk/>
            <pc:sldMk cId="2726085771" sldId="713"/>
            <ac:picMk id="3" creationId="{DB4B3263-1898-F94D-1226-EA5E00A51AEF}"/>
          </ac:picMkLst>
        </pc:picChg>
        <pc:picChg chg="del">
          <ac:chgData name="Sophia BUI" userId="5388e7d4eb368e7c" providerId="LiveId" clId="{C4A25E55-FB24-45D4-AE07-AEEFA81CF592}" dt="2023-10-10T14:36:31.164" v="7200" actId="478"/>
          <ac:picMkLst>
            <pc:docMk/>
            <pc:sldMk cId="2726085771" sldId="713"/>
            <ac:picMk id="4" creationId="{00000000-0000-0000-0000-000000000000}"/>
          </ac:picMkLst>
        </pc:picChg>
        <pc:picChg chg="add mod">
          <ac:chgData name="Sophia BUI" userId="5388e7d4eb368e7c" providerId="LiveId" clId="{C4A25E55-FB24-45D4-AE07-AEEFA81CF592}" dt="2023-10-16T14:40:54.908" v="7368" actId="26606"/>
          <ac:picMkLst>
            <pc:docMk/>
            <pc:sldMk cId="2726085771" sldId="713"/>
            <ac:picMk id="5" creationId="{85BD99D1-A8FF-2EEB-CB4A-F533E175EF00}"/>
          </ac:picMkLst>
        </pc:picChg>
        <pc:picChg chg="del">
          <ac:chgData name="Sophia BUI" userId="5388e7d4eb368e7c" providerId="LiveId" clId="{C4A25E55-FB24-45D4-AE07-AEEFA81CF592}" dt="2023-10-10T14:36:32.100" v="7201" actId="478"/>
          <ac:picMkLst>
            <pc:docMk/>
            <pc:sldMk cId="2726085771" sldId="713"/>
            <ac:picMk id="7" creationId="{00000000-0000-0000-0000-000000000000}"/>
          </ac:picMkLst>
        </pc:picChg>
      </pc:sldChg>
      <pc:sldChg chg="addSp delSp modSp new del mod modClrScheme chgLayout">
        <pc:chgData name="Sophia BUI" userId="5388e7d4eb368e7c" providerId="LiveId" clId="{C4A25E55-FB24-45D4-AE07-AEEFA81CF592}" dt="2023-10-19T14:25:59.405" v="13236" actId="2696"/>
        <pc:sldMkLst>
          <pc:docMk/>
          <pc:sldMk cId="869834640" sldId="714"/>
        </pc:sldMkLst>
        <pc:spChg chg="del mod ord">
          <ac:chgData name="Sophia BUI" userId="5388e7d4eb368e7c" providerId="LiveId" clId="{C4A25E55-FB24-45D4-AE07-AEEFA81CF592}" dt="2023-10-14T07:47:04.785" v="7270" actId="700"/>
          <ac:spMkLst>
            <pc:docMk/>
            <pc:sldMk cId="869834640" sldId="714"/>
            <ac:spMk id="2" creationId="{686079A4-1A59-FCEA-881D-B4D44F85D74A}"/>
          </ac:spMkLst>
        </pc:spChg>
        <pc:spChg chg="del mod ord">
          <ac:chgData name="Sophia BUI" userId="5388e7d4eb368e7c" providerId="LiveId" clId="{C4A25E55-FB24-45D4-AE07-AEEFA81CF592}" dt="2023-10-14T07:47:04.785" v="7270" actId="700"/>
          <ac:spMkLst>
            <pc:docMk/>
            <pc:sldMk cId="869834640" sldId="714"/>
            <ac:spMk id="3" creationId="{0D92AEFE-CFCA-675B-E78B-EA4F327C4224}"/>
          </ac:spMkLst>
        </pc:spChg>
        <pc:spChg chg="add mod ord">
          <ac:chgData name="Sophia BUI" userId="5388e7d4eb368e7c" providerId="LiveId" clId="{C4A25E55-FB24-45D4-AE07-AEEFA81CF592}" dt="2023-10-14T07:47:10.173" v="7294" actId="20577"/>
          <ac:spMkLst>
            <pc:docMk/>
            <pc:sldMk cId="869834640" sldId="714"/>
            <ac:spMk id="4" creationId="{903D05E5-7F32-EEC8-5044-6AD59912203B}"/>
          </ac:spMkLst>
        </pc:spChg>
        <pc:spChg chg="add mod ord">
          <ac:chgData name="Sophia BUI" userId="5388e7d4eb368e7c" providerId="LiveId" clId="{C4A25E55-FB24-45D4-AE07-AEEFA81CF592}" dt="2023-10-14T07:47:04.785" v="7270" actId="700"/>
          <ac:spMkLst>
            <pc:docMk/>
            <pc:sldMk cId="869834640" sldId="714"/>
            <ac:spMk id="5" creationId="{29C70166-B29B-BC01-6A33-0F68166606A5}"/>
          </ac:spMkLst>
        </pc:spChg>
      </pc:sldChg>
      <pc:sldChg chg="addSp delSp modSp mod">
        <pc:chgData name="Sophia BUI" userId="5388e7d4eb368e7c" providerId="LiveId" clId="{C4A25E55-FB24-45D4-AE07-AEEFA81CF592}" dt="2023-10-19T14:28:30.521" v="13244" actId="14100"/>
        <pc:sldMkLst>
          <pc:docMk/>
          <pc:sldMk cId="1707955718" sldId="717"/>
        </pc:sldMkLst>
        <pc:spChg chg="mod">
          <ac:chgData name="Sophia BUI" userId="5388e7d4eb368e7c" providerId="LiveId" clId="{C4A25E55-FB24-45D4-AE07-AEEFA81CF592}" dt="2023-10-19T14:28:20.715" v="13242" actId="1076"/>
          <ac:spMkLst>
            <pc:docMk/>
            <pc:sldMk cId="1707955718" sldId="717"/>
            <ac:spMk id="7" creationId="{00000000-0000-0000-0000-000000000000}"/>
          </ac:spMkLst>
        </pc:spChg>
        <pc:spChg chg="add del mod">
          <ac:chgData name="Sophia BUI" userId="5388e7d4eb368e7c" providerId="LiveId" clId="{C4A25E55-FB24-45D4-AE07-AEEFA81CF592}" dt="2023-10-16T14:48:24.445" v="7386" actId="22"/>
          <ac:spMkLst>
            <pc:docMk/>
            <pc:sldMk cId="1707955718" sldId="717"/>
            <ac:spMk id="9" creationId="{1FBF58C2-DCB8-4C05-EAED-2F8014388A62}"/>
          </ac:spMkLst>
        </pc:spChg>
        <pc:picChg chg="del mod">
          <ac:chgData name="Sophia BUI" userId="5388e7d4eb368e7c" providerId="LiveId" clId="{C4A25E55-FB24-45D4-AE07-AEEFA81CF592}" dt="2023-10-16T14:47:47.120" v="7383" actId="478"/>
          <ac:picMkLst>
            <pc:docMk/>
            <pc:sldMk cId="1707955718" sldId="717"/>
            <ac:picMk id="4" creationId="{00000000-0000-0000-0000-000000000000}"/>
          </ac:picMkLst>
        </pc:picChg>
        <pc:picChg chg="add mod">
          <ac:chgData name="Sophia BUI" userId="5388e7d4eb368e7c" providerId="LiveId" clId="{C4A25E55-FB24-45D4-AE07-AEEFA81CF592}" dt="2023-10-19T14:28:30.521" v="13244" actId="14100"/>
          <ac:picMkLst>
            <pc:docMk/>
            <pc:sldMk cId="1707955718" sldId="717"/>
            <ac:picMk id="6" creationId="{38B23395-BF95-85FC-FD88-3DF4A72AB6F0}"/>
          </ac:picMkLst>
        </pc:picChg>
        <pc:picChg chg="add mod ord">
          <ac:chgData name="Sophia BUI" userId="5388e7d4eb368e7c" providerId="LiveId" clId="{C4A25E55-FB24-45D4-AE07-AEEFA81CF592}" dt="2023-10-16T14:48:24.445" v="7386" actId="22"/>
          <ac:picMkLst>
            <pc:docMk/>
            <pc:sldMk cId="1707955718" sldId="717"/>
            <ac:picMk id="11" creationId="{107D1B65-0155-9F96-782A-2A7185697B5C}"/>
          </ac:picMkLst>
        </pc:picChg>
        <pc:picChg chg="del">
          <ac:chgData name="Sophia BUI" userId="5388e7d4eb368e7c" providerId="LiveId" clId="{C4A25E55-FB24-45D4-AE07-AEEFA81CF592}" dt="2023-10-16T14:46:17.636" v="7377" actId="478"/>
          <ac:picMkLst>
            <pc:docMk/>
            <pc:sldMk cId="1707955718" sldId="717"/>
            <ac:picMk id="14" creationId="{00000000-0000-0000-0000-000000000000}"/>
          </ac:picMkLst>
        </pc:picChg>
      </pc:sldChg>
      <pc:sldChg chg="addSp delSp modSp mod">
        <pc:chgData name="Sophia BUI" userId="5388e7d4eb368e7c" providerId="LiveId" clId="{C4A25E55-FB24-45D4-AE07-AEEFA81CF592}" dt="2023-10-16T21:53:00.865" v="8757" actId="1076"/>
        <pc:sldMkLst>
          <pc:docMk/>
          <pc:sldMk cId="909508031" sldId="720"/>
        </pc:sldMkLst>
        <pc:spChg chg="mod">
          <ac:chgData name="Sophia BUI" userId="5388e7d4eb368e7c" providerId="LiveId" clId="{C4A25E55-FB24-45D4-AE07-AEEFA81CF592}" dt="2023-10-16T15:00:51.037" v="7488" actId="1076"/>
          <ac:spMkLst>
            <pc:docMk/>
            <pc:sldMk cId="909508031" sldId="720"/>
            <ac:spMk id="3" creationId="{00000000-0000-0000-0000-000000000000}"/>
          </ac:spMkLst>
        </pc:spChg>
        <pc:spChg chg="mod">
          <ac:chgData name="Sophia BUI" userId="5388e7d4eb368e7c" providerId="LiveId" clId="{C4A25E55-FB24-45D4-AE07-AEEFA81CF592}" dt="2023-10-16T21:52:54.079" v="8755" actId="1076"/>
          <ac:spMkLst>
            <pc:docMk/>
            <pc:sldMk cId="909508031" sldId="720"/>
            <ac:spMk id="5" creationId="{00000000-0000-0000-0000-000000000000}"/>
          </ac:spMkLst>
        </pc:spChg>
        <pc:picChg chg="add mod">
          <ac:chgData name="Sophia BUI" userId="5388e7d4eb368e7c" providerId="LiveId" clId="{C4A25E55-FB24-45D4-AE07-AEEFA81CF592}" dt="2023-10-16T21:52:58.504" v="8756" actId="1076"/>
          <ac:picMkLst>
            <pc:docMk/>
            <pc:sldMk cId="909508031" sldId="720"/>
            <ac:picMk id="6" creationId="{54C06D95-4DE9-0B37-8697-BC40E91F8FB0}"/>
          </ac:picMkLst>
        </pc:picChg>
        <pc:picChg chg="del mod">
          <ac:chgData name="Sophia BUI" userId="5388e7d4eb368e7c" providerId="LiveId" clId="{C4A25E55-FB24-45D4-AE07-AEEFA81CF592}" dt="2023-10-16T14:58:18.811" v="7475" actId="478"/>
          <ac:picMkLst>
            <pc:docMk/>
            <pc:sldMk cId="909508031" sldId="720"/>
            <ac:picMk id="7" creationId="{00000000-0000-0000-0000-000000000000}"/>
          </ac:picMkLst>
        </pc:picChg>
        <pc:picChg chg="del mod">
          <ac:chgData name="Sophia BUI" userId="5388e7d4eb368e7c" providerId="LiveId" clId="{C4A25E55-FB24-45D4-AE07-AEEFA81CF592}" dt="2023-10-16T14:57:58.556" v="7471" actId="478"/>
          <ac:picMkLst>
            <pc:docMk/>
            <pc:sldMk cId="909508031" sldId="720"/>
            <ac:picMk id="9" creationId="{00000000-0000-0000-0000-000000000000}"/>
          </ac:picMkLst>
        </pc:picChg>
        <pc:picChg chg="add mod">
          <ac:chgData name="Sophia BUI" userId="5388e7d4eb368e7c" providerId="LiveId" clId="{C4A25E55-FB24-45D4-AE07-AEEFA81CF592}" dt="2023-10-16T21:53:00.865" v="8757" actId="1076"/>
          <ac:picMkLst>
            <pc:docMk/>
            <pc:sldMk cId="909508031" sldId="720"/>
            <ac:picMk id="10" creationId="{D1C69299-F21D-D4F8-77A5-951FF015A9B3}"/>
          </ac:picMkLst>
        </pc:picChg>
        <pc:picChg chg="add mod">
          <ac:chgData name="Sophia BUI" userId="5388e7d4eb368e7c" providerId="LiveId" clId="{C4A25E55-FB24-45D4-AE07-AEEFA81CF592}" dt="2023-10-16T21:52:47.616" v="8754" actId="1076"/>
          <ac:picMkLst>
            <pc:docMk/>
            <pc:sldMk cId="909508031" sldId="720"/>
            <ac:picMk id="12" creationId="{3D1E5C9D-466A-9EF9-3DA4-919EF18FD3D6}"/>
          </ac:picMkLst>
        </pc:picChg>
        <pc:picChg chg="del">
          <ac:chgData name="Sophia BUI" userId="5388e7d4eb368e7c" providerId="LiveId" clId="{C4A25E55-FB24-45D4-AE07-AEEFA81CF592}" dt="2023-10-16T15:00:00.696" v="7480" actId="478"/>
          <ac:picMkLst>
            <pc:docMk/>
            <pc:sldMk cId="909508031" sldId="720"/>
            <ac:picMk id="15" creationId="{00000000-0000-0000-0000-000000000000}"/>
          </ac:picMkLst>
        </pc:picChg>
      </pc:sldChg>
      <pc:sldChg chg="addSp delSp modSp mod">
        <pc:chgData name="Sophia BUI" userId="5388e7d4eb368e7c" providerId="LiveId" clId="{C4A25E55-FB24-45D4-AE07-AEEFA81CF592}" dt="2023-10-19T14:28:54.146" v="13248" actId="14100"/>
        <pc:sldMkLst>
          <pc:docMk/>
          <pc:sldMk cId="3009146904" sldId="721"/>
        </pc:sldMkLst>
        <pc:spChg chg="mod">
          <ac:chgData name="Sophia BUI" userId="5388e7d4eb368e7c" providerId="LiveId" clId="{C4A25E55-FB24-45D4-AE07-AEEFA81CF592}" dt="2023-10-16T15:12:44.538" v="7545" actId="27636"/>
          <ac:spMkLst>
            <pc:docMk/>
            <pc:sldMk cId="3009146904" sldId="721"/>
            <ac:spMk id="3" creationId="{00000000-0000-0000-0000-000000000000}"/>
          </ac:spMkLst>
        </pc:spChg>
        <pc:spChg chg="del">
          <ac:chgData name="Sophia BUI" userId="5388e7d4eb368e7c" providerId="LiveId" clId="{C4A25E55-FB24-45D4-AE07-AEEFA81CF592}" dt="2023-10-16T14:55:58.683" v="7463" actId="478"/>
          <ac:spMkLst>
            <pc:docMk/>
            <pc:sldMk cId="3009146904" sldId="721"/>
            <ac:spMk id="5" creationId="{00000000-0000-0000-0000-000000000000}"/>
          </ac:spMkLst>
        </pc:spChg>
        <pc:spChg chg="del">
          <ac:chgData name="Sophia BUI" userId="5388e7d4eb368e7c" providerId="LiveId" clId="{C4A25E55-FB24-45D4-AE07-AEEFA81CF592}" dt="2023-10-16T14:55:12.241" v="7459" actId="478"/>
          <ac:spMkLst>
            <pc:docMk/>
            <pc:sldMk cId="3009146904" sldId="721"/>
            <ac:spMk id="6" creationId="{00000000-0000-0000-0000-000000000000}"/>
          </ac:spMkLst>
        </pc:spChg>
        <pc:spChg chg="add mod">
          <ac:chgData name="Sophia BUI" userId="5388e7d4eb368e7c" providerId="LiveId" clId="{C4A25E55-FB24-45D4-AE07-AEEFA81CF592}" dt="2023-10-19T14:28:42.850" v="13245" actId="14100"/>
          <ac:spMkLst>
            <pc:docMk/>
            <pc:sldMk cId="3009146904" sldId="721"/>
            <ac:spMk id="9" creationId="{A610CB6C-8795-0D46-650D-426ABF921AC0}"/>
          </ac:spMkLst>
        </pc:spChg>
        <pc:picChg chg="del">
          <ac:chgData name="Sophia BUI" userId="5388e7d4eb368e7c" providerId="LiveId" clId="{C4A25E55-FB24-45D4-AE07-AEEFA81CF592}" dt="2023-10-16T14:54:56.119" v="7456" actId="478"/>
          <ac:picMkLst>
            <pc:docMk/>
            <pc:sldMk cId="3009146904" sldId="721"/>
            <ac:picMk id="4" creationId="{00000000-0000-0000-0000-000000000000}"/>
          </ac:picMkLst>
        </pc:picChg>
        <pc:picChg chg="add mod">
          <ac:chgData name="Sophia BUI" userId="5388e7d4eb368e7c" providerId="LiveId" clId="{C4A25E55-FB24-45D4-AE07-AEEFA81CF592}" dt="2023-10-19T14:28:54.146" v="13248" actId="14100"/>
          <ac:picMkLst>
            <pc:docMk/>
            <pc:sldMk cId="3009146904" sldId="721"/>
            <ac:picMk id="5" creationId="{6C196D6A-C852-A6AE-AC33-F8A059674BC7}"/>
          </ac:picMkLst>
        </pc:picChg>
        <pc:picChg chg="add mod">
          <ac:chgData name="Sophia BUI" userId="5388e7d4eb368e7c" providerId="LiveId" clId="{C4A25E55-FB24-45D4-AE07-AEEFA81CF592}" dt="2023-10-16T15:12:29.598" v="7539" actId="1076"/>
          <ac:picMkLst>
            <pc:docMk/>
            <pc:sldMk cId="3009146904" sldId="721"/>
            <ac:picMk id="8" creationId="{24CD3194-0CDD-7C9B-B419-D89E68E5AA45}"/>
          </ac:picMkLst>
        </pc:picChg>
      </pc:sldChg>
      <pc:sldChg chg="addSp delSp modSp mod">
        <pc:chgData name="Sophia BUI" userId="5388e7d4eb368e7c" providerId="LiveId" clId="{C4A25E55-FB24-45D4-AE07-AEEFA81CF592}" dt="2023-10-16T15:04:45.841" v="7509" actId="1076"/>
        <pc:sldMkLst>
          <pc:docMk/>
          <pc:sldMk cId="4061416458" sldId="722"/>
        </pc:sldMkLst>
        <pc:spChg chg="add del mod">
          <ac:chgData name="Sophia BUI" userId="5388e7d4eb368e7c" providerId="LiveId" clId="{C4A25E55-FB24-45D4-AE07-AEEFA81CF592}" dt="2023-10-16T15:01:55.976" v="7492" actId="478"/>
          <ac:spMkLst>
            <pc:docMk/>
            <pc:sldMk cId="4061416458" sldId="722"/>
            <ac:spMk id="6" creationId="{DDF1F4C6-32DE-B753-C146-5FAC59CB335E}"/>
          </ac:spMkLst>
        </pc:spChg>
        <pc:picChg chg="add mod">
          <ac:chgData name="Sophia BUI" userId="5388e7d4eb368e7c" providerId="LiveId" clId="{C4A25E55-FB24-45D4-AE07-AEEFA81CF592}" dt="2023-10-16T15:04:45.841" v="7509" actId="1076"/>
          <ac:picMkLst>
            <pc:docMk/>
            <pc:sldMk cId="4061416458" sldId="722"/>
            <ac:picMk id="7" creationId="{01DC24FF-8FF7-AD66-0230-11B2349CFAC0}"/>
          </ac:picMkLst>
        </pc:picChg>
        <pc:picChg chg="del">
          <ac:chgData name="Sophia BUI" userId="5388e7d4eb368e7c" providerId="LiveId" clId="{C4A25E55-FB24-45D4-AE07-AEEFA81CF592}" dt="2023-10-16T15:01:52.928" v="7491" actId="478"/>
          <ac:picMkLst>
            <pc:docMk/>
            <pc:sldMk cId="4061416458" sldId="722"/>
            <ac:picMk id="8" creationId="{00000000-0000-0000-0000-000000000000}"/>
          </ac:picMkLst>
        </pc:picChg>
        <pc:picChg chg="del">
          <ac:chgData name="Sophia BUI" userId="5388e7d4eb368e7c" providerId="LiveId" clId="{C4A25E55-FB24-45D4-AE07-AEEFA81CF592}" dt="2023-10-16T15:03:49.447" v="7503" actId="478"/>
          <ac:picMkLst>
            <pc:docMk/>
            <pc:sldMk cId="4061416458" sldId="722"/>
            <ac:picMk id="9" creationId="{00000000-0000-0000-0000-000000000000}"/>
          </ac:picMkLst>
        </pc:picChg>
        <pc:picChg chg="del">
          <ac:chgData name="Sophia BUI" userId="5388e7d4eb368e7c" providerId="LiveId" clId="{C4A25E55-FB24-45D4-AE07-AEEFA81CF592}" dt="2023-10-16T15:02:09.342" v="7495" actId="478"/>
          <ac:picMkLst>
            <pc:docMk/>
            <pc:sldMk cId="4061416458" sldId="722"/>
            <ac:picMk id="10" creationId="{00000000-0000-0000-0000-000000000000}"/>
          </ac:picMkLst>
        </pc:picChg>
        <pc:picChg chg="add mod">
          <ac:chgData name="Sophia BUI" userId="5388e7d4eb368e7c" providerId="LiveId" clId="{C4A25E55-FB24-45D4-AE07-AEEFA81CF592}" dt="2023-10-16T15:04:41.427" v="7507" actId="1076"/>
          <ac:picMkLst>
            <pc:docMk/>
            <pc:sldMk cId="4061416458" sldId="722"/>
            <ac:picMk id="12" creationId="{0F60C029-7AA0-2A21-7E1B-1F7DFBD3EA48}"/>
          </ac:picMkLst>
        </pc:picChg>
        <pc:picChg chg="add mod">
          <ac:chgData name="Sophia BUI" userId="5388e7d4eb368e7c" providerId="LiveId" clId="{C4A25E55-FB24-45D4-AE07-AEEFA81CF592}" dt="2023-10-16T15:04:35.972" v="7506" actId="1076"/>
          <ac:picMkLst>
            <pc:docMk/>
            <pc:sldMk cId="4061416458" sldId="722"/>
            <ac:picMk id="14" creationId="{987C1CE9-8AFF-0356-9A6C-1DFF86409110}"/>
          </ac:picMkLst>
        </pc:picChg>
      </pc:sldChg>
      <pc:sldChg chg="addSp delSp modSp mod">
        <pc:chgData name="Sophia BUI" userId="5388e7d4eb368e7c" providerId="LiveId" clId="{C4A25E55-FB24-45D4-AE07-AEEFA81CF592}" dt="2023-10-16T15:07:29.745" v="7520" actId="1076"/>
        <pc:sldMkLst>
          <pc:docMk/>
          <pc:sldMk cId="1890251864" sldId="723"/>
        </pc:sldMkLst>
        <pc:spChg chg="add del mod">
          <ac:chgData name="Sophia BUI" userId="5388e7d4eb368e7c" providerId="LiveId" clId="{C4A25E55-FB24-45D4-AE07-AEEFA81CF592}" dt="2023-10-16T15:05:33.314" v="7511" actId="478"/>
          <ac:spMkLst>
            <pc:docMk/>
            <pc:sldMk cId="1890251864" sldId="723"/>
            <ac:spMk id="9" creationId="{A0E93285-F56E-7C72-B3E9-AE0AF293E7FD}"/>
          </ac:spMkLst>
        </pc:spChg>
        <pc:picChg chg="del">
          <ac:chgData name="Sophia BUI" userId="5388e7d4eb368e7c" providerId="LiveId" clId="{C4A25E55-FB24-45D4-AE07-AEEFA81CF592}" dt="2023-10-16T15:06:03.681" v="7513" actId="478"/>
          <ac:picMkLst>
            <pc:docMk/>
            <pc:sldMk cId="1890251864" sldId="723"/>
            <ac:picMk id="4" creationId="{00000000-0000-0000-0000-000000000000}"/>
          </ac:picMkLst>
        </pc:picChg>
        <pc:picChg chg="del">
          <ac:chgData name="Sophia BUI" userId="5388e7d4eb368e7c" providerId="LiveId" clId="{C4A25E55-FB24-45D4-AE07-AEEFA81CF592}" dt="2023-10-16T15:06:25.404" v="7517" actId="478"/>
          <ac:picMkLst>
            <pc:docMk/>
            <pc:sldMk cId="1890251864" sldId="723"/>
            <ac:picMk id="6" creationId="{00000000-0000-0000-0000-000000000000}"/>
          </ac:picMkLst>
        </pc:picChg>
        <pc:picChg chg="del">
          <ac:chgData name="Sophia BUI" userId="5388e7d4eb368e7c" providerId="LiveId" clId="{C4A25E55-FB24-45D4-AE07-AEEFA81CF592}" dt="2023-10-16T15:05:28.323" v="7510" actId="478"/>
          <ac:picMkLst>
            <pc:docMk/>
            <pc:sldMk cId="1890251864" sldId="723"/>
            <ac:picMk id="8" creationId="{00000000-0000-0000-0000-000000000000}"/>
          </ac:picMkLst>
        </pc:picChg>
        <pc:picChg chg="add mod">
          <ac:chgData name="Sophia BUI" userId="5388e7d4eb368e7c" providerId="LiveId" clId="{C4A25E55-FB24-45D4-AE07-AEEFA81CF592}" dt="2023-10-16T15:05:34.244" v="7512"/>
          <ac:picMkLst>
            <pc:docMk/>
            <pc:sldMk cId="1890251864" sldId="723"/>
            <ac:picMk id="10" creationId="{12B4877C-35CD-376D-C015-63B6030FFADE}"/>
          </ac:picMkLst>
        </pc:picChg>
        <pc:picChg chg="add mod">
          <ac:chgData name="Sophia BUI" userId="5388e7d4eb368e7c" providerId="LiveId" clId="{C4A25E55-FB24-45D4-AE07-AEEFA81CF592}" dt="2023-10-16T15:06:16.035" v="7516" actId="1076"/>
          <ac:picMkLst>
            <pc:docMk/>
            <pc:sldMk cId="1890251864" sldId="723"/>
            <ac:picMk id="12" creationId="{9E486220-ECAD-8E0F-B139-351F0F3A91AD}"/>
          </ac:picMkLst>
        </pc:picChg>
        <pc:picChg chg="add mod">
          <ac:chgData name="Sophia BUI" userId="5388e7d4eb368e7c" providerId="LiveId" clId="{C4A25E55-FB24-45D4-AE07-AEEFA81CF592}" dt="2023-10-16T15:07:29.745" v="7520" actId="1076"/>
          <ac:picMkLst>
            <pc:docMk/>
            <pc:sldMk cId="1890251864" sldId="723"/>
            <ac:picMk id="14" creationId="{F6A191FD-4973-F8DF-5A9E-87DDFDD4208A}"/>
          </ac:picMkLst>
        </pc:picChg>
      </pc:sldChg>
      <pc:sldChg chg="del">
        <pc:chgData name="Sophia BUI" userId="5388e7d4eb368e7c" providerId="LiveId" clId="{C4A25E55-FB24-45D4-AE07-AEEFA81CF592}" dt="2023-10-17T01:40:06.174" v="9790" actId="2696"/>
        <pc:sldMkLst>
          <pc:docMk/>
          <pc:sldMk cId="2963968559" sldId="724"/>
        </pc:sldMkLst>
      </pc:sldChg>
      <pc:sldChg chg="addSp delSp modSp mod">
        <pc:chgData name="Sophia BUI" userId="5388e7d4eb368e7c" providerId="LiveId" clId="{C4A25E55-FB24-45D4-AE07-AEEFA81CF592}" dt="2023-10-17T01:41:37.888" v="9801" actId="478"/>
        <pc:sldMkLst>
          <pc:docMk/>
          <pc:sldMk cId="700836537" sldId="725"/>
        </pc:sldMkLst>
        <pc:spChg chg="del">
          <ac:chgData name="Sophia BUI" userId="5388e7d4eb368e7c" providerId="LiveId" clId="{C4A25E55-FB24-45D4-AE07-AEEFA81CF592}" dt="2023-10-17T01:41:37.888" v="9801" actId="478"/>
          <ac:spMkLst>
            <pc:docMk/>
            <pc:sldMk cId="700836537" sldId="725"/>
            <ac:spMk id="6" creationId="{00000000-0000-0000-0000-000000000000}"/>
          </ac:spMkLst>
        </pc:spChg>
        <pc:picChg chg="add mod">
          <ac:chgData name="Sophia BUI" userId="5388e7d4eb368e7c" providerId="LiveId" clId="{C4A25E55-FB24-45D4-AE07-AEEFA81CF592}" dt="2023-10-17T01:41:34.501" v="9800" actId="14100"/>
          <ac:picMkLst>
            <pc:docMk/>
            <pc:sldMk cId="700836537" sldId="725"/>
            <ac:picMk id="7" creationId="{2943ED07-ACA8-A785-1E68-1D8E966F33DB}"/>
          </ac:picMkLst>
        </pc:picChg>
      </pc:sldChg>
      <pc:sldChg chg="addSp modSp mod ord">
        <pc:chgData name="Sophia BUI" userId="5388e7d4eb368e7c" providerId="LiveId" clId="{C4A25E55-FB24-45D4-AE07-AEEFA81CF592}" dt="2023-10-17T01:41:00.333" v="9796" actId="14100"/>
        <pc:sldMkLst>
          <pc:docMk/>
          <pc:sldMk cId="1158019689" sldId="726"/>
        </pc:sldMkLst>
        <pc:picChg chg="add mod">
          <ac:chgData name="Sophia BUI" userId="5388e7d4eb368e7c" providerId="LiveId" clId="{C4A25E55-FB24-45D4-AE07-AEEFA81CF592}" dt="2023-10-17T01:41:00.333" v="9796" actId="14100"/>
          <ac:picMkLst>
            <pc:docMk/>
            <pc:sldMk cId="1158019689" sldId="726"/>
            <ac:picMk id="6" creationId="{BC4BED7D-BC62-9E5E-9DBD-AEFC6DA64A93}"/>
          </ac:picMkLst>
        </pc:picChg>
      </pc:sldChg>
      <pc:sldChg chg="addSp modSp mod">
        <pc:chgData name="Sophia BUI" userId="5388e7d4eb368e7c" providerId="LiveId" clId="{C4A25E55-FB24-45D4-AE07-AEEFA81CF592}" dt="2023-10-17T01:42:28.205" v="9805" actId="14100"/>
        <pc:sldMkLst>
          <pc:docMk/>
          <pc:sldMk cId="2773969669" sldId="727"/>
        </pc:sldMkLst>
        <pc:picChg chg="add mod">
          <ac:chgData name="Sophia BUI" userId="5388e7d4eb368e7c" providerId="LiveId" clId="{C4A25E55-FB24-45D4-AE07-AEEFA81CF592}" dt="2023-10-17T01:42:28.205" v="9805" actId="14100"/>
          <ac:picMkLst>
            <pc:docMk/>
            <pc:sldMk cId="2773969669" sldId="727"/>
            <ac:picMk id="6" creationId="{76B44B07-92BE-DC4A-D8BC-CC2A2B4198E7}"/>
          </ac:picMkLst>
        </pc:picChg>
      </pc:sldChg>
      <pc:sldChg chg="addSp modSp mod modNotesTx">
        <pc:chgData name="Sophia BUI" userId="5388e7d4eb368e7c" providerId="LiveId" clId="{C4A25E55-FB24-45D4-AE07-AEEFA81CF592}" dt="2023-10-17T01:43:43.716" v="9810" actId="20577"/>
        <pc:sldMkLst>
          <pc:docMk/>
          <pc:sldMk cId="2307223527" sldId="728"/>
        </pc:sldMkLst>
        <pc:picChg chg="add mod">
          <ac:chgData name="Sophia BUI" userId="5388e7d4eb368e7c" providerId="LiveId" clId="{C4A25E55-FB24-45D4-AE07-AEEFA81CF592}" dt="2023-10-17T01:43:01.715" v="9808" actId="1076"/>
          <ac:picMkLst>
            <pc:docMk/>
            <pc:sldMk cId="2307223527" sldId="728"/>
            <ac:picMk id="6" creationId="{F68B98CE-3798-C25F-8AA7-49FFF9BAEE0B}"/>
          </ac:picMkLst>
        </pc:picChg>
      </pc:sldChg>
      <pc:sldChg chg="addSp modSp mod">
        <pc:chgData name="Sophia BUI" userId="5388e7d4eb368e7c" providerId="LiveId" clId="{C4A25E55-FB24-45D4-AE07-AEEFA81CF592}" dt="2023-10-17T01:39:40.733" v="9789" actId="14100"/>
        <pc:sldMkLst>
          <pc:docMk/>
          <pc:sldMk cId="2627758853" sldId="735"/>
        </pc:sldMkLst>
        <pc:picChg chg="add mod">
          <ac:chgData name="Sophia BUI" userId="5388e7d4eb368e7c" providerId="LiveId" clId="{C4A25E55-FB24-45D4-AE07-AEEFA81CF592}" dt="2023-10-17T01:39:40.733" v="9789" actId="14100"/>
          <ac:picMkLst>
            <pc:docMk/>
            <pc:sldMk cId="2627758853" sldId="735"/>
            <ac:picMk id="5" creationId="{CE1EFDA7-1C7C-9118-037B-979F98DF0054}"/>
          </ac:picMkLst>
        </pc:picChg>
      </pc:sldChg>
      <pc:sldChg chg="addSp modSp mod setBg modClrScheme chgLayout">
        <pc:chgData name="Sophia BUI" userId="5388e7d4eb368e7c" providerId="LiveId" clId="{C4A25E55-FB24-45D4-AE07-AEEFA81CF592}" dt="2023-10-19T14:27:59.448" v="13241" actId="26606"/>
        <pc:sldMkLst>
          <pc:docMk/>
          <pc:sldMk cId="2752182427" sldId="737"/>
        </pc:sldMkLst>
        <pc:spChg chg="mod ord">
          <ac:chgData name="Sophia BUI" userId="5388e7d4eb368e7c" providerId="LiveId" clId="{C4A25E55-FB24-45D4-AE07-AEEFA81CF592}" dt="2023-10-19T14:27:59.448" v="13241" actId="26606"/>
          <ac:spMkLst>
            <pc:docMk/>
            <pc:sldMk cId="2752182427" sldId="737"/>
            <ac:spMk id="7" creationId="{00000000-0000-0000-0000-000000000000}"/>
          </ac:spMkLst>
        </pc:spChg>
        <pc:spChg chg="add">
          <ac:chgData name="Sophia BUI" userId="5388e7d4eb368e7c" providerId="LiveId" clId="{C4A25E55-FB24-45D4-AE07-AEEFA81CF592}" dt="2023-10-19T14:27:59.448" v="13241" actId="26606"/>
          <ac:spMkLst>
            <pc:docMk/>
            <pc:sldMk cId="2752182427" sldId="737"/>
            <ac:spMk id="14" creationId="{7DA1F35B-C8F7-4A5A-9339-7DA4D785B300}"/>
          </ac:spMkLst>
        </pc:spChg>
        <pc:spChg chg="add">
          <ac:chgData name="Sophia BUI" userId="5388e7d4eb368e7c" providerId="LiveId" clId="{C4A25E55-FB24-45D4-AE07-AEEFA81CF592}" dt="2023-10-19T14:27:59.448" v="13241" actId="26606"/>
          <ac:spMkLst>
            <pc:docMk/>
            <pc:sldMk cId="2752182427" sldId="737"/>
            <ac:spMk id="16" creationId="{B2D4AD41-40DA-4A81-92F5-B6E3BA1ED82A}"/>
          </ac:spMkLst>
        </pc:spChg>
        <pc:graphicFrameChg chg="mod modGraphic">
          <ac:chgData name="Sophia BUI" userId="5388e7d4eb368e7c" providerId="LiveId" clId="{C4A25E55-FB24-45D4-AE07-AEEFA81CF592}" dt="2023-10-19T14:27:59.448" v="13241" actId="26606"/>
          <ac:graphicFrameMkLst>
            <pc:docMk/>
            <pc:sldMk cId="2752182427" sldId="737"/>
            <ac:graphicFrameMk id="9" creationId="{00000000-0000-0000-0000-000000000000}"/>
          </ac:graphicFrameMkLst>
        </pc:graphicFrameChg>
        <pc:picChg chg="add mod">
          <ac:chgData name="Sophia BUI" userId="5388e7d4eb368e7c" providerId="LiveId" clId="{C4A25E55-FB24-45D4-AE07-AEEFA81CF592}" dt="2023-10-19T14:27:59.448" v="13241" actId="26606"/>
          <ac:picMkLst>
            <pc:docMk/>
            <pc:sldMk cId="2752182427" sldId="737"/>
            <ac:picMk id="3" creationId="{E23AEFF4-CE2F-E99C-4598-0730798CB8AB}"/>
          </ac:picMkLst>
        </pc:picChg>
      </pc:sldChg>
      <pc:sldChg chg="addSp modSp mod setBg modClrScheme chgLayout">
        <pc:chgData name="Sophia BUI" userId="5388e7d4eb368e7c" providerId="LiveId" clId="{C4A25E55-FB24-45D4-AE07-AEEFA81CF592}" dt="2023-10-23T03:33:19.558" v="21390" actId="20577"/>
        <pc:sldMkLst>
          <pc:docMk/>
          <pc:sldMk cId="1248891355" sldId="738"/>
        </pc:sldMkLst>
        <pc:spChg chg="mod ord">
          <ac:chgData name="Sophia BUI" userId="5388e7d4eb368e7c" providerId="LiveId" clId="{C4A25E55-FB24-45D4-AE07-AEEFA81CF592}" dt="2023-10-19T14:29:47.364" v="13249" actId="26606"/>
          <ac:spMkLst>
            <pc:docMk/>
            <pc:sldMk cId="1248891355" sldId="738"/>
            <ac:spMk id="7" creationId="{00000000-0000-0000-0000-000000000000}"/>
          </ac:spMkLst>
        </pc:spChg>
        <pc:spChg chg="add">
          <ac:chgData name="Sophia BUI" userId="5388e7d4eb368e7c" providerId="LiveId" clId="{C4A25E55-FB24-45D4-AE07-AEEFA81CF592}" dt="2023-10-19T14:29:47.364" v="13249" actId="26606"/>
          <ac:spMkLst>
            <pc:docMk/>
            <pc:sldMk cId="1248891355" sldId="738"/>
            <ac:spMk id="14" creationId="{7DA1F35B-C8F7-4A5A-9339-7DA4D785B300}"/>
          </ac:spMkLst>
        </pc:spChg>
        <pc:spChg chg="add">
          <ac:chgData name="Sophia BUI" userId="5388e7d4eb368e7c" providerId="LiveId" clId="{C4A25E55-FB24-45D4-AE07-AEEFA81CF592}" dt="2023-10-19T14:29:47.364" v="13249" actId="26606"/>
          <ac:spMkLst>
            <pc:docMk/>
            <pc:sldMk cId="1248891355" sldId="738"/>
            <ac:spMk id="16" creationId="{B2D4AD41-40DA-4A81-92F5-B6E3BA1ED82A}"/>
          </ac:spMkLst>
        </pc:spChg>
        <pc:graphicFrameChg chg="mod modGraphic">
          <ac:chgData name="Sophia BUI" userId="5388e7d4eb368e7c" providerId="LiveId" clId="{C4A25E55-FB24-45D4-AE07-AEEFA81CF592}" dt="2023-10-23T03:33:19.558" v="21390" actId="20577"/>
          <ac:graphicFrameMkLst>
            <pc:docMk/>
            <pc:sldMk cId="1248891355" sldId="738"/>
            <ac:graphicFrameMk id="9" creationId="{00000000-0000-0000-0000-000000000000}"/>
          </ac:graphicFrameMkLst>
        </pc:graphicFrameChg>
        <pc:picChg chg="add mod">
          <ac:chgData name="Sophia BUI" userId="5388e7d4eb368e7c" providerId="LiveId" clId="{C4A25E55-FB24-45D4-AE07-AEEFA81CF592}" dt="2023-10-19T14:29:47.364" v="13249" actId="26606"/>
          <ac:picMkLst>
            <pc:docMk/>
            <pc:sldMk cId="1248891355" sldId="738"/>
            <ac:picMk id="2" creationId="{94FD2758-699F-5C80-0B22-57CD0DF6A521}"/>
          </ac:picMkLst>
        </pc:picChg>
      </pc:sldChg>
      <pc:sldChg chg="addSp modSp mod">
        <pc:chgData name="Sophia BUI" userId="5388e7d4eb368e7c" providerId="LiveId" clId="{C4A25E55-FB24-45D4-AE07-AEEFA81CF592}" dt="2023-10-26T14:49:34.816" v="22918" actId="6549"/>
        <pc:sldMkLst>
          <pc:docMk/>
          <pc:sldMk cId="2717320308" sldId="739"/>
        </pc:sldMkLst>
        <pc:spChg chg="mod">
          <ac:chgData name="Sophia BUI" userId="5388e7d4eb368e7c" providerId="LiveId" clId="{C4A25E55-FB24-45D4-AE07-AEEFA81CF592}" dt="2023-10-26T14:49:00.932" v="22902" actId="14100"/>
          <ac:spMkLst>
            <pc:docMk/>
            <pc:sldMk cId="2717320308" sldId="739"/>
            <ac:spMk id="2" creationId="{00000000-0000-0000-0000-000000000000}"/>
          </ac:spMkLst>
        </pc:spChg>
        <pc:spChg chg="mod">
          <ac:chgData name="Sophia BUI" userId="5388e7d4eb368e7c" providerId="LiveId" clId="{C4A25E55-FB24-45D4-AE07-AEEFA81CF592}" dt="2023-10-26T14:49:34.816" v="22918" actId="6549"/>
          <ac:spMkLst>
            <pc:docMk/>
            <pc:sldMk cId="2717320308" sldId="739"/>
            <ac:spMk id="3" creationId="{00000000-0000-0000-0000-000000000000}"/>
          </ac:spMkLst>
        </pc:spChg>
        <pc:spChg chg="mod">
          <ac:chgData name="Sophia BUI" userId="5388e7d4eb368e7c" providerId="LiveId" clId="{C4A25E55-FB24-45D4-AE07-AEEFA81CF592}" dt="2023-10-26T14:48:29.074" v="22897" actId="20577"/>
          <ac:spMkLst>
            <pc:docMk/>
            <pc:sldMk cId="2717320308" sldId="739"/>
            <ac:spMk id="7" creationId="{00000000-0000-0000-0000-000000000000}"/>
          </ac:spMkLst>
        </pc:spChg>
        <pc:picChg chg="add mod">
          <ac:chgData name="Sophia BUI" userId="5388e7d4eb368e7c" providerId="LiveId" clId="{C4A25E55-FB24-45D4-AE07-AEEFA81CF592}" dt="2023-10-26T14:49:21.640" v="22914" actId="1037"/>
          <ac:picMkLst>
            <pc:docMk/>
            <pc:sldMk cId="2717320308" sldId="739"/>
            <ac:picMk id="5" creationId="{3F574B9F-7263-479D-D3C7-73AE1F3D75BE}"/>
          </ac:picMkLst>
        </pc:picChg>
        <pc:picChg chg="add mod">
          <ac:chgData name="Sophia BUI" userId="5388e7d4eb368e7c" providerId="LiveId" clId="{C4A25E55-FB24-45D4-AE07-AEEFA81CF592}" dt="2023-10-26T14:49:15.620" v="22907" actId="1038"/>
          <ac:picMkLst>
            <pc:docMk/>
            <pc:sldMk cId="2717320308" sldId="739"/>
            <ac:picMk id="6" creationId="{B8637F0E-BF9F-55EA-D5E7-D66C33F846FA}"/>
          </ac:picMkLst>
        </pc:picChg>
        <pc:picChg chg="add mod">
          <ac:chgData name="Sophia BUI" userId="5388e7d4eb368e7c" providerId="LiveId" clId="{C4A25E55-FB24-45D4-AE07-AEEFA81CF592}" dt="2023-10-26T14:49:15.620" v="22907" actId="1038"/>
          <ac:picMkLst>
            <pc:docMk/>
            <pc:sldMk cId="2717320308" sldId="739"/>
            <ac:picMk id="9" creationId="{69B799D9-D642-5B6A-1DD7-643FEE7A95ED}"/>
          </ac:picMkLst>
        </pc:picChg>
      </pc:sldChg>
      <pc:sldChg chg="addSp delSp modSp mod modClrScheme chgLayout">
        <pc:chgData name="Sophia BUI" userId="5388e7d4eb368e7c" providerId="LiveId" clId="{C4A25E55-FB24-45D4-AE07-AEEFA81CF592}" dt="2023-10-26T14:34:31.786" v="22761" actId="14100"/>
        <pc:sldMkLst>
          <pc:docMk/>
          <pc:sldMk cId="3716327144" sldId="740"/>
        </pc:sldMkLst>
        <pc:spChg chg="mod ord">
          <ac:chgData name="Sophia BUI" userId="5388e7d4eb368e7c" providerId="LiveId" clId="{C4A25E55-FB24-45D4-AE07-AEEFA81CF592}" dt="2023-10-26T14:29:49.661" v="22717" actId="1076"/>
          <ac:spMkLst>
            <pc:docMk/>
            <pc:sldMk cId="3716327144" sldId="740"/>
            <ac:spMk id="2" creationId="{00000000-0000-0000-0000-000000000000}"/>
          </ac:spMkLst>
        </pc:spChg>
        <pc:spChg chg="del mod">
          <ac:chgData name="Sophia BUI" userId="5388e7d4eb368e7c" providerId="LiveId" clId="{C4A25E55-FB24-45D4-AE07-AEEFA81CF592}" dt="2023-10-21T22:31:34.067" v="15751" actId="478"/>
          <ac:spMkLst>
            <pc:docMk/>
            <pc:sldMk cId="3716327144" sldId="740"/>
            <ac:spMk id="3" creationId="{00000000-0000-0000-0000-000000000000}"/>
          </ac:spMkLst>
        </pc:spChg>
        <pc:spChg chg="del mod">
          <ac:chgData name="Sophia BUI" userId="5388e7d4eb368e7c" providerId="LiveId" clId="{C4A25E55-FB24-45D4-AE07-AEEFA81CF592}" dt="2023-10-21T22:31:37.930" v="15753" actId="478"/>
          <ac:spMkLst>
            <pc:docMk/>
            <pc:sldMk cId="3716327144" sldId="740"/>
            <ac:spMk id="5" creationId="{00000000-0000-0000-0000-000000000000}"/>
          </ac:spMkLst>
        </pc:spChg>
        <pc:spChg chg="add del mod">
          <ac:chgData name="Sophia BUI" userId="5388e7d4eb368e7c" providerId="LiveId" clId="{C4A25E55-FB24-45D4-AE07-AEEFA81CF592}" dt="2023-10-21T22:31:35.643" v="15752" actId="478"/>
          <ac:spMkLst>
            <pc:docMk/>
            <pc:sldMk cId="3716327144" sldId="740"/>
            <ac:spMk id="6" creationId="{06E960E2-0979-1F5C-5F27-2A5CA528B381}"/>
          </ac:spMkLst>
        </pc:spChg>
        <pc:spChg chg="add del mod">
          <ac:chgData name="Sophia BUI" userId="5388e7d4eb368e7c" providerId="LiveId" clId="{C4A25E55-FB24-45D4-AE07-AEEFA81CF592}" dt="2023-10-21T22:31:40.701" v="15754" actId="478"/>
          <ac:spMkLst>
            <pc:docMk/>
            <pc:sldMk cId="3716327144" sldId="740"/>
            <ac:spMk id="9" creationId="{F94AC863-7E04-54AF-24FF-53223B27AC16}"/>
          </ac:spMkLst>
        </pc:spChg>
        <pc:spChg chg="add del mod ord">
          <ac:chgData name="Sophia BUI" userId="5388e7d4eb368e7c" providerId="LiveId" clId="{C4A25E55-FB24-45D4-AE07-AEEFA81CF592}" dt="2023-10-21T22:31:55.363" v="15756" actId="3680"/>
          <ac:spMkLst>
            <pc:docMk/>
            <pc:sldMk cId="3716327144" sldId="740"/>
            <ac:spMk id="10" creationId="{3738FF51-3809-9C6C-1725-589942E262F4}"/>
          </ac:spMkLst>
        </pc:spChg>
        <pc:graphicFrameChg chg="add mod ord modGraphic">
          <ac:chgData name="Sophia BUI" userId="5388e7d4eb368e7c" providerId="LiveId" clId="{C4A25E55-FB24-45D4-AE07-AEEFA81CF592}" dt="2023-10-26T14:34:07.051" v="22758" actId="14734"/>
          <ac:graphicFrameMkLst>
            <pc:docMk/>
            <pc:sldMk cId="3716327144" sldId="740"/>
            <ac:graphicFrameMk id="11" creationId="{FC9F3663-301E-7FC2-C890-BB467830BB45}"/>
          </ac:graphicFrameMkLst>
        </pc:graphicFrameChg>
        <pc:picChg chg="add mod">
          <ac:chgData name="Sophia BUI" userId="5388e7d4eb368e7c" providerId="LiveId" clId="{C4A25E55-FB24-45D4-AE07-AEEFA81CF592}" dt="2023-10-26T14:34:28.459" v="22760" actId="14100"/>
          <ac:picMkLst>
            <pc:docMk/>
            <pc:sldMk cId="3716327144" sldId="740"/>
            <ac:picMk id="4" creationId="{D7538178-939C-8FD7-814F-28D313731C62}"/>
          </ac:picMkLst>
        </pc:picChg>
        <pc:picChg chg="add del mod">
          <ac:chgData name="Sophia BUI" userId="5388e7d4eb368e7c" providerId="LiveId" clId="{C4A25E55-FB24-45D4-AE07-AEEFA81CF592}" dt="2023-10-19T21:28:42.951" v="13250" actId="478"/>
          <ac:picMkLst>
            <pc:docMk/>
            <pc:sldMk cId="3716327144" sldId="740"/>
            <ac:picMk id="6" creationId="{B9623940-3CA8-FB34-B98F-FE2B70AF3165}"/>
          </ac:picMkLst>
        </pc:picChg>
        <pc:picChg chg="add mod">
          <ac:chgData name="Sophia BUI" userId="5388e7d4eb368e7c" providerId="LiveId" clId="{C4A25E55-FB24-45D4-AE07-AEEFA81CF592}" dt="2023-10-26T14:34:31.786" v="22761" actId="14100"/>
          <ac:picMkLst>
            <pc:docMk/>
            <pc:sldMk cId="3716327144" sldId="740"/>
            <ac:picMk id="6" creationId="{EBC19313-EA6E-A346-78FD-57A34D83F19E}"/>
          </ac:picMkLst>
        </pc:picChg>
        <pc:picChg chg="add del mod">
          <ac:chgData name="Sophia BUI" userId="5388e7d4eb368e7c" providerId="LiveId" clId="{C4A25E55-FB24-45D4-AE07-AEEFA81CF592}" dt="2023-10-21T22:31:30.992" v="15750" actId="478"/>
          <ac:picMkLst>
            <pc:docMk/>
            <pc:sldMk cId="3716327144" sldId="740"/>
            <ac:picMk id="7" creationId="{82DD30C0-1272-1074-C079-7A1063D880C6}"/>
          </ac:picMkLst>
        </pc:picChg>
        <pc:picChg chg="add mod">
          <ac:chgData name="Sophia BUI" userId="5388e7d4eb368e7c" providerId="LiveId" clId="{C4A25E55-FB24-45D4-AE07-AEEFA81CF592}" dt="2023-10-26T14:33:36.419" v="22751" actId="1038"/>
          <ac:picMkLst>
            <pc:docMk/>
            <pc:sldMk cId="3716327144" sldId="740"/>
            <ac:picMk id="8" creationId="{C0547522-0E0D-BC13-8341-A0FB52B644A0}"/>
          </ac:picMkLst>
        </pc:picChg>
        <pc:picChg chg="add del mod">
          <ac:chgData name="Sophia BUI" userId="5388e7d4eb368e7c" providerId="LiveId" clId="{C4A25E55-FB24-45D4-AE07-AEEFA81CF592}" dt="2023-10-22T00:41:56.689" v="17727" actId="478"/>
          <ac:picMkLst>
            <pc:docMk/>
            <pc:sldMk cId="3716327144" sldId="740"/>
            <ac:picMk id="13" creationId="{9E620302-64F3-DC37-DD16-894C17138CC6}"/>
          </ac:picMkLst>
        </pc:picChg>
        <pc:picChg chg="add del mod">
          <ac:chgData name="Sophia BUI" userId="5388e7d4eb368e7c" providerId="LiveId" clId="{C4A25E55-FB24-45D4-AE07-AEEFA81CF592}" dt="2023-10-22T00:31:10.779" v="17674" actId="478"/>
          <ac:picMkLst>
            <pc:docMk/>
            <pc:sldMk cId="3716327144" sldId="740"/>
            <ac:picMk id="15" creationId="{2797670B-8204-9774-4E52-55332594DAA4}"/>
          </ac:picMkLst>
        </pc:picChg>
        <pc:picChg chg="add del mod">
          <ac:chgData name="Sophia BUI" userId="5388e7d4eb368e7c" providerId="LiveId" clId="{C4A25E55-FB24-45D4-AE07-AEEFA81CF592}" dt="2023-10-22T15:49:12.165" v="18006" actId="478"/>
          <ac:picMkLst>
            <pc:docMk/>
            <pc:sldMk cId="3716327144" sldId="740"/>
            <ac:picMk id="17" creationId="{D8D1F107-B625-F01D-72F6-A26358120A4C}"/>
          </ac:picMkLst>
        </pc:picChg>
        <pc:picChg chg="add del mod">
          <ac:chgData name="Sophia BUI" userId="5388e7d4eb368e7c" providerId="LiveId" clId="{C4A25E55-FB24-45D4-AE07-AEEFA81CF592}" dt="2023-10-22T00:34:23.954" v="17682" actId="478"/>
          <ac:picMkLst>
            <pc:docMk/>
            <pc:sldMk cId="3716327144" sldId="740"/>
            <ac:picMk id="19" creationId="{CD05405A-B45F-64A2-3B8E-0CA8F5BE0423}"/>
          </ac:picMkLst>
        </pc:picChg>
        <pc:picChg chg="add del mod">
          <ac:chgData name="Sophia BUI" userId="5388e7d4eb368e7c" providerId="LiveId" clId="{C4A25E55-FB24-45D4-AE07-AEEFA81CF592}" dt="2023-10-22T15:40:40.480" v="17938" actId="478"/>
          <ac:picMkLst>
            <pc:docMk/>
            <pc:sldMk cId="3716327144" sldId="740"/>
            <ac:picMk id="21" creationId="{C6BF53B0-40BC-74BA-F1B3-657DE1D23A35}"/>
          </ac:picMkLst>
        </pc:picChg>
        <pc:picChg chg="add del mod">
          <ac:chgData name="Sophia BUI" userId="5388e7d4eb368e7c" providerId="LiveId" clId="{C4A25E55-FB24-45D4-AE07-AEEFA81CF592}" dt="2023-10-22T00:41:23.669" v="17719" actId="478"/>
          <ac:picMkLst>
            <pc:docMk/>
            <pc:sldMk cId="3716327144" sldId="740"/>
            <ac:picMk id="23" creationId="{E0807040-6D2B-3C6C-95FE-790707099EA2}"/>
          </ac:picMkLst>
        </pc:picChg>
        <pc:picChg chg="add mod">
          <ac:chgData name="Sophia BUI" userId="5388e7d4eb368e7c" providerId="LiveId" clId="{C4A25E55-FB24-45D4-AE07-AEEFA81CF592}" dt="2023-10-26T14:34:10.419" v="22759" actId="14100"/>
          <ac:picMkLst>
            <pc:docMk/>
            <pc:sldMk cId="3716327144" sldId="740"/>
            <ac:picMk id="25" creationId="{B7BF7C79-F5F1-ECAD-3436-DD5C62DC2C91}"/>
          </ac:picMkLst>
        </pc:picChg>
        <pc:picChg chg="add mod">
          <ac:chgData name="Sophia BUI" userId="5388e7d4eb368e7c" providerId="LiveId" clId="{C4A25E55-FB24-45D4-AE07-AEEFA81CF592}" dt="2023-10-26T14:30:04.045" v="22720" actId="1076"/>
          <ac:picMkLst>
            <pc:docMk/>
            <pc:sldMk cId="3716327144" sldId="740"/>
            <ac:picMk id="27" creationId="{8F599DEC-B724-F687-1EE5-FCB25C930938}"/>
          </ac:picMkLst>
        </pc:picChg>
      </pc:sldChg>
      <pc:sldChg chg="addSp delSp modSp mod ord modClrScheme chgLayout modNotesTx">
        <pc:chgData name="Sophia BUI" userId="5388e7d4eb368e7c" providerId="LiveId" clId="{C4A25E55-FB24-45D4-AE07-AEEFA81CF592}" dt="2023-11-01T03:16:27.765" v="24785" actId="14100"/>
        <pc:sldMkLst>
          <pc:docMk/>
          <pc:sldMk cId="3651386016" sldId="741"/>
        </pc:sldMkLst>
        <pc:spChg chg="mod ord">
          <ac:chgData name="Sophia BUI" userId="5388e7d4eb368e7c" providerId="LiveId" clId="{C4A25E55-FB24-45D4-AE07-AEEFA81CF592}" dt="2023-10-26T15:00:14.829" v="23348" actId="20577"/>
          <ac:spMkLst>
            <pc:docMk/>
            <pc:sldMk cId="3651386016" sldId="741"/>
            <ac:spMk id="2" creationId="{00000000-0000-0000-0000-000000000000}"/>
          </ac:spMkLst>
        </pc:spChg>
        <pc:spChg chg="del mod ord">
          <ac:chgData name="Sophia BUI" userId="5388e7d4eb368e7c" providerId="LiveId" clId="{C4A25E55-FB24-45D4-AE07-AEEFA81CF592}" dt="2023-10-26T14:54:17.335" v="23048" actId="3680"/>
          <ac:spMkLst>
            <pc:docMk/>
            <pc:sldMk cId="3651386016" sldId="741"/>
            <ac:spMk id="3" creationId="{00000000-0000-0000-0000-000000000000}"/>
          </ac:spMkLst>
        </pc:spChg>
        <pc:spChg chg="del mod ord">
          <ac:chgData name="Sophia BUI" userId="5388e7d4eb368e7c" providerId="LiveId" clId="{C4A25E55-FB24-45D4-AE07-AEEFA81CF592}" dt="2023-10-26T14:54:55.233" v="23084" actId="478"/>
          <ac:spMkLst>
            <pc:docMk/>
            <pc:sldMk cId="3651386016" sldId="741"/>
            <ac:spMk id="5" creationId="{00000000-0000-0000-0000-000000000000}"/>
          </ac:spMkLst>
        </pc:spChg>
        <pc:grpChg chg="add del mod">
          <ac:chgData name="Sophia BUI" userId="5388e7d4eb368e7c" providerId="LiveId" clId="{C4A25E55-FB24-45D4-AE07-AEEFA81CF592}" dt="2023-11-01T02:57:29.804" v="24523" actId="478"/>
          <ac:grpSpMkLst>
            <pc:docMk/>
            <pc:sldMk cId="3651386016" sldId="741"/>
            <ac:grpSpMk id="9" creationId="{5A5AFFCA-0FDA-FF61-0BA7-E612FE326CA6}"/>
          </ac:grpSpMkLst>
        </pc:grpChg>
        <pc:graphicFrameChg chg="add mod ord modGraphic">
          <ac:chgData name="Sophia BUI" userId="5388e7d4eb368e7c" providerId="LiveId" clId="{C4A25E55-FB24-45D4-AE07-AEEFA81CF592}" dt="2023-11-01T03:10:22.134" v="24770" actId="14734"/>
          <ac:graphicFrameMkLst>
            <pc:docMk/>
            <pc:sldMk cId="3651386016" sldId="741"/>
            <ac:graphicFrameMk id="4" creationId="{5DEDCA7E-71C3-A397-4BC5-8799DA279490}"/>
          </ac:graphicFrameMkLst>
        </pc:graphicFrameChg>
        <pc:picChg chg="add mod">
          <ac:chgData name="Sophia BUI" userId="5388e7d4eb368e7c" providerId="LiveId" clId="{C4A25E55-FB24-45D4-AE07-AEEFA81CF592}" dt="2023-11-01T01:37:22.306" v="24056" actId="164"/>
          <ac:picMkLst>
            <pc:docMk/>
            <pc:sldMk cId="3651386016" sldId="741"/>
            <ac:picMk id="5" creationId="{98726DC7-E80F-1AAE-73D1-BB7F1CBFBBC4}"/>
          </ac:picMkLst>
        </pc:picChg>
        <pc:picChg chg="add del mod">
          <ac:chgData name="Sophia BUI" userId="5388e7d4eb368e7c" providerId="LiveId" clId="{C4A25E55-FB24-45D4-AE07-AEEFA81CF592}" dt="2023-10-26T15:00:17.162" v="23349" actId="478"/>
          <ac:picMkLst>
            <pc:docMk/>
            <pc:sldMk cId="3651386016" sldId="741"/>
            <ac:picMk id="6" creationId="{F7D78CB3-48C6-08B3-C2F5-EFF3DDED6E05}"/>
          </ac:picMkLst>
        </pc:picChg>
        <pc:picChg chg="add del mod">
          <ac:chgData name="Sophia BUI" userId="5388e7d4eb368e7c" providerId="LiveId" clId="{C4A25E55-FB24-45D4-AE07-AEEFA81CF592}" dt="2023-11-01T02:55:26.655" v="24246" actId="478"/>
          <ac:picMkLst>
            <pc:docMk/>
            <pc:sldMk cId="3651386016" sldId="741"/>
            <ac:picMk id="7" creationId="{576684A4-47C6-E761-ECAB-DECC09ACD3A7}"/>
          </ac:picMkLst>
        </pc:picChg>
        <pc:picChg chg="add mod">
          <ac:chgData name="Sophia BUI" userId="5388e7d4eb368e7c" providerId="LiveId" clId="{C4A25E55-FB24-45D4-AE07-AEEFA81CF592}" dt="2023-11-01T01:37:22.306" v="24056" actId="164"/>
          <ac:picMkLst>
            <pc:docMk/>
            <pc:sldMk cId="3651386016" sldId="741"/>
            <ac:picMk id="8" creationId="{8D0621D7-A8B4-6E2A-D66F-C279FA3F5B03}"/>
          </ac:picMkLst>
        </pc:picChg>
        <pc:picChg chg="add del mod">
          <ac:chgData name="Sophia BUI" userId="5388e7d4eb368e7c" providerId="LiveId" clId="{C4A25E55-FB24-45D4-AE07-AEEFA81CF592}" dt="2023-11-01T03:00:52.643" v="24551" actId="478"/>
          <ac:picMkLst>
            <pc:docMk/>
            <pc:sldMk cId="3651386016" sldId="741"/>
            <ac:picMk id="11" creationId="{6A831276-85A2-D436-2479-8817EEBAC448}"/>
          </ac:picMkLst>
        </pc:picChg>
        <pc:picChg chg="add mod">
          <ac:chgData name="Sophia BUI" userId="5388e7d4eb368e7c" providerId="LiveId" clId="{C4A25E55-FB24-45D4-AE07-AEEFA81CF592}" dt="2023-11-01T03:10:05.006" v="24766" actId="14100"/>
          <ac:picMkLst>
            <pc:docMk/>
            <pc:sldMk cId="3651386016" sldId="741"/>
            <ac:picMk id="13" creationId="{A85880A4-44E6-62BD-6F9D-E0E9FEDE4896}"/>
          </ac:picMkLst>
        </pc:picChg>
        <pc:picChg chg="add mod">
          <ac:chgData name="Sophia BUI" userId="5388e7d4eb368e7c" providerId="LiveId" clId="{C4A25E55-FB24-45D4-AE07-AEEFA81CF592}" dt="2023-11-01T03:16:03.197" v="24783" actId="14100"/>
          <ac:picMkLst>
            <pc:docMk/>
            <pc:sldMk cId="3651386016" sldId="741"/>
            <ac:picMk id="15" creationId="{F2E08B8D-8D73-EE38-D197-E828C48965F9}"/>
          </ac:picMkLst>
        </pc:picChg>
        <pc:picChg chg="add mod">
          <ac:chgData name="Sophia BUI" userId="5388e7d4eb368e7c" providerId="LiveId" clId="{C4A25E55-FB24-45D4-AE07-AEEFA81CF592}" dt="2023-11-01T03:15:56.627" v="24781" actId="1076"/>
          <ac:picMkLst>
            <pc:docMk/>
            <pc:sldMk cId="3651386016" sldId="741"/>
            <ac:picMk id="17" creationId="{855B538E-23F8-7B15-1555-4B163077ABA9}"/>
          </ac:picMkLst>
        </pc:picChg>
        <pc:picChg chg="add mod">
          <ac:chgData name="Sophia BUI" userId="5388e7d4eb368e7c" providerId="LiveId" clId="{C4A25E55-FB24-45D4-AE07-AEEFA81CF592}" dt="2023-11-01T03:16:27.765" v="24785" actId="14100"/>
          <ac:picMkLst>
            <pc:docMk/>
            <pc:sldMk cId="3651386016" sldId="741"/>
            <ac:picMk id="19" creationId="{BD15B473-1009-4660-40B0-049212D2E187}"/>
          </ac:picMkLst>
        </pc:picChg>
        <pc:picChg chg="add mod">
          <ac:chgData name="Sophia BUI" userId="5388e7d4eb368e7c" providerId="LiveId" clId="{C4A25E55-FB24-45D4-AE07-AEEFA81CF592}" dt="2023-11-01T03:15:53.621" v="24780" actId="14100"/>
          <ac:picMkLst>
            <pc:docMk/>
            <pc:sldMk cId="3651386016" sldId="741"/>
            <ac:picMk id="21" creationId="{9A26571A-CD58-75F4-3569-6B8C584A3123}"/>
          </ac:picMkLst>
        </pc:picChg>
      </pc:sldChg>
      <pc:sldChg chg="addSp delSp modSp add del mod modNotesTx">
        <pc:chgData name="Sophia BUI" userId="5388e7d4eb368e7c" providerId="LiveId" clId="{C4A25E55-FB24-45D4-AE07-AEEFA81CF592}" dt="2023-10-26T08:52:56.656" v="21427" actId="2696"/>
        <pc:sldMkLst>
          <pc:docMk/>
          <pc:sldMk cId="3158421299" sldId="742"/>
        </pc:sldMkLst>
        <pc:picChg chg="add del mod">
          <ac:chgData name="Sophia BUI" userId="5388e7d4eb368e7c" providerId="LiveId" clId="{C4A25E55-FB24-45D4-AE07-AEEFA81CF592}" dt="2023-10-19T21:30:24.261" v="13257" actId="478"/>
          <ac:picMkLst>
            <pc:docMk/>
            <pc:sldMk cId="3158421299" sldId="742"/>
            <ac:picMk id="6" creationId="{67B3B856-68C8-25AD-8169-9D297BE13034}"/>
          </ac:picMkLst>
        </pc:picChg>
        <pc:picChg chg="add del mod">
          <ac:chgData name="Sophia BUI" userId="5388e7d4eb368e7c" providerId="LiveId" clId="{C4A25E55-FB24-45D4-AE07-AEEFA81CF592}" dt="2023-10-26T08:46:35.657" v="21407" actId="21"/>
          <ac:picMkLst>
            <pc:docMk/>
            <pc:sldMk cId="3158421299" sldId="742"/>
            <ac:picMk id="7" creationId="{16A4F1EB-03EB-420C-7F58-1A4FCE32EBAA}"/>
          </ac:picMkLst>
        </pc:picChg>
      </pc:sldChg>
      <pc:sldChg chg="addSp delSp modSp del mod">
        <pc:chgData name="Sophia BUI" userId="5388e7d4eb368e7c" providerId="LiveId" clId="{C4A25E55-FB24-45D4-AE07-AEEFA81CF592}" dt="2023-10-26T15:00:08.219" v="23331" actId="2696"/>
        <pc:sldMkLst>
          <pc:docMk/>
          <pc:sldMk cId="2179374213" sldId="743"/>
        </pc:sldMkLst>
        <pc:spChg chg="mod">
          <ac:chgData name="Sophia BUI" userId="5388e7d4eb368e7c" providerId="LiveId" clId="{C4A25E55-FB24-45D4-AE07-AEEFA81CF592}" dt="2023-10-26T14:46:30.446" v="22879" actId="20577"/>
          <ac:spMkLst>
            <pc:docMk/>
            <pc:sldMk cId="2179374213" sldId="743"/>
            <ac:spMk id="2" creationId="{00000000-0000-0000-0000-000000000000}"/>
          </ac:spMkLst>
        </pc:spChg>
        <pc:spChg chg="mod">
          <ac:chgData name="Sophia BUI" userId="5388e7d4eb368e7c" providerId="LiveId" clId="{C4A25E55-FB24-45D4-AE07-AEEFA81CF592}" dt="2023-10-26T14:50:38.346" v="22919" actId="1076"/>
          <ac:spMkLst>
            <pc:docMk/>
            <pc:sldMk cId="2179374213" sldId="743"/>
            <ac:spMk id="3" creationId="{00000000-0000-0000-0000-000000000000}"/>
          </ac:spMkLst>
        </pc:spChg>
        <pc:spChg chg="mod">
          <ac:chgData name="Sophia BUI" userId="5388e7d4eb368e7c" providerId="LiveId" clId="{C4A25E55-FB24-45D4-AE07-AEEFA81CF592}" dt="2023-10-26T14:46:01.629" v="22851" actId="1076"/>
          <ac:spMkLst>
            <pc:docMk/>
            <pc:sldMk cId="2179374213" sldId="743"/>
            <ac:spMk id="5" creationId="{00000000-0000-0000-0000-000000000000}"/>
          </ac:spMkLst>
        </pc:spChg>
        <pc:picChg chg="add del mod">
          <ac:chgData name="Sophia BUI" userId="5388e7d4eb368e7c" providerId="LiveId" clId="{C4A25E55-FB24-45D4-AE07-AEEFA81CF592}" dt="2023-10-26T15:00:02.222" v="23330" actId="21"/>
          <ac:picMkLst>
            <pc:docMk/>
            <pc:sldMk cId="2179374213" sldId="743"/>
            <ac:picMk id="6" creationId="{B4812AF9-8A9E-56F8-8E1F-416EEEA858BC}"/>
          </ac:picMkLst>
        </pc:picChg>
      </pc:sldChg>
      <pc:sldChg chg="addSp delSp modSp add mod ord setBg">
        <pc:chgData name="Sophia BUI" userId="5388e7d4eb368e7c" providerId="LiveId" clId="{C4A25E55-FB24-45D4-AE07-AEEFA81CF592}" dt="2023-10-16T21:45:09.342" v="8721" actId="208"/>
        <pc:sldMkLst>
          <pc:docMk/>
          <pc:sldMk cId="1908241126" sldId="744"/>
        </pc:sldMkLst>
        <pc:spChg chg="mod">
          <ac:chgData name="Sophia BUI" userId="5388e7d4eb368e7c" providerId="LiveId" clId="{C4A25E55-FB24-45D4-AE07-AEEFA81CF592}" dt="2023-10-16T15:56:57.942" v="7928"/>
          <ac:spMkLst>
            <pc:docMk/>
            <pc:sldMk cId="1908241126" sldId="744"/>
            <ac:spMk id="2" creationId="{3C8881F5-B84D-F242-95A9-141E2A849202}"/>
          </ac:spMkLst>
        </pc:spChg>
        <pc:spChg chg="add del mod">
          <ac:chgData name="Sophia BUI" userId="5388e7d4eb368e7c" providerId="LiveId" clId="{C4A25E55-FB24-45D4-AE07-AEEFA81CF592}" dt="2023-10-16T15:50:39.708" v="7801" actId="3680"/>
          <ac:spMkLst>
            <pc:docMk/>
            <pc:sldMk cId="1908241126" sldId="744"/>
            <ac:spMk id="4" creationId="{0B407410-70A8-845F-0AC5-8ED116A9A7D9}"/>
          </ac:spMkLst>
        </pc:spChg>
        <pc:spChg chg="add del">
          <ac:chgData name="Sophia BUI" userId="5388e7d4eb368e7c" providerId="LiveId" clId="{C4A25E55-FB24-45D4-AE07-AEEFA81CF592}" dt="2023-10-16T15:31:55.788" v="7648" actId="26606"/>
          <ac:spMkLst>
            <pc:docMk/>
            <pc:sldMk cId="1908241126" sldId="744"/>
            <ac:spMk id="10" creationId="{BCED4D40-4B67-4331-AC48-79B82B4A47D8}"/>
          </ac:spMkLst>
        </pc:spChg>
        <pc:spChg chg="add del">
          <ac:chgData name="Sophia BUI" userId="5388e7d4eb368e7c" providerId="LiveId" clId="{C4A25E55-FB24-45D4-AE07-AEEFA81CF592}" dt="2023-10-16T15:31:55.788" v="7648" actId="26606"/>
          <ac:spMkLst>
            <pc:docMk/>
            <pc:sldMk cId="1908241126" sldId="744"/>
            <ac:spMk id="12" creationId="{670CEDEF-4F34-412E-84EE-329C1E936AF5}"/>
          </ac:spMkLst>
        </pc:spChg>
        <pc:graphicFrameChg chg="add mod ord modGraphic">
          <ac:chgData name="Sophia BUI" userId="5388e7d4eb368e7c" providerId="LiveId" clId="{C4A25E55-FB24-45D4-AE07-AEEFA81CF592}" dt="2023-10-16T21:44:13.164" v="8711" actId="14734"/>
          <ac:graphicFrameMkLst>
            <pc:docMk/>
            <pc:sldMk cId="1908241126" sldId="744"/>
            <ac:graphicFrameMk id="8" creationId="{C6307BCE-64D8-5E2A-7D59-EEABD1150818}"/>
          </ac:graphicFrameMkLst>
        </pc:graphicFrameChg>
        <pc:picChg chg="add mod">
          <ac:chgData name="Sophia BUI" userId="5388e7d4eb368e7c" providerId="LiveId" clId="{C4A25E55-FB24-45D4-AE07-AEEFA81CF592}" dt="2023-10-16T21:44:43.668" v="8718" actId="1076"/>
          <ac:picMkLst>
            <pc:docMk/>
            <pc:sldMk cId="1908241126" sldId="744"/>
            <ac:picMk id="4" creationId="{5FCC16FA-199C-BB52-49C7-E268E38E5BC0}"/>
          </ac:picMkLst>
        </pc:picChg>
        <pc:picChg chg="add del mod ord">
          <ac:chgData name="Sophia BUI" userId="5388e7d4eb368e7c" providerId="LiveId" clId="{C4A25E55-FB24-45D4-AE07-AEEFA81CF592}" dt="2023-10-16T15:31:56.188" v="7649" actId="22"/>
          <ac:picMkLst>
            <pc:docMk/>
            <pc:sldMk cId="1908241126" sldId="744"/>
            <ac:picMk id="5" creationId="{485F1373-26DF-4322-8855-7FE6677A767F}"/>
          </ac:picMkLst>
        </pc:picChg>
        <pc:picChg chg="add mod">
          <ac:chgData name="Sophia BUI" userId="5388e7d4eb368e7c" providerId="LiveId" clId="{C4A25E55-FB24-45D4-AE07-AEEFA81CF592}" dt="2023-10-16T21:45:09.342" v="8721" actId="208"/>
          <ac:picMkLst>
            <pc:docMk/>
            <pc:sldMk cId="1908241126" sldId="744"/>
            <ac:picMk id="6" creationId="{C7B752D7-796E-6D6B-0751-53AC34428D23}"/>
          </ac:picMkLst>
        </pc:picChg>
        <pc:picChg chg="add del mod">
          <ac:chgData name="Sophia BUI" userId="5388e7d4eb368e7c" providerId="LiveId" clId="{C4A25E55-FB24-45D4-AE07-AEEFA81CF592}" dt="2023-10-16T16:01:15.360" v="8124" actId="478"/>
          <ac:picMkLst>
            <pc:docMk/>
            <pc:sldMk cId="1908241126" sldId="744"/>
            <ac:picMk id="7" creationId="{724EE95B-6109-1360-7394-CC583F695FBF}"/>
          </ac:picMkLst>
        </pc:picChg>
        <pc:picChg chg="del">
          <ac:chgData name="Sophia BUI" userId="5388e7d4eb368e7c" providerId="LiveId" clId="{C4A25E55-FB24-45D4-AE07-AEEFA81CF592}" dt="2023-10-16T15:27:35.647" v="7634" actId="478"/>
          <ac:picMkLst>
            <pc:docMk/>
            <pc:sldMk cId="1908241126" sldId="744"/>
            <ac:picMk id="11" creationId="{A4FCAEFC-7774-4BC0-416F-4CB6482EF3EA}"/>
          </ac:picMkLst>
        </pc:picChg>
        <pc:picChg chg="del mod">
          <ac:chgData name="Sophia BUI" userId="5388e7d4eb368e7c" providerId="LiveId" clId="{C4A25E55-FB24-45D4-AE07-AEEFA81CF592}" dt="2023-10-16T15:27:38.003" v="7636" actId="478"/>
          <ac:picMkLst>
            <pc:docMk/>
            <pc:sldMk cId="1908241126" sldId="744"/>
            <ac:picMk id="13" creationId="{3BA3D4F2-AD4F-82D0-457A-68C47261CFA4}"/>
          </ac:picMkLst>
        </pc:picChg>
        <pc:picChg chg="add del mod">
          <ac:chgData name="Sophia BUI" userId="5388e7d4eb368e7c" providerId="LiveId" clId="{C4A25E55-FB24-45D4-AE07-AEEFA81CF592}" dt="2023-10-16T16:01:27.218" v="8128" actId="478"/>
          <ac:picMkLst>
            <pc:docMk/>
            <pc:sldMk cId="1908241126" sldId="744"/>
            <ac:picMk id="14" creationId="{8B95B45E-1397-ED8F-B804-8CD3D02757B1}"/>
          </ac:picMkLst>
        </pc:picChg>
        <pc:picChg chg="del">
          <ac:chgData name="Sophia BUI" userId="5388e7d4eb368e7c" providerId="LiveId" clId="{C4A25E55-FB24-45D4-AE07-AEEFA81CF592}" dt="2023-10-16T15:27:39.112" v="7637" actId="478"/>
          <ac:picMkLst>
            <pc:docMk/>
            <pc:sldMk cId="1908241126" sldId="744"/>
            <ac:picMk id="15" creationId="{EB00AD9E-8F17-585D-B125-C35921972A4C}"/>
          </ac:picMkLst>
        </pc:picChg>
        <pc:picChg chg="add mod">
          <ac:chgData name="Sophia BUI" userId="5388e7d4eb368e7c" providerId="LiveId" clId="{C4A25E55-FB24-45D4-AE07-AEEFA81CF592}" dt="2023-10-16T21:45:02.902" v="8720" actId="208"/>
          <ac:picMkLst>
            <pc:docMk/>
            <pc:sldMk cId="1908241126" sldId="744"/>
            <ac:picMk id="16" creationId="{C6FCDA2B-3723-5D98-A01B-D3E39BB48864}"/>
          </ac:picMkLst>
        </pc:picChg>
        <pc:picChg chg="del">
          <ac:chgData name="Sophia BUI" userId="5388e7d4eb368e7c" providerId="LiveId" clId="{C4A25E55-FB24-45D4-AE07-AEEFA81CF592}" dt="2023-10-16T15:27:40.464" v="7638" actId="478"/>
          <ac:picMkLst>
            <pc:docMk/>
            <pc:sldMk cId="1908241126" sldId="744"/>
            <ac:picMk id="17" creationId="{553E4C91-20D3-13A6-04B3-ECD4F29431D4}"/>
          </ac:picMkLst>
        </pc:picChg>
        <pc:picChg chg="add mod">
          <ac:chgData name="Sophia BUI" userId="5388e7d4eb368e7c" providerId="LiveId" clId="{C4A25E55-FB24-45D4-AE07-AEEFA81CF592}" dt="2023-10-16T21:44:47.763" v="8719" actId="1076"/>
          <ac:picMkLst>
            <pc:docMk/>
            <pc:sldMk cId="1908241126" sldId="744"/>
            <ac:picMk id="18" creationId="{7EE759D1-194C-7DE3-2438-2061C1B84CE4}"/>
          </ac:picMkLst>
        </pc:picChg>
      </pc:sldChg>
      <pc:sldChg chg="delSp modSp add mod">
        <pc:chgData name="Sophia BUI" userId="5388e7d4eb368e7c" providerId="LiveId" clId="{C4A25E55-FB24-45D4-AE07-AEEFA81CF592}" dt="2023-10-16T16:09:28.018" v="8241" actId="6549"/>
        <pc:sldMkLst>
          <pc:docMk/>
          <pc:sldMk cId="3497710902" sldId="745"/>
        </pc:sldMkLst>
        <pc:graphicFrameChg chg="mod modGraphic">
          <ac:chgData name="Sophia BUI" userId="5388e7d4eb368e7c" providerId="LiveId" clId="{C4A25E55-FB24-45D4-AE07-AEEFA81CF592}" dt="2023-10-16T16:09:28.018" v="8241" actId="6549"/>
          <ac:graphicFrameMkLst>
            <pc:docMk/>
            <pc:sldMk cId="3497710902" sldId="745"/>
            <ac:graphicFrameMk id="8" creationId="{C6307BCE-64D8-5E2A-7D59-EEABD1150818}"/>
          </ac:graphicFrameMkLst>
        </pc:graphicFrameChg>
        <pc:picChg chg="del mod">
          <ac:chgData name="Sophia BUI" userId="5388e7d4eb368e7c" providerId="LiveId" clId="{C4A25E55-FB24-45D4-AE07-AEEFA81CF592}" dt="2023-10-16T16:09:14.372" v="8239" actId="478"/>
          <ac:picMkLst>
            <pc:docMk/>
            <pc:sldMk cId="3497710902" sldId="745"/>
            <ac:picMk id="7" creationId="{724EE95B-6109-1360-7394-CC583F695FBF}"/>
          </ac:picMkLst>
        </pc:picChg>
        <pc:picChg chg="del mod">
          <ac:chgData name="Sophia BUI" userId="5388e7d4eb368e7c" providerId="LiveId" clId="{C4A25E55-FB24-45D4-AE07-AEEFA81CF592}" dt="2023-10-16T16:09:16.464" v="8240" actId="478"/>
          <ac:picMkLst>
            <pc:docMk/>
            <pc:sldMk cId="3497710902" sldId="745"/>
            <ac:picMk id="14" creationId="{8B95B45E-1397-ED8F-B804-8CD3D02757B1}"/>
          </ac:picMkLst>
        </pc:picChg>
      </pc:sldChg>
      <pc:sldChg chg="addSp delSp modSp add mod">
        <pc:chgData name="Sophia BUI" userId="5388e7d4eb368e7c" providerId="LiveId" clId="{C4A25E55-FB24-45D4-AE07-AEEFA81CF592}" dt="2023-10-16T21:50:13.146" v="8748" actId="14734"/>
        <pc:sldMkLst>
          <pc:docMk/>
          <pc:sldMk cId="3322875326" sldId="746"/>
        </pc:sldMkLst>
        <pc:graphicFrameChg chg="mod modGraphic">
          <ac:chgData name="Sophia BUI" userId="5388e7d4eb368e7c" providerId="LiveId" clId="{C4A25E55-FB24-45D4-AE07-AEEFA81CF592}" dt="2023-10-16T21:50:13.146" v="8748" actId="14734"/>
          <ac:graphicFrameMkLst>
            <pc:docMk/>
            <pc:sldMk cId="3322875326" sldId="746"/>
            <ac:graphicFrameMk id="8" creationId="{C6307BCE-64D8-5E2A-7D59-EEABD1150818}"/>
          </ac:graphicFrameMkLst>
        </pc:graphicFrameChg>
        <pc:picChg chg="add mod">
          <ac:chgData name="Sophia BUI" userId="5388e7d4eb368e7c" providerId="LiveId" clId="{C4A25E55-FB24-45D4-AE07-AEEFA81CF592}" dt="2023-10-16T21:49:31.442" v="8740" actId="1076"/>
          <ac:picMkLst>
            <pc:docMk/>
            <pc:sldMk cId="3322875326" sldId="746"/>
            <ac:picMk id="3" creationId="{D3047B11-901D-F8D7-613C-6520731E33AE}"/>
          </ac:picMkLst>
        </pc:picChg>
        <pc:picChg chg="add mod">
          <ac:chgData name="Sophia BUI" userId="5388e7d4eb368e7c" providerId="LiveId" clId="{C4A25E55-FB24-45D4-AE07-AEEFA81CF592}" dt="2023-10-16T21:49:37.961" v="8741" actId="1076"/>
          <ac:picMkLst>
            <pc:docMk/>
            <pc:sldMk cId="3322875326" sldId="746"/>
            <ac:picMk id="4" creationId="{249B48EF-FB04-E8FD-BE51-276E7F1FC8B6}"/>
          </ac:picMkLst>
        </pc:picChg>
        <pc:picChg chg="add mod">
          <ac:chgData name="Sophia BUI" userId="5388e7d4eb368e7c" providerId="LiveId" clId="{C4A25E55-FB24-45D4-AE07-AEEFA81CF592}" dt="2023-10-16T21:50:05.593" v="8746" actId="1076"/>
          <ac:picMkLst>
            <pc:docMk/>
            <pc:sldMk cId="3322875326" sldId="746"/>
            <ac:picMk id="6" creationId="{EE906322-F445-75D2-73D4-6A80D1621D77}"/>
          </ac:picMkLst>
        </pc:picChg>
        <pc:picChg chg="del">
          <ac:chgData name="Sophia BUI" userId="5388e7d4eb368e7c" providerId="LiveId" clId="{C4A25E55-FB24-45D4-AE07-AEEFA81CF592}" dt="2023-10-16T16:03:22.544" v="8167" actId="478"/>
          <ac:picMkLst>
            <pc:docMk/>
            <pc:sldMk cId="3322875326" sldId="746"/>
            <ac:picMk id="7" creationId="{724EE95B-6109-1360-7394-CC583F695FBF}"/>
          </ac:picMkLst>
        </pc:picChg>
        <pc:picChg chg="add mod">
          <ac:chgData name="Sophia BUI" userId="5388e7d4eb368e7c" providerId="LiveId" clId="{C4A25E55-FB24-45D4-AE07-AEEFA81CF592}" dt="2023-10-16T21:50:08.883" v="8747" actId="1076"/>
          <ac:picMkLst>
            <pc:docMk/>
            <pc:sldMk cId="3322875326" sldId="746"/>
            <ac:picMk id="9" creationId="{ADE0F2D1-1CEA-84A7-92A0-4B03CF79ABD5}"/>
          </ac:picMkLst>
        </pc:picChg>
        <pc:picChg chg="add mod">
          <ac:chgData name="Sophia BUI" userId="5388e7d4eb368e7c" providerId="LiveId" clId="{C4A25E55-FB24-45D4-AE07-AEEFA81CF592}" dt="2023-10-16T21:49:41.305" v="8742" actId="1076"/>
          <ac:picMkLst>
            <pc:docMk/>
            <pc:sldMk cId="3322875326" sldId="746"/>
            <ac:picMk id="11" creationId="{DDCD9ED1-9B27-D0F2-6F5A-93BBA6E4DF09}"/>
          </ac:picMkLst>
        </pc:picChg>
        <pc:picChg chg="del">
          <ac:chgData name="Sophia BUI" userId="5388e7d4eb368e7c" providerId="LiveId" clId="{C4A25E55-FB24-45D4-AE07-AEEFA81CF592}" dt="2023-10-16T16:03:41.155" v="8173" actId="478"/>
          <ac:picMkLst>
            <pc:docMk/>
            <pc:sldMk cId="3322875326" sldId="746"/>
            <ac:picMk id="14" creationId="{8B95B45E-1397-ED8F-B804-8CD3D02757B1}"/>
          </ac:picMkLst>
        </pc:picChg>
      </pc:sldChg>
      <pc:sldChg chg="modSp add mod ord">
        <pc:chgData name="Sophia BUI" userId="5388e7d4eb368e7c" providerId="LiveId" clId="{C4A25E55-FB24-45D4-AE07-AEEFA81CF592}" dt="2023-10-21T00:11:04.949" v="15690"/>
        <pc:sldMkLst>
          <pc:docMk/>
          <pc:sldMk cId="944239270" sldId="747"/>
        </pc:sldMkLst>
        <pc:graphicFrameChg chg="mod modGraphic">
          <ac:chgData name="Sophia BUI" userId="5388e7d4eb368e7c" providerId="LiveId" clId="{C4A25E55-FB24-45D4-AE07-AEEFA81CF592}" dt="2023-10-21T00:04:08.176" v="15688" actId="1076"/>
          <ac:graphicFrameMkLst>
            <pc:docMk/>
            <pc:sldMk cId="944239270" sldId="747"/>
            <ac:graphicFrameMk id="8" creationId="{C6307BCE-64D8-5E2A-7D59-EEABD1150818}"/>
          </ac:graphicFrameMkLst>
        </pc:graphicFrameChg>
        <pc:picChg chg="mod">
          <ac:chgData name="Sophia BUI" userId="5388e7d4eb368e7c" providerId="LiveId" clId="{C4A25E55-FB24-45D4-AE07-AEEFA81CF592}" dt="2023-10-21T00:03:36.703" v="15686" actId="14100"/>
          <ac:picMkLst>
            <pc:docMk/>
            <pc:sldMk cId="944239270" sldId="747"/>
            <ac:picMk id="7" creationId="{724EE95B-6109-1360-7394-CC583F695FBF}"/>
          </ac:picMkLst>
        </pc:picChg>
        <pc:picChg chg="mod">
          <ac:chgData name="Sophia BUI" userId="5388e7d4eb368e7c" providerId="LiveId" clId="{C4A25E55-FB24-45D4-AE07-AEEFA81CF592}" dt="2023-10-21T00:03:40.071" v="15687" actId="14100"/>
          <ac:picMkLst>
            <pc:docMk/>
            <pc:sldMk cId="944239270" sldId="747"/>
            <ac:picMk id="14" creationId="{8B95B45E-1397-ED8F-B804-8CD3D02757B1}"/>
          </ac:picMkLst>
        </pc:picChg>
      </pc:sldChg>
      <pc:sldChg chg="delSp modSp add mod ord">
        <pc:chgData name="Sophia BUI" userId="5388e7d4eb368e7c" providerId="LiveId" clId="{C4A25E55-FB24-45D4-AE07-AEEFA81CF592}" dt="2023-10-21T00:11:18.189" v="15692"/>
        <pc:sldMkLst>
          <pc:docMk/>
          <pc:sldMk cId="114566620" sldId="748"/>
        </pc:sldMkLst>
        <pc:spChg chg="mod">
          <ac:chgData name="Sophia BUI" userId="5388e7d4eb368e7c" providerId="LiveId" clId="{C4A25E55-FB24-45D4-AE07-AEEFA81CF592}" dt="2023-10-16T22:18:51.172" v="9718"/>
          <ac:spMkLst>
            <pc:docMk/>
            <pc:sldMk cId="114566620" sldId="748"/>
            <ac:spMk id="2" creationId="{3C8881F5-B84D-F242-95A9-141E2A849202}"/>
          </ac:spMkLst>
        </pc:spChg>
        <pc:graphicFrameChg chg="mod modGraphic">
          <ac:chgData name="Sophia BUI" userId="5388e7d4eb368e7c" providerId="LiveId" clId="{C4A25E55-FB24-45D4-AE07-AEEFA81CF592}" dt="2023-10-16T22:12:48.211" v="9307" actId="20577"/>
          <ac:graphicFrameMkLst>
            <pc:docMk/>
            <pc:sldMk cId="114566620" sldId="748"/>
            <ac:graphicFrameMk id="8" creationId="{C6307BCE-64D8-5E2A-7D59-EEABD1150818}"/>
          </ac:graphicFrameMkLst>
        </pc:graphicFrameChg>
        <pc:picChg chg="del">
          <ac:chgData name="Sophia BUI" userId="5388e7d4eb368e7c" providerId="LiveId" clId="{C4A25E55-FB24-45D4-AE07-AEEFA81CF592}" dt="2023-10-16T22:07:45.242" v="9092" actId="478"/>
          <ac:picMkLst>
            <pc:docMk/>
            <pc:sldMk cId="114566620" sldId="748"/>
            <ac:picMk id="7" creationId="{724EE95B-6109-1360-7394-CC583F695FBF}"/>
          </ac:picMkLst>
        </pc:picChg>
        <pc:picChg chg="del">
          <ac:chgData name="Sophia BUI" userId="5388e7d4eb368e7c" providerId="LiveId" clId="{C4A25E55-FB24-45D4-AE07-AEEFA81CF592}" dt="2023-10-16T22:07:46.368" v="9093" actId="478"/>
          <ac:picMkLst>
            <pc:docMk/>
            <pc:sldMk cId="114566620" sldId="748"/>
            <ac:picMk id="14" creationId="{8B95B45E-1397-ED8F-B804-8CD3D02757B1}"/>
          </ac:picMkLst>
        </pc:picChg>
      </pc:sldChg>
      <pc:sldChg chg="addSp delSp modSp add mod modClrScheme chgLayout modNotesTx">
        <pc:chgData name="Sophia BUI" userId="5388e7d4eb368e7c" providerId="LiveId" clId="{C4A25E55-FB24-45D4-AE07-AEEFA81CF592}" dt="2023-10-16T23:13:56.733" v="9766"/>
        <pc:sldMkLst>
          <pc:docMk/>
          <pc:sldMk cId="2471208041" sldId="749"/>
        </pc:sldMkLst>
        <pc:spChg chg="mod ord">
          <ac:chgData name="Sophia BUI" userId="5388e7d4eb368e7c" providerId="LiveId" clId="{C4A25E55-FB24-45D4-AE07-AEEFA81CF592}" dt="2023-10-16T22:17:47.463" v="9698" actId="20577"/>
          <ac:spMkLst>
            <pc:docMk/>
            <pc:sldMk cId="2471208041" sldId="749"/>
            <ac:spMk id="2" creationId="{3C8881F5-B84D-F242-95A9-141E2A849202}"/>
          </ac:spMkLst>
        </pc:spChg>
        <pc:spChg chg="add del mod ord">
          <ac:chgData name="Sophia BUI" userId="5388e7d4eb368e7c" providerId="LiveId" clId="{C4A25E55-FB24-45D4-AE07-AEEFA81CF592}" dt="2023-10-16T22:14:53.486" v="9344" actId="700"/>
          <ac:spMkLst>
            <pc:docMk/>
            <pc:sldMk cId="2471208041" sldId="749"/>
            <ac:spMk id="4" creationId="{D20CB270-B201-CB14-5E93-DC47CF9A00E3}"/>
          </ac:spMkLst>
        </pc:spChg>
        <pc:spChg chg="add mod ord">
          <ac:chgData name="Sophia BUI" userId="5388e7d4eb368e7c" providerId="LiveId" clId="{C4A25E55-FB24-45D4-AE07-AEEFA81CF592}" dt="2023-10-16T22:19:47.567" v="9752" actId="20577"/>
          <ac:spMkLst>
            <pc:docMk/>
            <pc:sldMk cId="2471208041" sldId="749"/>
            <ac:spMk id="5" creationId="{23B99CDA-AE4D-BCC4-974F-B7C187414285}"/>
          </ac:spMkLst>
        </pc:spChg>
        <pc:spChg chg="add del mod ord">
          <ac:chgData name="Sophia BUI" userId="5388e7d4eb368e7c" providerId="LiveId" clId="{C4A25E55-FB24-45D4-AE07-AEEFA81CF592}" dt="2023-10-16T22:16:52.237" v="9648" actId="22"/>
          <ac:spMkLst>
            <pc:docMk/>
            <pc:sldMk cId="2471208041" sldId="749"/>
            <ac:spMk id="6" creationId="{E5481BF0-80E0-A338-7786-98B888362D3D}"/>
          </ac:spMkLst>
        </pc:spChg>
        <pc:graphicFrameChg chg="del">
          <ac:chgData name="Sophia BUI" userId="5388e7d4eb368e7c" providerId="LiveId" clId="{C4A25E55-FB24-45D4-AE07-AEEFA81CF592}" dt="2023-10-16T22:14:11.130" v="9311" actId="478"/>
          <ac:graphicFrameMkLst>
            <pc:docMk/>
            <pc:sldMk cId="2471208041" sldId="749"/>
            <ac:graphicFrameMk id="8" creationId="{C6307BCE-64D8-5E2A-7D59-EEABD1150818}"/>
          </ac:graphicFrameMkLst>
        </pc:graphicFrameChg>
        <pc:picChg chg="add mod ord">
          <ac:chgData name="Sophia BUI" userId="5388e7d4eb368e7c" providerId="LiveId" clId="{C4A25E55-FB24-45D4-AE07-AEEFA81CF592}" dt="2023-10-16T22:20:33.403" v="9756" actId="1076"/>
          <ac:picMkLst>
            <pc:docMk/>
            <pc:sldMk cId="2471208041" sldId="749"/>
            <ac:picMk id="9" creationId="{97995A90-06D6-B050-9B91-BA68FC80AA9B}"/>
          </ac:picMkLst>
        </pc:picChg>
        <pc:picChg chg="add mod">
          <ac:chgData name="Sophia BUI" userId="5388e7d4eb368e7c" providerId="LiveId" clId="{C4A25E55-FB24-45D4-AE07-AEEFA81CF592}" dt="2023-10-16T22:20:18.413" v="9754" actId="1076"/>
          <ac:picMkLst>
            <pc:docMk/>
            <pc:sldMk cId="2471208041" sldId="749"/>
            <ac:picMk id="11" creationId="{5B9DD028-E930-738C-E5A1-1EEAFAAA4441}"/>
          </ac:picMkLst>
        </pc:picChg>
      </pc:sldChg>
      <pc:sldChg chg="delSp modSp add mod">
        <pc:chgData name="Sophia BUI" userId="5388e7d4eb368e7c" providerId="LiveId" clId="{C4A25E55-FB24-45D4-AE07-AEEFA81CF592}" dt="2023-10-17T01:58:13.355" v="9825" actId="478"/>
        <pc:sldMkLst>
          <pc:docMk/>
          <pc:sldMk cId="3805855459" sldId="750"/>
        </pc:sldMkLst>
        <pc:spChg chg="mod">
          <ac:chgData name="Sophia BUI" userId="5388e7d4eb368e7c" providerId="LiveId" clId="{C4A25E55-FB24-45D4-AE07-AEEFA81CF592}" dt="2023-10-17T01:58:04.668" v="9824" actId="20577"/>
          <ac:spMkLst>
            <pc:docMk/>
            <pc:sldMk cId="3805855459" sldId="750"/>
            <ac:spMk id="3" creationId="{00000000-0000-0000-0000-000000000000}"/>
          </ac:spMkLst>
        </pc:spChg>
        <pc:picChg chg="del">
          <ac:chgData name="Sophia BUI" userId="5388e7d4eb368e7c" providerId="LiveId" clId="{C4A25E55-FB24-45D4-AE07-AEEFA81CF592}" dt="2023-10-17T01:58:13.355" v="9825" actId="478"/>
          <ac:picMkLst>
            <pc:docMk/>
            <pc:sldMk cId="3805855459" sldId="750"/>
            <ac:picMk id="6" creationId="{B4812AF9-8A9E-56F8-8E1F-416EEEA858BC}"/>
          </ac:picMkLst>
        </pc:picChg>
      </pc:sldChg>
      <pc:sldChg chg="modSp add mod">
        <pc:chgData name="Sophia BUI" userId="5388e7d4eb368e7c" providerId="LiveId" clId="{C4A25E55-FB24-45D4-AE07-AEEFA81CF592}" dt="2023-10-18T02:03:30.045" v="9943" actId="20577"/>
        <pc:sldMkLst>
          <pc:docMk/>
          <pc:sldMk cId="1378831155" sldId="751"/>
        </pc:sldMkLst>
        <pc:graphicFrameChg chg="mod modGraphic">
          <ac:chgData name="Sophia BUI" userId="5388e7d4eb368e7c" providerId="LiveId" clId="{C4A25E55-FB24-45D4-AE07-AEEFA81CF592}" dt="2023-10-18T02:03:30.045" v="9943" actId="20577"/>
          <ac:graphicFrameMkLst>
            <pc:docMk/>
            <pc:sldMk cId="1378831155" sldId="751"/>
            <ac:graphicFrameMk id="3" creationId="{05C4268C-B0B5-4FD8-C7D2-70BDAAE2A025}"/>
          </ac:graphicFrameMkLst>
        </pc:graphicFrameChg>
      </pc:sldChg>
      <pc:sldChg chg="addSp delSp modSp new mod">
        <pc:chgData name="Sophia BUI" userId="5388e7d4eb368e7c" providerId="LiveId" clId="{C4A25E55-FB24-45D4-AE07-AEEFA81CF592}" dt="2023-10-18T04:25:33.014" v="11466" actId="20577"/>
        <pc:sldMkLst>
          <pc:docMk/>
          <pc:sldMk cId="2618847587" sldId="752"/>
        </pc:sldMkLst>
        <pc:spChg chg="mod">
          <ac:chgData name="Sophia BUI" userId="5388e7d4eb368e7c" providerId="LiveId" clId="{C4A25E55-FB24-45D4-AE07-AEEFA81CF592}" dt="2023-10-18T04:09:57.675" v="11178"/>
          <ac:spMkLst>
            <pc:docMk/>
            <pc:sldMk cId="2618847587" sldId="752"/>
            <ac:spMk id="2" creationId="{A94C11A3-3530-AF1D-5DF6-A7141FFD8916}"/>
          </ac:spMkLst>
        </pc:spChg>
        <pc:spChg chg="del">
          <ac:chgData name="Sophia BUI" userId="5388e7d4eb368e7c" providerId="LiveId" clId="{C4A25E55-FB24-45D4-AE07-AEEFA81CF592}" dt="2023-10-18T03:51:25.979" v="10005" actId="3680"/>
          <ac:spMkLst>
            <pc:docMk/>
            <pc:sldMk cId="2618847587" sldId="752"/>
            <ac:spMk id="3" creationId="{7A7049BF-F888-2E5A-43DA-1AFCCABC86E5}"/>
          </ac:spMkLst>
        </pc:spChg>
        <pc:graphicFrameChg chg="add mod ord modGraphic">
          <ac:chgData name="Sophia BUI" userId="5388e7d4eb368e7c" providerId="LiveId" clId="{C4A25E55-FB24-45D4-AE07-AEEFA81CF592}" dt="2023-10-18T04:25:33.014" v="11466" actId="20577"/>
          <ac:graphicFrameMkLst>
            <pc:docMk/>
            <pc:sldMk cId="2618847587" sldId="752"/>
            <ac:graphicFrameMk id="4" creationId="{9F4E892F-A7A1-D6E6-7248-3515298C882A}"/>
          </ac:graphicFrameMkLst>
        </pc:graphicFrameChg>
      </pc:sldChg>
      <pc:sldChg chg="modSp add mod ord">
        <pc:chgData name="Sophia BUI" userId="5388e7d4eb368e7c" providerId="LiveId" clId="{C4A25E55-FB24-45D4-AE07-AEEFA81CF592}" dt="2023-10-20T02:00:47.134" v="13969" actId="400"/>
        <pc:sldMkLst>
          <pc:docMk/>
          <pc:sldMk cId="1822008448" sldId="753"/>
        </pc:sldMkLst>
        <pc:spChg chg="mod">
          <ac:chgData name="Sophia BUI" userId="5388e7d4eb368e7c" providerId="LiveId" clId="{C4A25E55-FB24-45D4-AE07-AEEFA81CF592}" dt="2023-10-18T04:09:49.791" v="11176" actId="20577"/>
          <ac:spMkLst>
            <pc:docMk/>
            <pc:sldMk cId="1822008448" sldId="753"/>
            <ac:spMk id="2" creationId="{3C8881F5-B84D-F242-95A9-141E2A849202}"/>
          </ac:spMkLst>
        </pc:spChg>
        <pc:graphicFrameChg chg="mod modGraphic">
          <ac:chgData name="Sophia BUI" userId="5388e7d4eb368e7c" providerId="LiveId" clId="{C4A25E55-FB24-45D4-AE07-AEEFA81CF592}" dt="2023-10-20T02:00:47.134" v="13969" actId="400"/>
          <ac:graphicFrameMkLst>
            <pc:docMk/>
            <pc:sldMk cId="1822008448" sldId="753"/>
            <ac:graphicFrameMk id="3" creationId="{05C4268C-B0B5-4FD8-C7D2-70BDAAE2A025}"/>
          </ac:graphicFrameMkLst>
        </pc:graphicFrameChg>
      </pc:sldChg>
      <pc:sldChg chg="modSp del mod">
        <pc:chgData name="Sophia BUI" userId="5388e7d4eb368e7c" providerId="LiveId" clId="{C4A25E55-FB24-45D4-AE07-AEEFA81CF592}" dt="2023-10-19T14:26:40.913" v="13238" actId="2696"/>
        <pc:sldMkLst>
          <pc:docMk/>
          <pc:sldMk cId="3090314002" sldId="754"/>
        </pc:sldMkLst>
        <pc:spChg chg="mod">
          <ac:chgData name="Sophia BUI" userId="5388e7d4eb368e7c" providerId="LiveId" clId="{C4A25E55-FB24-45D4-AE07-AEEFA81CF592}" dt="2023-10-19T14:26:34.721" v="13237" actId="6549"/>
          <ac:spMkLst>
            <pc:docMk/>
            <pc:sldMk cId="3090314002" sldId="754"/>
            <ac:spMk id="2" creationId="{E9CA42D5-8B19-DC7B-0DA2-D9301FCE0A6D}"/>
          </ac:spMkLst>
        </pc:spChg>
      </pc:sldChg>
      <pc:sldChg chg="modSp mod">
        <pc:chgData name="Sophia BUI" userId="5388e7d4eb368e7c" providerId="LiveId" clId="{C4A25E55-FB24-45D4-AE07-AEEFA81CF592}" dt="2023-10-20T22:57:20.259" v="14922" actId="20577"/>
        <pc:sldMkLst>
          <pc:docMk/>
          <pc:sldMk cId="3662816544" sldId="755"/>
        </pc:sldMkLst>
        <pc:graphicFrameChg chg="modGraphic">
          <ac:chgData name="Sophia BUI" userId="5388e7d4eb368e7c" providerId="LiveId" clId="{C4A25E55-FB24-45D4-AE07-AEEFA81CF592}" dt="2023-10-20T22:57:20.259" v="14922" actId="20577"/>
          <ac:graphicFrameMkLst>
            <pc:docMk/>
            <pc:sldMk cId="3662816544" sldId="755"/>
            <ac:graphicFrameMk id="8" creationId="{C6307BCE-64D8-5E2A-7D59-EEABD1150818}"/>
          </ac:graphicFrameMkLst>
        </pc:graphicFrameChg>
      </pc:sldChg>
      <pc:sldChg chg="modSp mod delDesignElem">
        <pc:chgData name="Sophia BUI" userId="5388e7d4eb368e7c" providerId="LiveId" clId="{C4A25E55-FB24-45D4-AE07-AEEFA81CF592}" dt="2023-10-19T00:06:06.897" v="11516" actId="20577"/>
        <pc:sldMkLst>
          <pc:docMk/>
          <pc:sldMk cId="2397422536" sldId="756"/>
        </pc:sldMkLst>
        <pc:spChg chg="mod">
          <ac:chgData name="Sophia BUI" userId="5388e7d4eb368e7c" providerId="LiveId" clId="{C4A25E55-FB24-45D4-AE07-AEEFA81CF592}" dt="2023-10-19T00:06:06.897" v="11516" actId="20577"/>
          <ac:spMkLst>
            <pc:docMk/>
            <pc:sldMk cId="2397422536" sldId="756"/>
            <ac:spMk id="2" creationId="{96713B1E-85D5-AA04-F3AE-AEBE35B6F107}"/>
          </ac:spMkLst>
        </pc:spChg>
      </pc:sldChg>
      <pc:sldChg chg="modSp mod delDesignElem">
        <pc:chgData name="Sophia BUI" userId="5388e7d4eb368e7c" providerId="LiveId" clId="{C4A25E55-FB24-45D4-AE07-AEEFA81CF592}" dt="2023-10-19T00:06:37.473" v="11566" actId="20577"/>
        <pc:sldMkLst>
          <pc:docMk/>
          <pc:sldMk cId="35812478" sldId="757"/>
        </pc:sldMkLst>
        <pc:spChg chg="mod">
          <ac:chgData name="Sophia BUI" userId="5388e7d4eb368e7c" providerId="LiveId" clId="{C4A25E55-FB24-45D4-AE07-AEEFA81CF592}" dt="2023-10-19T00:06:37.473" v="11566" actId="20577"/>
          <ac:spMkLst>
            <pc:docMk/>
            <pc:sldMk cId="35812478" sldId="757"/>
            <ac:spMk id="2" creationId="{96713B1E-85D5-AA04-F3AE-AEBE35B6F107}"/>
          </ac:spMkLst>
        </pc:spChg>
      </pc:sldChg>
      <pc:sldChg chg="addSp delSp modSp mod setBg modClrScheme delDesignElem chgLayout">
        <pc:chgData name="Sophia BUI" userId="5388e7d4eb368e7c" providerId="LiveId" clId="{C4A25E55-FB24-45D4-AE07-AEEFA81CF592}" dt="2023-10-19T14:25:30.593" v="13235" actId="26606"/>
        <pc:sldMkLst>
          <pc:docMk/>
          <pc:sldMk cId="1360055676" sldId="758"/>
        </pc:sldMkLst>
        <pc:spChg chg="mod ord">
          <ac:chgData name="Sophia BUI" userId="5388e7d4eb368e7c" providerId="LiveId" clId="{C4A25E55-FB24-45D4-AE07-AEEFA81CF592}" dt="2023-10-19T14:25:30.593" v="13235" actId="26606"/>
          <ac:spMkLst>
            <pc:docMk/>
            <pc:sldMk cId="1360055676" sldId="758"/>
            <ac:spMk id="2" creationId="{00000000-0000-0000-0000-000000000000}"/>
          </ac:spMkLst>
        </pc:spChg>
        <pc:spChg chg="add del">
          <ac:chgData name="Sophia BUI" userId="5388e7d4eb368e7c" providerId="LiveId" clId="{C4A25E55-FB24-45D4-AE07-AEEFA81CF592}" dt="2023-10-19T00:10:31.848" v="11628" actId="478"/>
          <ac:spMkLst>
            <pc:docMk/>
            <pc:sldMk cId="1360055676" sldId="758"/>
            <ac:spMk id="6" creationId="{00000000-0000-0000-0000-000000000000}"/>
          </ac:spMkLst>
        </pc:spChg>
        <pc:spChg chg="add del mod">
          <ac:chgData name="Sophia BUI" userId="5388e7d4eb368e7c" providerId="LiveId" clId="{C4A25E55-FB24-45D4-AE07-AEEFA81CF592}" dt="2023-10-19T00:07:35.023" v="11583" actId="931"/>
          <ac:spMkLst>
            <pc:docMk/>
            <pc:sldMk cId="1360055676" sldId="758"/>
            <ac:spMk id="7" creationId="{A5F876DA-E0FF-D896-D937-D28F8179807F}"/>
          </ac:spMkLst>
        </pc:spChg>
        <pc:spChg chg="add del mod ord">
          <ac:chgData name="Sophia BUI" userId="5388e7d4eb368e7c" providerId="LiveId" clId="{C4A25E55-FB24-45D4-AE07-AEEFA81CF592}" dt="2023-10-19T00:09:13.282" v="11619" actId="700"/>
          <ac:spMkLst>
            <pc:docMk/>
            <pc:sldMk cId="1360055676" sldId="758"/>
            <ac:spMk id="12" creationId="{CD5F4CFC-A504-BAF3-62F8-0524F863A131}"/>
          </ac:spMkLst>
        </pc:spChg>
        <pc:spChg chg="add del mod ord">
          <ac:chgData name="Sophia BUI" userId="5388e7d4eb368e7c" providerId="LiveId" clId="{C4A25E55-FB24-45D4-AE07-AEEFA81CF592}" dt="2023-10-19T00:10:36" v="11630" actId="22"/>
          <ac:spMkLst>
            <pc:docMk/>
            <pc:sldMk cId="1360055676" sldId="758"/>
            <ac:spMk id="14" creationId="{C1D8019F-3DF6-EB2A-0F0C-7BD90E900EB0}"/>
          </ac:spMkLst>
        </pc:spChg>
        <pc:spChg chg="add del mod ord">
          <ac:chgData name="Sophia BUI" userId="5388e7d4eb368e7c" providerId="LiveId" clId="{C4A25E55-FB24-45D4-AE07-AEEFA81CF592}" dt="2023-10-19T00:10:57.485" v="11631" actId="931"/>
          <ac:spMkLst>
            <pc:docMk/>
            <pc:sldMk cId="1360055676" sldId="758"/>
            <ac:spMk id="16" creationId="{812CA6AF-786B-BE65-57FB-AFBB6FACD024}"/>
          </ac:spMkLst>
        </pc:spChg>
        <pc:spChg chg="add del">
          <ac:chgData name="Sophia BUI" userId="5388e7d4eb368e7c" providerId="LiveId" clId="{C4A25E55-FB24-45D4-AE07-AEEFA81CF592}" dt="2023-10-19T14:25:30.593" v="13235" actId="26606"/>
          <ac:spMkLst>
            <pc:docMk/>
            <pc:sldMk cId="1360055676" sldId="758"/>
            <ac:spMk id="27" creationId="{99ED5833-B85B-4103-8A3B-CAB0308E6C15}"/>
          </ac:spMkLst>
        </pc:spChg>
        <pc:spChg chg="add del">
          <ac:chgData name="Sophia BUI" userId="5388e7d4eb368e7c" providerId="LiveId" clId="{C4A25E55-FB24-45D4-AE07-AEEFA81CF592}" dt="2023-10-19T14:25:30.592" v="13234" actId="26606"/>
          <ac:spMkLst>
            <pc:docMk/>
            <pc:sldMk cId="1360055676" sldId="758"/>
            <ac:spMk id="32" creationId="{99ED5833-B85B-4103-8A3B-CAB0308E6C15}"/>
          </ac:spMkLst>
        </pc:spChg>
        <pc:picChg chg="del">
          <ac:chgData name="Sophia BUI" userId="5388e7d4eb368e7c" providerId="LiveId" clId="{C4A25E55-FB24-45D4-AE07-AEEFA81CF592}" dt="2023-10-19T00:07:04.316" v="11581" actId="478"/>
          <ac:picMkLst>
            <pc:docMk/>
            <pc:sldMk cId="1360055676" sldId="758"/>
            <ac:picMk id="4" creationId="{00000000-0000-0000-0000-000000000000}"/>
          </ac:picMkLst>
        </pc:picChg>
        <pc:picChg chg="del">
          <ac:chgData name="Sophia BUI" userId="5388e7d4eb368e7c" providerId="LiveId" clId="{C4A25E55-FB24-45D4-AE07-AEEFA81CF592}" dt="2023-10-19T00:07:08.612" v="11582" actId="478"/>
          <ac:picMkLst>
            <pc:docMk/>
            <pc:sldMk cId="1360055676" sldId="758"/>
            <ac:picMk id="5" creationId="{00000000-0000-0000-0000-000000000000}"/>
          </ac:picMkLst>
        </pc:picChg>
        <pc:picChg chg="add del mod">
          <ac:chgData name="Sophia BUI" userId="5388e7d4eb368e7c" providerId="LiveId" clId="{C4A25E55-FB24-45D4-AE07-AEEFA81CF592}" dt="2023-10-19T00:09:04.931" v="11618" actId="478"/>
          <ac:picMkLst>
            <pc:docMk/>
            <pc:sldMk cId="1360055676" sldId="758"/>
            <ac:picMk id="10" creationId="{619E2C28-6172-B42A-6DCD-70560E629ABF}"/>
          </ac:picMkLst>
        </pc:picChg>
        <pc:picChg chg="add del mod ord">
          <ac:chgData name="Sophia BUI" userId="5388e7d4eb368e7c" providerId="LiveId" clId="{C4A25E55-FB24-45D4-AE07-AEEFA81CF592}" dt="2023-10-19T00:10:25.717" v="11627" actId="22"/>
          <ac:picMkLst>
            <pc:docMk/>
            <pc:sldMk cId="1360055676" sldId="758"/>
            <ac:picMk id="18" creationId="{3DF8A083-F313-54BE-19F3-BCCE8DB693C7}"/>
          </ac:picMkLst>
        </pc:picChg>
        <pc:picChg chg="add mod ord">
          <ac:chgData name="Sophia BUI" userId="5388e7d4eb368e7c" providerId="LiveId" clId="{C4A25E55-FB24-45D4-AE07-AEEFA81CF592}" dt="2023-10-19T14:25:30.593" v="13235" actId="26606"/>
          <ac:picMkLst>
            <pc:docMk/>
            <pc:sldMk cId="1360055676" sldId="758"/>
            <ac:picMk id="20" creationId="{0BB31F6C-686E-69F1-A8A5-790ADA0218B1}"/>
          </ac:picMkLst>
        </pc:picChg>
        <pc:picChg chg="add mod">
          <ac:chgData name="Sophia BUI" userId="5388e7d4eb368e7c" providerId="LiveId" clId="{C4A25E55-FB24-45D4-AE07-AEEFA81CF592}" dt="2023-10-19T14:25:30.593" v="13235" actId="26606"/>
          <ac:picMkLst>
            <pc:docMk/>
            <pc:sldMk cId="1360055676" sldId="758"/>
            <ac:picMk id="22" creationId="{CB15D8AB-73FD-7266-10BF-5DA8A580EC2A}"/>
          </ac:picMkLst>
        </pc:picChg>
        <pc:cxnChg chg="add del mod">
          <ac:chgData name="Sophia BUI" userId="5388e7d4eb368e7c" providerId="LiveId" clId="{C4A25E55-FB24-45D4-AE07-AEEFA81CF592}" dt="2023-10-19T00:10:32.700" v="11629" actId="478"/>
          <ac:cxnSpMkLst>
            <pc:docMk/>
            <pc:sldMk cId="1360055676" sldId="758"/>
            <ac:cxnSpMk id="8" creationId="{00000000-0000-0000-0000-000000000000}"/>
          </ac:cxnSpMkLst>
        </pc:cxnChg>
      </pc:sldChg>
      <pc:sldChg chg="addSp delSp modSp new mod">
        <pc:chgData name="Sophia BUI" userId="5388e7d4eb368e7c" providerId="LiveId" clId="{C4A25E55-FB24-45D4-AE07-AEEFA81CF592}" dt="2023-10-19T04:03:28.980" v="13127" actId="14734"/>
        <pc:sldMkLst>
          <pc:docMk/>
          <pc:sldMk cId="925101778" sldId="759"/>
        </pc:sldMkLst>
        <pc:spChg chg="mod">
          <ac:chgData name="Sophia BUI" userId="5388e7d4eb368e7c" providerId="LiveId" clId="{C4A25E55-FB24-45D4-AE07-AEEFA81CF592}" dt="2023-10-19T01:55:17.304" v="12930" actId="20577"/>
          <ac:spMkLst>
            <pc:docMk/>
            <pc:sldMk cId="925101778" sldId="759"/>
            <ac:spMk id="2" creationId="{8FB3E54F-155E-A748-0361-547CEFAAF07D}"/>
          </ac:spMkLst>
        </pc:spChg>
        <pc:spChg chg="del">
          <ac:chgData name="Sophia BUI" userId="5388e7d4eb368e7c" providerId="LiveId" clId="{C4A25E55-FB24-45D4-AE07-AEEFA81CF592}" dt="2023-10-19T01:19:52.499" v="11637" actId="3680"/>
          <ac:spMkLst>
            <pc:docMk/>
            <pc:sldMk cId="925101778" sldId="759"/>
            <ac:spMk id="3" creationId="{FB0DF1A6-9B92-A451-B0B6-8A5D94FF1AC6}"/>
          </ac:spMkLst>
        </pc:spChg>
        <pc:spChg chg="add del mod">
          <ac:chgData name="Sophia BUI" userId="5388e7d4eb368e7c" providerId="LiveId" clId="{C4A25E55-FB24-45D4-AE07-AEEFA81CF592}" dt="2023-10-19T01:26:19.770" v="11736" actId="478"/>
          <ac:spMkLst>
            <pc:docMk/>
            <pc:sldMk cId="925101778" sldId="759"/>
            <ac:spMk id="7" creationId="{B9772B03-3D05-E9E0-5A68-C50B514D7DD4}"/>
          </ac:spMkLst>
        </pc:spChg>
        <pc:spChg chg="add del">
          <ac:chgData name="Sophia BUI" userId="5388e7d4eb368e7c" providerId="LiveId" clId="{C4A25E55-FB24-45D4-AE07-AEEFA81CF592}" dt="2023-10-19T01:43:00.068" v="12225" actId="478"/>
          <ac:spMkLst>
            <pc:docMk/>
            <pc:sldMk cId="925101778" sldId="759"/>
            <ac:spMk id="9" creationId="{B0423C36-94A0-3AAF-51B3-10E7EE73F12A}"/>
          </ac:spMkLst>
        </pc:spChg>
        <pc:graphicFrameChg chg="add del mod ord modGraphic">
          <ac:chgData name="Sophia BUI" userId="5388e7d4eb368e7c" providerId="LiveId" clId="{C4A25E55-FB24-45D4-AE07-AEEFA81CF592}" dt="2023-10-19T04:03:28.980" v="13127" actId="14734"/>
          <ac:graphicFrameMkLst>
            <pc:docMk/>
            <pc:sldMk cId="925101778" sldId="759"/>
            <ac:graphicFrameMk id="4" creationId="{7CEDEBDA-FD54-68F1-6917-280A3B6926A9}"/>
          </ac:graphicFrameMkLst>
        </pc:graphicFrameChg>
        <pc:picChg chg="add del">
          <ac:chgData name="Sophia BUI" userId="5388e7d4eb368e7c" providerId="LiveId" clId="{C4A25E55-FB24-45D4-AE07-AEEFA81CF592}" dt="2023-10-19T01:20:16.243" v="11639" actId="478"/>
          <ac:picMkLst>
            <pc:docMk/>
            <pc:sldMk cId="925101778" sldId="759"/>
            <ac:picMk id="6" creationId="{75B5BA94-D910-423D-798F-B20B86C86C6D}"/>
          </ac:picMkLst>
        </pc:picChg>
        <pc:picChg chg="add del mod">
          <ac:chgData name="Sophia BUI" userId="5388e7d4eb368e7c" providerId="LiveId" clId="{C4A25E55-FB24-45D4-AE07-AEEFA81CF592}" dt="2023-10-19T01:26:20.438" v="11737"/>
          <ac:picMkLst>
            <pc:docMk/>
            <pc:sldMk cId="925101778" sldId="759"/>
            <ac:picMk id="1026" creationId="{862E1E2A-A7C1-AA59-699C-CBBDE6D029C2}"/>
          </ac:picMkLst>
        </pc:picChg>
      </pc:sldChg>
      <pc:sldChg chg="modSp add mod">
        <pc:chgData name="Sophia BUI" userId="5388e7d4eb368e7c" providerId="LiveId" clId="{C4A25E55-FB24-45D4-AE07-AEEFA81CF592}" dt="2023-10-20T04:30:15.351" v="14920" actId="14100"/>
        <pc:sldMkLst>
          <pc:docMk/>
          <pc:sldMk cId="2475514296" sldId="760"/>
        </pc:sldMkLst>
        <pc:spChg chg="mod">
          <ac:chgData name="Sophia BUI" userId="5388e7d4eb368e7c" providerId="LiveId" clId="{C4A25E55-FB24-45D4-AE07-AEEFA81CF592}" dt="2023-10-20T01:40:22.079" v="13272" actId="6549"/>
          <ac:spMkLst>
            <pc:docMk/>
            <pc:sldMk cId="2475514296" sldId="760"/>
            <ac:spMk id="2" creationId="{8FB3E54F-155E-A748-0361-547CEFAAF07D}"/>
          </ac:spMkLst>
        </pc:spChg>
        <pc:graphicFrameChg chg="mod modGraphic">
          <ac:chgData name="Sophia BUI" userId="5388e7d4eb368e7c" providerId="LiveId" clId="{C4A25E55-FB24-45D4-AE07-AEEFA81CF592}" dt="2023-10-20T04:30:15.351" v="14920" actId="14100"/>
          <ac:graphicFrameMkLst>
            <pc:docMk/>
            <pc:sldMk cId="2475514296" sldId="760"/>
            <ac:graphicFrameMk id="4" creationId="{7CEDEBDA-FD54-68F1-6917-280A3B6926A9}"/>
          </ac:graphicFrameMkLst>
        </pc:graphicFrameChg>
      </pc:sldChg>
      <pc:sldChg chg="modSp add mod ord">
        <pc:chgData name="Sophia BUI" userId="5388e7d4eb368e7c" providerId="LiveId" clId="{C4A25E55-FB24-45D4-AE07-AEEFA81CF592}" dt="2023-10-19T04:10:40.682" v="13225" actId="6549"/>
        <pc:sldMkLst>
          <pc:docMk/>
          <pc:sldMk cId="2697819647" sldId="761"/>
        </pc:sldMkLst>
        <pc:graphicFrameChg chg="mod modGraphic">
          <ac:chgData name="Sophia BUI" userId="5388e7d4eb368e7c" providerId="LiveId" clId="{C4A25E55-FB24-45D4-AE07-AEEFA81CF592}" dt="2023-10-19T04:10:40.682" v="13225" actId="6549"/>
          <ac:graphicFrameMkLst>
            <pc:docMk/>
            <pc:sldMk cId="2697819647" sldId="761"/>
            <ac:graphicFrameMk id="3" creationId="{05C4268C-B0B5-4FD8-C7D2-70BDAAE2A025}"/>
          </ac:graphicFrameMkLst>
        </pc:graphicFrameChg>
      </pc:sldChg>
      <pc:sldChg chg="modSp add mod">
        <pc:chgData name="Sophia BUI" userId="5388e7d4eb368e7c" providerId="LiveId" clId="{C4A25E55-FB24-45D4-AE07-AEEFA81CF592}" dt="2023-10-20T04:10:58.746" v="14242" actId="20577"/>
        <pc:sldMkLst>
          <pc:docMk/>
          <pc:sldMk cId="216688937" sldId="762"/>
        </pc:sldMkLst>
        <pc:spChg chg="mod">
          <ac:chgData name="Sophia BUI" userId="5388e7d4eb368e7c" providerId="LiveId" clId="{C4A25E55-FB24-45D4-AE07-AEEFA81CF592}" dt="2023-10-20T04:10:58.746" v="14242" actId="20577"/>
          <ac:spMkLst>
            <pc:docMk/>
            <pc:sldMk cId="216688937" sldId="762"/>
            <ac:spMk id="2" creationId="{8FB3E54F-155E-A748-0361-547CEFAAF07D}"/>
          </ac:spMkLst>
        </pc:spChg>
      </pc:sldChg>
      <pc:sldChg chg="modSp add mod ord">
        <pc:chgData name="Sophia BUI" userId="5388e7d4eb368e7c" providerId="LiveId" clId="{C4A25E55-FB24-45D4-AE07-AEEFA81CF592}" dt="2023-10-20T02:10:10.442" v="14175" actId="20577"/>
        <pc:sldMkLst>
          <pc:docMk/>
          <pc:sldMk cId="3028324753" sldId="763"/>
        </pc:sldMkLst>
        <pc:spChg chg="mod">
          <ac:chgData name="Sophia BUI" userId="5388e7d4eb368e7c" providerId="LiveId" clId="{C4A25E55-FB24-45D4-AE07-AEEFA81CF592}" dt="2023-10-20T02:02:02.195" v="14001" actId="20577"/>
          <ac:spMkLst>
            <pc:docMk/>
            <pc:sldMk cId="3028324753" sldId="763"/>
            <ac:spMk id="2" creationId="{3C8881F5-B84D-F242-95A9-141E2A849202}"/>
          </ac:spMkLst>
        </pc:spChg>
        <pc:graphicFrameChg chg="mod modGraphic">
          <ac:chgData name="Sophia BUI" userId="5388e7d4eb368e7c" providerId="LiveId" clId="{C4A25E55-FB24-45D4-AE07-AEEFA81CF592}" dt="2023-10-20T02:10:10.442" v="14175" actId="20577"/>
          <ac:graphicFrameMkLst>
            <pc:docMk/>
            <pc:sldMk cId="3028324753" sldId="763"/>
            <ac:graphicFrameMk id="3" creationId="{05C4268C-B0B5-4FD8-C7D2-70BDAAE2A025}"/>
          </ac:graphicFrameMkLst>
        </pc:graphicFrameChg>
      </pc:sldChg>
      <pc:sldChg chg="new del">
        <pc:chgData name="Sophia BUI" userId="5388e7d4eb368e7c" providerId="LiveId" clId="{C4A25E55-FB24-45D4-AE07-AEEFA81CF592}" dt="2023-10-20T04:11:19.308" v="14244" actId="680"/>
        <pc:sldMkLst>
          <pc:docMk/>
          <pc:sldMk cId="2658060203" sldId="764"/>
        </pc:sldMkLst>
      </pc:sldChg>
      <pc:sldChg chg="addSp delSp modSp add mod modClrScheme chgLayout">
        <pc:chgData name="Sophia BUI" userId="5388e7d4eb368e7c" providerId="LiveId" clId="{C4A25E55-FB24-45D4-AE07-AEEFA81CF592}" dt="2023-10-20T04:21:31.928" v="14914" actId="20577"/>
        <pc:sldMkLst>
          <pc:docMk/>
          <pc:sldMk cId="2946638967" sldId="764"/>
        </pc:sldMkLst>
        <pc:spChg chg="mod ord">
          <ac:chgData name="Sophia BUI" userId="5388e7d4eb368e7c" providerId="LiveId" clId="{C4A25E55-FB24-45D4-AE07-AEEFA81CF592}" dt="2023-10-20T04:12:46.031" v="14450" actId="700"/>
          <ac:spMkLst>
            <pc:docMk/>
            <pc:sldMk cId="2946638967" sldId="764"/>
            <ac:spMk id="2" creationId="{8FB3E54F-155E-A748-0361-547CEFAAF07D}"/>
          </ac:spMkLst>
        </pc:spChg>
        <pc:spChg chg="add mod ord">
          <ac:chgData name="Sophia BUI" userId="5388e7d4eb368e7c" providerId="LiveId" clId="{C4A25E55-FB24-45D4-AE07-AEEFA81CF592}" dt="2023-10-20T04:19:30.422" v="14862" actId="27636"/>
          <ac:spMkLst>
            <pc:docMk/>
            <pc:sldMk cId="2946638967" sldId="764"/>
            <ac:spMk id="5" creationId="{CC01B0B3-3E31-77EB-F6CA-DFEE3DB53570}"/>
          </ac:spMkLst>
        </pc:spChg>
        <pc:spChg chg="add mod ord">
          <ac:chgData name="Sophia BUI" userId="5388e7d4eb368e7c" providerId="LiveId" clId="{C4A25E55-FB24-45D4-AE07-AEEFA81CF592}" dt="2023-10-20T04:21:31.928" v="14914" actId="20577"/>
          <ac:spMkLst>
            <pc:docMk/>
            <pc:sldMk cId="2946638967" sldId="764"/>
            <ac:spMk id="6" creationId="{195D9D97-1FA8-F0D4-ED30-FBFF3BC84413}"/>
          </ac:spMkLst>
        </pc:spChg>
        <pc:graphicFrameChg chg="del">
          <ac:chgData name="Sophia BUI" userId="5388e7d4eb368e7c" providerId="LiveId" clId="{C4A25E55-FB24-45D4-AE07-AEEFA81CF592}" dt="2023-10-20T04:11:28.343" v="14246" actId="478"/>
          <ac:graphicFrameMkLst>
            <pc:docMk/>
            <pc:sldMk cId="2946638967" sldId="764"/>
            <ac:graphicFrameMk id="4" creationId="{7CEDEBDA-FD54-68F1-6917-280A3B6926A9}"/>
          </ac:graphicFrameMkLst>
        </pc:graphicFrameChg>
      </pc:sldChg>
      <pc:sldChg chg="addSp delSp modSp add mod">
        <pc:chgData name="Sophia BUI" userId="5388e7d4eb368e7c" providerId="LiveId" clId="{C4A25E55-FB24-45D4-AE07-AEEFA81CF592}" dt="2023-10-20T23:13:01.996" v="15655" actId="20577"/>
        <pc:sldMkLst>
          <pc:docMk/>
          <pc:sldMk cId="784119700" sldId="765"/>
        </pc:sldMkLst>
        <pc:spChg chg="mod">
          <ac:chgData name="Sophia BUI" userId="5388e7d4eb368e7c" providerId="LiveId" clId="{C4A25E55-FB24-45D4-AE07-AEEFA81CF592}" dt="2023-10-20T23:05:05.688" v="15176" actId="20577"/>
          <ac:spMkLst>
            <pc:docMk/>
            <pc:sldMk cId="784119700" sldId="765"/>
            <ac:spMk id="2" creationId="{3C8881F5-B84D-F242-95A9-141E2A849202}"/>
          </ac:spMkLst>
        </pc:spChg>
        <pc:graphicFrameChg chg="mod modGraphic">
          <ac:chgData name="Sophia BUI" userId="5388e7d4eb368e7c" providerId="LiveId" clId="{C4A25E55-FB24-45D4-AE07-AEEFA81CF592}" dt="2023-10-20T23:13:01.996" v="15655" actId="20577"/>
          <ac:graphicFrameMkLst>
            <pc:docMk/>
            <pc:sldMk cId="784119700" sldId="765"/>
            <ac:graphicFrameMk id="8" creationId="{C6307BCE-64D8-5E2A-7D59-EEABD1150818}"/>
          </ac:graphicFrameMkLst>
        </pc:graphicFrameChg>
        <pc:picChg chg="del">
          <ac:chgData name="Sophia BUI" userId="5388e7d4eb368e7c" providerId="LiveId" clId="{C4A25E55-FB24-45D4-AE07-AEEFA81CF592}" dt="2023-10-20T22:58:55.871" v="14929" actId="478"/>
          <ac:picMkLst>
            <pc:docMk/>
            <pc:sldMk cId="784119700" sldId="765"/>
            <ac:picMk id="3" creationId="{D3047B11-901D-F8D7-613C-6520731E33AE}"/>
          </ac:picMkLst>
        </pc:picChg>
        <pc:picChg chg="del mod">
          <ac:chgData name="Sophia BUI" userId="5388e7d4eb368e7c" providerId="LiveId" clId="{C4A25E55-FB24-45D4-AE07-AEEFA81CF592}" dt="2023-10-20T22:59:43.059" v="14983" actId="478"/>
          <ac:picMkLst>
            <pc:docMk/>
            <pc:sldMk cId="784119700" sldId="765"/>
            <ac:picMk id="4" creationId="{249B48EF-FB04-E8FD-BE51-276E7F1FC8B6}"/>
          </ac:picMkLst>
        </pc:picChg>
        <pc:picChg chg="del mod">
          <ac:chgData name="Sophia BUI" userId="5388e7d4eb368e7c" providerId="LiveId" clId="{C4A25E55-FB24-45D4-AE07-AEEFA81CF592}" dt="2023-10-20T22:59:47.765" v="14986" actId="478"/>
          <ac:picMkLst>
            <pc:docMk/>
            <pc:sldMk cId="784119700" sldId="765"/>
            <ac:picMk id="6" creationId="{EE906322-F445-75D2-73D4-6A80D1621D77}"/>
          </ac:picMkLst>
        </pc:picChg>
        <pc:picChg chg="add del mod">
          <ac:chgData name="Sophia BUI" userId="5388e7d4eb368e7c" providerId="LiveId" clId="{C4A25E55-FB24-45D4-AE07-AEEFA81CF592}" dt="2023-10-20T23:10:19.275" v="15450" actId="478"/>
          <ac:picMkLst>
            <pc:docMk/>
            <pc:sldMk cId="784119700" sldId="765"/>
            <ac:picMk id="7" creationId="{F488C882-C082-3432-BD79-65854F046D84}"/>
          </ac:picMkLst>
        </pc:picChg>
        <pc:picChg chg="del mod">
          <ac:chgData name="Sophia BUI" userId="5388e7d4eb368e7c" providerId="LiveId" clId="{C4A25E55-FB24-45D4-AE07-AEEFA81CF592}" dt="2023-10-20T22:59:46.531" v="14985" actId="478"/>
          <ac:picMkLst>
            <pc:docMk/>
            <pc:sldMk cId="784119700" sldId="765"/>
            <ac:picMk id="9" creationId="{ADE0F2D1-1CEA-84A7-92A0-4B03CF79ABD5}"/>
          </ac:picMkLst>
        </pc:picChg>
        <pc:picChg chg="del mod">
          <ac:chgData name="Sophia BUI" userId="5388e7d4eb368e7c" providerId="LiveId" clId="{C4A25E55-FB24-45D4-AE07-AEEFA81CF592}" dt="2023-10-20T22:59:43.838" v="14984" actId="478"/>
          <ac:picMkLst>
            <pc:docMk/>
            <pc:sldMk cId="784119700" sldId="765"/>
            <ac:picMk id="11" creationId="{DDCD9ED1-9B27-D0F2-6F5A-93BBA6E4DF09}"/>
          </ac:picMkLst>
        </pc:picChg>
      </pc:sldChg>
      <pc:sldChg chg="modSp add mod">
        <pc:chgData name="Sophia BUI" userId="5388e7d4eb368e7c" providerId="LiveId" clId="{C4A25E55-FB24-45D4-AE07-AEEFA81CF592}" dt="2023-10-22T15:17:26.974" v="17896" actId="108"/>
        <pc:sldMkLst>
          <pc:docMk/>
          <pc:sldMk cId="2777887330" sldId="766"/>
        </pc:sldMkLst>
        <pc:graphicFrameChg chg="mod modGraphic">
          <ac:chgData name="Sophia BUI" userId="5388e7d4eb368e7c" providerId="LiveId" clId="{C4A25E55-FB24-45D4-AE07-AEEFA81CF592}" dt="2023-10-22T15:17:26.974" v="17896" actId="108"/>
          <ac:graphicFrameMkLst>
            <pc:docMk/>
            <pc:sldMk cId="2777887330" sldId="766"/>
            <ac:graphicFrameMk id="8" creationId="{C6307BCE-64D8-5E2A-7D59-EEABD1150818}"/>
          </ac:graphicFrameMkLst>
        </pc:graphicFrameChg>
      </pc:sldChg>
      <pc:sldChg chg="addSp delSp modSp add mod ord modClrScheme chgLayout">
        <pc:chgData name="Sophia BUI" userId="5388e7d4eb368e7c" providerId="LiveId" clId="{C4A25E55-FB24-45D4-AE07-AEEFA81CF592}" dt="2023-10-26T14:47:59.228" v="22891" actId="1076"/>
        <pc:sldMkLst>
          <pc:docMk/>
          <pc:sldMk cId="2382260364" sldId="767"/>
        </pc:sldMkLst>
        <pc:spChg chg="mod ord">
          <ac:chgData name="Sophia BUI" userId="5388e7d4eb368e7c" providerId="LiveId" clId="{C4A25E55-FB24-45D4-AE07-AEEFA81CF592}" dt="2023-10-26T14:46:59.269" v="22884" actId="14100"/>
          <ac:spMkLst>
            <pc:docMk/>
            <pc:sldMk cId="2382260364" sldId="767"/>
            <ac:spMk id="2" creationId="{00000000-0000-0000-0000-000000000000}"/>
          </ac:spMkLst>
        </pc:spChg>
        <pc:spChg chg="mod ord">
          <ac:chgData name="Sophia BUI" userId="5388e7d4eb368e7c" providerId="LiveId" clId="{C4A25E55-FB24-45D4-AE07-AEEFA81CF592}" dt="2023-10-26T14:47:39.420" v="22890" actId="12"/>
          <ac:spMkLst>
            <pc:docMk/>
            <pc:sldMk cId="2382260364" sldId="767"/>
            <ac:spMk id="3" creationId="{00000000-0000-0000-0000-000000000000}"/>
          </ac:spMkLst>
        </pc:spChg>
        <pc:spChg chg="mod ord">
          <ac:chgData name="Sophia BUI" userId="5388e7d4eb368e7c" providerId="LiveId" clId="{C4A25E55-FB24-45D4-AE07-AEEFA81CF592}" dt="2023-10-21T23:23:10.221" v="17248" actId="20577"/>
          <ac:spMkLst>
            <pc:docMk/>
            <pc:sldMk cId="2382260364" sldId="767"/>
            <ac:spMk id="5" creationId="{00000000-0000-0000-0000-000000000000}"/>
          </ac:spMkLst>
        </pc:spChg>
        <pc:spChg chg="mod">
          <ac:chgData name="Sophia BUI" userId="5388e7d4eb368e7c" providerId="LiveId" clId="{C4A25E55-FB24-45D4-AE07-AEEFA81CF592}" dt="2023-10-26T14:47:59.228" v="22891" actId="1076"/>
          <ac:spMkLst>
            <pc:docMk/>
            <pc:sldMk cId="2382260364" sldId="767"/>
            <ac:spMk id="6" creationId="{00000000-0000-0000-0000-000000000000}"/>
          </ac:spMkLst>
        </pc:spChg>
        <pc:picChg chg="add mod">
          <ac:chgData name="Sophia BUI" userId="5388e7d4eb368e7c" providerId="LiveId" clId="{C4A25E55-FB24-45D4-AE07-AEEFA81CF592}" dt="2023-10-26T14:39:02.921" v="22792" actId="14100"/>
          <ac:picMkLst>
            <pc:docMk/>
            <pc:sldMk cId="2382260364" sldId="767"/>
            <ac:picMk id="4" creationId="{3A9AA850-09B3-920E-295A-1B8EB314E324}"/>
          </ac:picMkLst>
        </pc:picChg>
        <pc:picChg chg="del mod">
          <ac:chgData name="Sophia BUI" userId="5388e7d4eb368e7c" providerId="LiveId" clId="{C4A25E55-FB24-45D4-AE07-AEEFA81CF592}" dt="2023-10-22T16:03:01.824" v="18167" actId="21"/>
          <ac:picMkLst>
            <pc:docMk/>
            <pc:sldMk cId="2382260364" sldId="767"/>
            <ac:picMk id="7" creationId="{82DD30C0-1272-1074-C079-7A1063D880C6}"/>
          </ac:picMkLst>
        </pc:picChg>
        <pc:picChg chg="mod">
          <ac:chgData name="Sophia BUI" userId="5388e7d4eb368e7c" providerId="LiveId" clId="{C4A25E55-FB24-45D4-AE07-AEEFA81CF592}" dt="2023-10-26T14:38:54.203" v="22791" actId="14100"/>
          <ac:picMkLst>
            <pc:docMk/>
            <pc:sldMk cId="2382260364" sldId="767"/>
            <ac:picMk id="10" creationId="{00000000-0000-0000-0000-000000000000}"/>
          </ac:picMkLst>
        </pc:picChg>
        <pc:picChg chg="mod">
          <ac:chgData name="Sophia BUI" userId="5388e7d4eb368e7c" providerId="LiveId" clId="{C4A25E55-FB24-45D4-AE07-AEEFA81CF592}" dt="2023-10-26T14:38:50.105" v="22790" actId="14100"/>
          <ac:picMkLst>
            <pc:docMk/>
            <pc:sldMk cId="2382260364" sldId="767"/>
            <ac:picMk id="11" creationId="{00000000-0000-0000-0000-000000000000}"/>
          </ac:picMkLst>
        </pc:picChg>
      </pc:sldChg>
      <pc:sldChg chg="addSp delSp modSp new mod modClrScheme chgLayout">
        <pc:chgData name="Sophia BUI" userId="5388e7d4eb368e7c" providerId="LiveId" clId="{C4A25E55-FB24-45D4-AE07-AEEFA81CF592}" dt="2023-11-09T04:32:25.350" v="25137"/>
        <pc:sldMkLst>
          <pc:docMk/>
          <pc:sldMk cId="4058432337" sldId="768"/>
        </pc:sldMkLst>
        <pc:spChg chg="del mod ord">
          <ac:chgData name="Sophia BUI" userId="5388e7d4eb368e7c" providerId="LiveId" clId="{C4A25E55-FB24-45D4-AE07-AEEFA81CF592}" dt="2023-10-22T22:19:08.076" v="18278" actId="700"/>
          <ac:spMkLst>
            <pc:docMk/>
            <pc:sldMk cId="4058432337" sldId="768"/>
            <ac:spMk id="2" creationId="{E21C6FD0-AA13-1994-5C18-B9A1773C3170}"/>
          </ac:spMkLst>
        </pc:spChg>
        <pc:spChg chg="del mod ord">
          <ac:chgData name="Sophia BUI" userId="5388e7d4eb368e7c" providerId="LiveId" clId="{C4A25E55-FB24-45D4-AE07-AEEFA81CF592}" dt="2023-10-22T22:19:08.076" v="18278" actId="700"/>
          <ac:spMkLst>
            <pc:docMk/>
            <pc:sldMk cId="4058432337" sldId="768"/>
            <ac:spMk id="3" creationId="{EA3A116D-D095-B984-2BF0-E1E199127A37}"/>
          </ac:spMkLst>
        </pc:spChg>
        <pc:spChg chg="add mod ord">
          <ac:chgData name="Sophia BUI" userId="5388e7d4eb368e7c" providerId="LiveId" clId="{C4A25E55-FB24-45D4-AE07-AEEFA81CF592}" dt="2023-10-22T22:39:37.099" v="18820" actId="1076"/>
          <ac:spMkLst>
            <pc:docMk/>
            <pc:sldMk cId="4058432337" sldId="768"/>
            <ac:spMk id="4" creationId="{BC77B0F5-8F4D-3E14-387F-B4DE2EFAAF8C}"/>
          </ac:spMkLst>
        </pc:spChg>
        <pc:spChg chg="add del mod ord">
          <ac:chgData name="Sophia BUI" userId="5388e7d4eb368e7c" providerId="LiveId" clId="{C4A25E55-FB24-45D4-AE07-AEEFA81CF592}" dt="2023-10-22T22:19:17.671" v="18289" actId="22"/>
          <ac:spMkLst>
            <pc:docMk/>
            <pc:sldMk cId="4058432337" sldId="768"/>
            <ac:spMk id="5" creationId="{39A566C1-A4CD-D1D1-8A25-996E7EC00FEB}"/>
          </ac:spMkLst>
        </pc:spChg>
        <pc:spChg chg="add del mod ord">
          <ac:chgData name="Sophia BUI" userId="5388e7d4eb368e7c" providerId="LiveId" clId="{C4A25E55-FB24-45D4-AE07-AEEFA81CF592}" dt="2023-10-22T22:19:57.435" v="18291" actId="3680"/>
          <ac:spMkLst>
            <pc:docMk/>
            <pc:sldMk cId="4058432337" sldId="768"/>
            <ac:spMk id="8" creationId="{D49985A8-C126-6C5B-126D-4B199A4B5E9F}"/>
          </ac:spMkLst>
        </pc:spChg>
        <pc:spChg chg="add del mod">
          <ac:chgData name="Sophia BUI" userId="5388e7d4eb368e7c" providerId="LiveId" clId="{C4A25E55-FB24-45D4-AE07-AEEFA81CF592}" dt="2023-10-22T22:29:01.578" v="18679" actId="478"/>
          <ac:spMkLst>
            <pc:docMk/>
            <pc:sldMk cId="4058432337" sldId="768"/>
            <ac:spMk id="11" creationId="{13986624-5DE4-02D8-3FF0-F527760242B7}"/>
          </ac:spMkLst>
        </pc:spChg>
        <pc:spChg chg="add del mod">
          <ac:chgData name="Sophia BUI" userId="5388e7d4eb368e7c" providerId="LiveId" clId="{C4A25E55-FB24-45D4-AE07-AEEFA81CF592}" dt="2023-10-22T22:41:29.984" v="18834" actId="22"/>
          <ac:spMkLst>
            <pc:docMk/>
            <pc:sldMk cId="4058432337" sldId="768"/>
            <ac:spMk id="13" creationId="{452E95F4-562B-D446-260B-FA7CDF0D228A}"/>
          </ac:spMkLst>
        </pc:spChg>
        <pc:graphicFrameChg chg="add mod ord modGraphic">
          <ac:chgData name="Sophia BUI" userId="5388e7d4eb368e7c" providerId="LiveId" clId="{C4A25E55-FB24-45D4-AE07-AEEFA81CF592}" dt="2023-11-09T04:32:25.350" v="25137"/>
          <ac:graphicFrameMkLst>
            <pc:docMk/>
            <pc:sldMk cId="4058432337" sldId="768"/>
            <ac:graphicFrameMk id="9" creationId="{0CA6D3C8-E2A4-D3D2-0351-D61CD5A2DB64}"/>
          </ac:graphicFrameMkLst>
        </pc:graphicFrameChg>
        <pc:picChg chg="add del mod ord">
          <ac:chgData name="Sophia BUI" userId="5388e7d4eb368e7c" providerId="LiveId" clId="{C4A25E55-FB24-45D4-AE07-AEEFA81CF592}" dt="2023-10-22T22:41:15.488" v="18830" actId="478"/>
          <ac:picMkLst>
            <pc:docMk/>
            <pc:sldMk cId="4058432337" sldId="768"/>
            <ac:picMk id="7" creationId="{609DE2D6-463D-812A-2EC6-96947B673D8D}"/>
          </ac:picMkLst>
        </pc:picChg>
        <pc:picChg chg="add mod ord">
          <ac:chgData name="Sophia BUI" userId="5388e7d4eb368e7c" providerId="LiveId" clId="{C4A25E55-FB24-45D4-AE07-AEEFA81CF592}" dt="2023-10-22T22:41:58.666" v="18839" actId="1076"/>
          <ac:picMkLst>
            <pc:docMk/>
            <pc:sldMk cId="4058432337" sldId="768"/>
            <ac:picMk id="15" creationId="{B22993BD-9FFF-2E8D-274F-5AD2A683E15C}"/>
          </ac:picMkLst>
        </pc:picChg>
      </pc:sldChg>
      <pc:sldChg chg="addSp delSp modSp add mod">
        <pc:chgData name="Sophia BUI" userId="5388e7d4eb368e7c" providerId="LiveId" clId="{C4A25E55-FB24-45D4-AE07-AEEFA81CF592}" dt="2023-10-22T23:03:10.949" v="19977" actId="403"/>
        <pc:sldMkLst>
          <pc:docMk/>
          <pc:sldMk cId="1221188624" sldId="769"/>
        </pc:sldMkLst>
        <pc:spChg chg="add del mod">
          <ac:chgData name="Sophia BUI" userId="5388e7d4eb368e7c" providerId="LiveId" clId="{C4A25E55-FB24-45D4-AE07-AEEFA81CF592}" dt="2023-10-22T22:30:21.713" v="18681" actId="22"/>
          <ac:spMkLst>
            <pc:docMk/>
            <pc:sldMk cId="1221188624" sldId="769"/>
            <ac:spMk id="3" creationId="{D7B15B5C-0A5C-58DB-2BE5-3B5EDBF014D4}"/>
          </ac:spMkLst>
        </pc:spChg>
        <pc:spChg chg="mod">
          <ac:chgData name="Sophia BUI" userId="5388e7d4eb368e7c" providerId="LiveId" clId="{C4A25E55-FB24-45D4-AE07-AEEFA81CF592}" dt="2023-10-22T23:03:10.949" v="19977" actId="403"/>
          <ac:spMkLst>
            <pc:docMk/>
            <pc:sldMk cId="1221188624" sldId="769"/>
            <ac:spMk id="4" creationId="{BC77B0F5-8F4D-3E14-387F-B4DE2EFAAF8C}"/>
          </ac:spMkLst>
        </pc:spChg>
        <pc:graphicFrameChg chg="mod modGraphic">
          <ac:chgData name="Sophia BUI" userId="5388e7d4eb368e7c" providerId="LiveId" clId="{C4A25E55-FB24-45D4-AE07-AEEFA81CF592}" dt="2023-10-22T22:49:55.742" v="19194" actId="14734"/>
          <ac:graphicFrameMkLst>
            <pc:docMk/>
            <pc:sldMk cId="1221188624" sldId="769"/>
            <ac:graphicFrameMk id="9" creationId="{0CA6D3C8-E2A4-D3D2-0351-D61CD5A2DB64}"/>
          </ac:graphicFrameMkLst>
        </pc:graphicFrameChg>
        <pc:picChg chg="add mod ord">
          <ac:chgData name="Sophia BUI" userId="5388e7d4eb368e7c" providerId="LiveId" clId="{C4A25E55-FB24-45D4-AE07-AEEFA81CF592}" dt="2023-10-22T22:50:26.246" v="19195" actId="14100"/>
          <ac:picMkLst>
            <pc:docMk/>
            <pc:sldMk cId="1221188624" sldId="769"/>
            <ac:picMk id="6" creationId="{2D985FA1-70A0-ADE8-9C54-3B3A683C3A89}"/>
          </ac:picMkLst>
        </pc:picChg>
        <pc:picChg chg="del">
          <ac:chgData name="Sophia BUI" userId="5388e7d4eb368e7c" providerId="LiveId" clId="{C4A25E55-FB24-45D4-AE07-AEEFA81CF592}" dt="2023-10-22T22:30:16.630" v="18680" actId="478"/>
          <ac:picMkLst>
            <pc:docMk/>
            <pc:sldMk cId="1221188624" sldId="769"/>
            <ac:picMk id="7" creationId="{609DE2D6-463D-812A-2EC6-96947B673D8D}"/>
          </ac:picMkLst>
        </pc:picChg>
      </pc:sldChg>
      <pc:sldChg chg="addSp delSp modSp add mod">
        <pc:chgData name="Sophia BUI" userId="5388e7d4eb368e7c" providerId="LiveId" clId="{C4A25E55-FB24-45D4-AE07-AEEFA81CF592}" dt="2023-10-22T23:02:33.784" v="19937" actId="20577"/>
        <pc:sldMkLst>
          <pc:docMk/>
          <pc:sldMk cId="1642772759" sldId="770"/>
        </pc:sldMkLst>
        <pc:spChg chg="add del mod">
          <ac:chgData name="Sophia BUI" userId="5388e7d4eb368e7c" providerId="LiveId" clId="{C4A25E55-FB24-45D4-AE07-AEEFA81CF592}" dt="2023-10-22T22:52:16.335" v="19243" actId="478"/>
          <ac:spMkLst>
            <pc:docMk/>
            <pc:sldMk cId="1642772759" sldId="770"/>
            <ac:spMk id="3" creationId="{391D15A5-0D69-C289-1634-2E9847DF45D1}"/>
          </ac:spMkLst>
        </pc:spChg>
        <pc:spChg chg="mod">
          <ac:chgData name="Sophia BUI" userId="5388e7d4eb368e7c" providerId="LiveId" clId="{C4A25E55-FB24-45D4-AE07-AEEFA81CF592}" dt="2023-10-22T23:02:33.784" v="19937" actId="20577"/>
          <ac:spMkLst>
            <pc:docMk/>
            <pc:sldMk cId="1642772759" sldId="770"/>
            <ac:spMk id="4" creationId="{BC77B0F5-8F4D-3E14-387F-B4DE2EFAAF8C}"/>
          </ac:spMkLst>
        </pc:spChg>
        <pc:graphicFrameChg chg="mod modGraphic">
          <ac:chgData name="Sophia BUI" userId="5388e7d4eb368e7c" providerId="LiveId" clId="{C4A25E55-FB24-45D4-AE07-AEEFA81CF592}" dt="2023-10-22T23:01:36.902" v="19860" actId="403"/>
          <ac:graphicFrameMkLst>
            <pc:docMk/>
            <pc:sldMk cId="1642772759" sldId="770"/>
            <ac:graphicFrameMk id="9" creationId="{0CA6D3C8-E2A4-D3D2-0351-D61CD5A2DB64}"/>
          </ac:graphicFrameMkLst>
        </pc:graphicFrameChg>
        <pc:picChg chg="del">
          <ac:chgData name="Sophia BUI" userId="5388e7d4eb368e7c" providerId="LiveId" clId="{C4A25E55-FB24-45D4-AE07-AEEFA81CF592}" dt="2023-10-22T22:52:12.567" v="19242" actId="478"/>
          <ac:picMkLst>
            <pc:docMk/>
            <pc:sldMk cId="1642772759" sldId="770"/>
            <ac:picMk id="6" creationId="{2D985FA1-70A0-ADE8-9C54-3B3A683C3A89}"/>
          </ac:picMkLst>
        </pc:picChg>
        <pc:picChg chg="add mod">
          <ac:chgData name="Sophia BUI" userId="5388e7d4eb368e7c" providerId="LiveId" clId="{C4A25E55-FB24-45D4-AE07-AEEFA81CF592}" dt="2023-10-22T23:00:32.227" v="19858" actId="14100"/>
          <ac:picMkLst>
            <pc:docMk/>
            <pc:sldMk cId="1642772759" sldId="770"/>
            <ac:picMk id="7" creationId="{FCA19742-9C92-B87E-12F3-B974BAE4A8AF}"/>
          </ac:picMkLst>
        </pc:picChg>
      </pc:sldChg>
      <pc:sldChg chg="addSp delSp modSp add mod">
        <pc:chgData name="Sophia BUI" userId="5388e7d4eb368e7c" providerId="LiveId" clId="{C4A25E55-FB24-45D4-AE07-AEEFA81CF592}" dt="2023-10-22T23:12:04.222" v="20744" actId="1076"/>
        <pc:sldMkLst>
          <pc:docMk/>
          <pc:sldMk cId="1893419667" sldId="771"/>
        </pc:sldMkLst>
        <pc:spChg chg="mod">
          <ac:chgData name="Sophia BUI" userId="5388e7d4eb368e7c" providerId="LiveId" clId="{C4A25E55-FB24-45D4-AE07-AEEFA81CF592}" dt="2023-10-22T23:02:23.341" v="19899" actId="20577"/>
          <ac:spMkLst>
            <pc:docMk/>
            <pc:sldMk cId="1893419667" sldId="771"/>
            <ac:spMk id="4" creationId="{BC77B0F5-8F4D-3E14-387F-B4DE2EFAAF8C}"/>
          </ac:spMkLst>
        </pc:spChg>
        <pc:graphicFrameChg chg="mod modGraphic">
          <ac:chgData name="Sophia BUI" userId="5388e7d4eb368e7c" providerId="LiveId" clId="{C4A25E55-FB24-45D4-AE07-AEEFA81CF592}" dt="2023-10-22T23:12:04.222" v="20744" actId="1076"/>
          <ac:graphicFrameMkLst>
            <pc:docMk/>
            <pc:sldMk cId="1893419667" sldId="771"/>
            <ac:graphicFrameMk id="9" creationId="{0CA6D3C8-E2A4-D3D2-0351-D61CD5A2DB64}"/>
          </ac:graphicFrameMkLst>
        </pc:graphicFrameChg>
        <pc:picChg chg="add mod">
          <ac:chgData name="Sophia BUI" userId="5388e7d4eb368e7c" providerId="LiveId" clId="{C4A25E55-FB24-45D4-AE07-AEEFA81CF592}" dt="2023-10-22T23:12:00.871" v="20743" actId="1076"/>
          <ac:picMkLst>
            <pc:docMk/>
            <pc:sldMk cId="1893419667" sldId="771"/>
            <ac:picMk id="3" creationId="{78C1343B-B2EC-FD31-6299-02786C3DAB64}"/>
          </ac:picMkLst>
        </pc:picChg>
        <pc:picChg chg="del">
          <ac:chgData name="Sophia BUI" userId="5388e7d4eb368e7c" providerId="LiveId" clId="{C4A25E55-FB24-45D4-AE07-AEEFA81CF592}" dt="2023-10-22T23:03:24.102" v="19978" actId="478"/>
          <ac:picMkLst>
            <pc:docMk/>
            <pc:sldMk cId="1893419667" sldId="771"/>
            <ac:picMk id="7" creationId="{FCA19742-9C92-B87E-12F3-B974BAE4A8AF}"/>
          </ac:picMkLst>
        </pc:picChg>
      </pc:sldChg>
      <pc:sldChg chg="addSp delSp modSp add mod">
        <pc:chgData name="Sophia BUI" userId="5388e7d4eb368e7c" providerId="LiveId" clId="{C4A25E55-FB24-45D4-AE07-AEEFA81CF592}" dt="2023-10-22T23:15:46.044" v="20933" actId="1076"/>
        <pc:sldMkLst>
          <pc:docMk/>
          <pc:sldMk cId="2186359455" sldId="772"/>
        </pc:sldMkLst>
        <pc:spChg chg="mod">
          <ac:chgData name="Sophia BUI" userId="5388e7d4eb368e7c" providerId="LiveId" clId="{C4A25E55-FB24-45D4-AE07-AEEFA81CF592}" dt="2023-10-22T23:13:39.785" v="20839" actId="6549"/>
          <ac:spMkLst>
            <pc:docMk/>
            <pc:sldMk cId="2186359455" sldId="772"/>
            <ac:spMk id="4" creationId="{BC77B0F5-8F4D-3E14-387F-B4DE2EFAAF8C}"/>
          </ac:spMkLst>
        </pc:spChg>
        <pc:graphicFrameChg chg="mod modGraphic">
          <ac:chgData name="Sophia BUI" userId="5388e7d4eb368e7c" providerId="LiveId" clId="{C4A25E55-FB24-45D4-AE07-AEEFA81CF592}" dt="2023-10-22T23:15:46.044" v="20933" actId="1076"/>
          <ac:graphicFrameMkLst>
            <pc:docMk/>
            <pc:sldMk cId="2186359455" sldId="772"/>
            <ac:graphicFrameMk id="9" creationId="{0CA6D3C8-E2A4-D3D2-0351-D61CD5A2DB64}"/>
          </ac:graphicFrameMkLst>
        </pc:graphicFrameChg>
        <pc:picChg chg="del">
          <ac:chgData name="Sophia BUI" userId="5388e7d4eb368e7c" providerId="LiveId" clId="{C4A25E55-FB24-45D4-AE07-AEEFA81CF592}" dt="2023-10-22T23:13:08.086" v="20795" actId="478"/>
          <ac:picMkLst>
            <pc:docMk/>
            <pc:sldMk cId="2186359455" sldId="772"/>
            <ac:picMk id="3" creationId="{78C1343B-B2EC-FD31-6299-02786C3DAB64}"/>
          </ac:picMkLst>
        </pc:picChg>
        <pc:picChg chg="add mod">
          <ac:chgData name="Sophia BUI" userId="5388e7d4eb368e7c" providerId="LiveId" clId="{C4A25E55-FB24-45D4-AE07-AEEFA81CF592}" dt="2023-10-22T23:14:17.691" v="20840" actId="1076"/>
          <ac:picMkLst>
            <pc:docMk/>
            <pc:sldMk cId="2186359455" sldId="772"/>
            <ac:picMk id="5" creationId="{DCE40834-2500-9CFF-BA74-85F58A967D9B}"/>
          </ac:picMkLst>
        </pc:picChg>
        <pc:picChg chg="add mod">
          <ac:chgData name="Sophia BUI" userId="5388e7d4eb368e7c" providerId="LiveId" clId="{C4A25E55-FB24-45D4-AE07-AEEFA81CF592}" dt="2023-10-22T23:14:42.541" v="20848" actId="14100"/>
          <ac:picMkLst>
            <pc:docMk/>
            <pc:sldMk cId="2186359455" sldId="772"/>
            <ac:picMk id="7" creationId="{81D7F79E-14F6-2916-14ED-B3EA21FC6F96}"/>
          </ac:picMkLst>
        </pc:picChg>
      </pc:sldChg>
      <pc:sldChg chg="addSp delSp modSp add mod">
        <pc:chgData name="Sophia BUI" userId="5388e7d4eb368e7c" providerId="LiveId" clId="{C4A25E55-FB24-45D4-AE07-AEEFA81CF592}" dt="2023-10-22T23:20:16.147" v="21255" actId="1076"/>
        <pc:sldMkLst>
          <pc:docMk/>
          <pc:sldMk cId="3760332816" sldId="773"/>
        </pc:sldMkLst>
        <pc:spChg chg="mod">
          <ac:chgData name="Sophia BUI" userId="5388e7d4eb368e7c" providerId="LiveId" clId="{C4A25E55-FB24-45D4-AE07-AEEFA81CF592}" dt="2023-10-22T23:19:45.603" v="21254" actId="6549"/>
          <ac:spMkLst>
            <pc:docMk/>
            <pc:sldMk cId="3760332816" sldId="773"/>
            <ac:spMk id="4" creationId="{BC77B0F5-8F4D-3E14-387F-B4DE2EFAAF8C}"/>
          </ac:spMkLst>
        </pc:spChg>
        <pc:graphicFrameChg chg="mod modGraphic">
          <ac:chgData name="Sophia BUI" userId="5388e7d4eb368e7c" providerId="LiveId" clId="{C4A25E55-FB24-45D4-AE07-AEEFA81CF592}" dt="2023-10-22T23:20:16.147" v="21255" actId="1076"/>
          <ac:graphicFrameMkLst>
            <pc:docMk/>
            <pc:sldMk cId="3760332816" sldId="773"/>
            <ac:graphicFrameMk id="9" creationId="{0CA6D3C8-E2A4-D3D2-0351-D61CD5A2DB64}"/>
          </ac:graphicFrameMkLst>
        </pc:graphicFrameChg>
        <pc:picChg chg="add mod">
          <ac:chgData name="Sophia BUI" userId="5388e7d4eb368e7c" providerId="LiveId" clId="{C4A25E55-FB24-45D4-AE07-AEEFA81CF592}" dt="2023-10-22T23:17:14.950" v="20953" actId="1076"/>
          <ac:picMkLst>
            <pc:docMk/>
            <pc:sldMk cId="3760332816" sldId="773"/>
            <ac:picMk id="3" creationId="{63B4743B-258E-FAFE-7125-614F32A8BF9B}"/>
          </ac:picMkLst>
        </pc:picChg>
        <pc:picChg chg="del">
          <ac:chgData name="Sophia BUI" userId="5388e7d4eb368e7c" providerId="LiveId" clId="{C4A25E55-FB24-45D4-AE07-AEEFA81CF592}" dt="2023-10-22T23:17:06.244" v="20950" actId="478"/>
          <ac:picMkLst>
            <pc:docMk/>
            <pc:sldMk cId="3760332816" sldId="773"/>
            <ac:picMk id="5" creationId="{DCE40834-2500-9CFF-BA74-85F58A967D9B}"/>
          </ac:picMkLst>
        </pc:picChg>
        <pc:picChg chg="del">
          <ac:chgData name="Sophia BUI" userId="5388e7d4eb368e7c" providerId="LiveId" clId="{C4A25E55-FB24-45D4-AE07-AEEFA81CF592}" dt="2023-10-22T23:17:04.470" v="20949" actId="478"/>
          <ac:picMkLst>
            <pc:docMk/>
            <pc:sldMk cId="3760332816" sldId="773"/>
            <ac:picMk id="7" creationId="{81D7F79E-14F6-2916-14ED-B3EA21FC6F96}"/>
          </ac:picMkLst>
        </pc:picChg>
      </pc:sldChg>
      <pc:sldChg chg="addSp delSp modSp mod">
        <pc:chgData name="Sophia BUI" userId="5388e7d4eb368e7c" providerId="LiveId" clId="{C4A25E55-FB24-45D4-AE07-AEEFA81CF592}" dt="2023-10-26T14:42:42.739" v="22839" actId="1038"/>
        <pc:sldMkLst>
          <pc:docMk/>
          <pc:sldMk cId="3874109525" sldId="774"/>
        </pc:sldMkLst>
        <pc:spChg chg="mod">
          <ac:chgData name="Sophia BUI" userId="5388e7d4eb368e7c" providerId="LiveId" clId="{C4A25E55-FB24-45D4-AE07-AEEFA81CF592}" dt="2023-10-26T14:40:15.408" v="22796" actId="1076"/>
          <ac:spMkLst>
            <pc:docMk/>
            <pc:sldMk cId="3874109525" sldId="774"/>
            <ac:spMk id="2" creationId="{00000000-0000-0000-0000-000000000000}"/>
          </ac:spMkLst>
        </pc:spChg>
        <pc:spChg chg="add del mod">
          <ac:chgData name="Sophia BUI" userId="5388e7d4eb368e7c" providerId="LiveId" clId="{C4A25E55-FB24-45D4-AE07-AEEFA81CF592}" dt="2023-10-26T14:40:31.969" v="22799" actId="21"/>
          <ac:spMkLst>
            <pc:docMk/>
            <pc:sldMk cId="3874109525" sldId="774"/>
            <ac:spMk id="5" creationId="{5671BD1E-3C57-4968-0C7A-D830B37BEF90}"/>
          </ac:spMkLst>
        </pc:spChg>
        <pc:graphicFrameChg chg="add del modGraphic">
          <ac:chgData name="Sophia BUI" userId="5388e7d4eb368e7c" providerId="LiveId" clId="{C4A25E55-FB24-45D4-AE07-AEEFA81CF592}" dt="2023-10-26T14:42:17.257" v="22837" actId="14100"/>
          <ac:graphicFrameMkLst>
            <pc:docMk/>
            <pc:sldMk cId="3874109525" sldId="774"/>
            <ac:graphicFrameMk id="11" creationId="{FC9F3663-301E-7FC2-C890-BB467830BB45}"/>
          </ac:graphicFrameMkLst>
        </pc:graphicFrameChg>
        <pc:picChg chg="mod">
          <ac:chgData name="Sophia BUI" userId="5388e7d4eb368e7c" providerId="LiveId" clId="{C4A25E55-FB24-45D4-AE07-AEEFA81CF592}" dt="2023-10-26T14:41:09.130" v="22808" actId="1035"/>
          <ac:picMkLst>
            <pc:docMk/>
            <pc:sldMk cId="3874109525" sldId="774"/>
            <ac:picMk id="4" creationId="{D7538178-939C-8FD7-814F-28D313731C62}"/>
          </ac:picMkLst>
        </pc:picChg>
        <pc:picChg chg="mod">
          <ac:chgData name="Sophia BUI" userId="5388e7d4eb368e7c" providerId="LiveId" clId="{C4A25E55-FB24-45D4-AE07-AEEFA81CF592}" dt="2023-10-26T14:42:42.739" v="22839" actId="1038"/>
          <ac:picMkLst>
            <pc:docMk/>
            <pc:sldMk cId="3874109525" sldId="774"/>
            <ac:picMk id="6" creationId="{EBC19313-EA6E-A346-78FD-57A34D83F19E}"/>
          </ac:picMkLst>
        </pc:picChg>
        <pc:picChg chg="mod">
          <ac:chgData name="Sophia BUI" userId="5388e7d4eb368e7c" providerId="LiveId" clId="{C4A25E55-FB24-45D4-AE07-AEEFA81CF592}" dt="2023-10-26T14:42:25.607" v="22838" actId="14100"/>
          <ac:picMkLst>
            <pc:docMk/>
            <pc:sldMk cId="3874109525" sldId="774"/>
            <ac:picMk id="25" creationId="{B7BF7C79-F5F1-ECAD-3436-DD5C62DC2C91}"/>
          </ac:picMkLst>
        </pc:picChg>
        <pc:picChg chg="mod">
          <ac:chgData name="Sophia BUI" userId="5388e7d4eb368e7c" providerId="LiveId" clId="{C4A25E55-FB24-45D4-AE07-AEEFA81CF592}" dt="2023-10-26T14:40:51.792" v="22803" actId="1076"/>
          <ac:picMkLst>
            <pc:docMk/>
            <pc:sldMk cId="3874109525" sldId="774"/>
            <ac:picMk id="27" creationId="{8F599DEC-B724-F687-1EE5-FCB25C930938}"/>
          </ac:picMkLst>
        </pc:picChg>
      </pc:sldChg>
      <pc:sldChg chg="addSp delSp modSp mod">
        <pc:chgData name="Sophia BUI" userId="5388e7d4eb368e7c" providerId="LiveId" clId="{C4A25E55-FB24-45D4-AE07-AEEFA81CF592}" dt="2023-10-26T14:46:45.786" v="22883" actId="20577"/>
        <pc:sldMkLst>
          <pc:docMk/>
          <pc:sldMk cId="753060418" sldId="775"/>
        </pc:sldMkLst>
        <pc:spChg chg="mod">
          <ac:chgData name="Sophia BUI" userId="5388e7d4eb368e7c" providerId="LiveId" clId="{C4A25E55-FB24-45D4-AE07-AEEFA81CF592}" dt="2023-10-26T14:46:45.786" v="22883" actId="20577"/>
          <ac:spMkLst>
            <pc:docMk/>
            <pc:sldMk cId="753060418" sldId="775"/>
            <ac:spMk id="2" creationId="{00000000-0000-0000-0000-000000000000}"/>
          </ac:spMkLst>
        </pc:spChg>
        <pc:spChg chg="mod">
          <ac:chgData name="Sophia BUI" userId="5388e7d4eb368e7c" providerId="LiveId" clId="{C4A25E55-FB24-45D4-AE07-AEEFA81CF592}" dt="2023-10-26T14:36:17.259" v="22772" actId="1076"/>
          <ac:spMkLst>
            <pc:docMk/>
            <pc:sldMk cId="753060418" sldId="775"/>
            <ac:spMk id="3" creationId="{00000000-0000-0000-0000-000000000000}"/>
          </ac:spMkLst>
        </pc:spChg>
        <pc:spChg chg="mod">
          <ac:chgData name="Sophia BUI" userId="5388e7d4eb368e7c" providerId="LiveId" clId="{C4A25E55-FB24-45D4-AE07-AEEFA81CF592}" dt="2023-10-26T14:36:26.876" v="22774" actId="14100"/>
          <ac:spMkLst>
            <pc:docMk/>
            <pc:sldMk cId="753060418" sldId="775"/>
            <ac:spMk id="6" creationId="{00000000-0000-0000-0000-000000000000}"/>
          </ac:spMkLst>
        </pc:spChg>
        <pc:picChg chg="del">
          <ac:chgData name="Sophia BUI" userId="5388e7d4eb368e7c" providerId="LiveId" clId="{C4A25E55-FB24-45D4-AE07-AEEFA81CF592}" dt="2023-10-26T08:46:40.699" v="21408" actId="478"/>
          <ac:picMkLst>
            <pc:docMk/>
            <pc:sldMk cId="753060418" sldId="775"/>
            <ac:picMk id="4" creationId="{3A9AA850-09B3-920E-295A-1B8EB314E324}"/>
          </ac:picMkLst>
        </pc:picChg>
        <pc:picChg chg="add mod">
          <ac:chgData name="Sophia BUI" userId="5388e7d4eb368e7c" providerId="LiveId" clId="{C4A25E55-FB24-45D4-AE07-AEEFA81CF592}" dt="2023-10-26T14:36:49.490" v="22778" actId="14100"/>
          <ac:picMkLst>
            <pc:docMk/>
            <pc:sldMk cId="753060418" sldId="775"/>
            <ac:picMk id="5" creationId="{591C08B9-A19F-A434-F1A3-C51567B1DDE9}"/>
          </ac:picMkLst>
        </pc:picChg>
        <pc:picChg chg="add mod">
          <ac:chgData name="Sophia BUI" userId="5388e7d4eb368e7c" providerId="LiveId" clId="{C4A25E55-FB24-45D4-AE07-AEEFA81CF592}" dt="2023-10-26T14:36:49.490" v="22778" actId="14100"/>
          <ac:picMkLst>
            <pc:docMk/>
            <pc:sldMk cId="753060418" sldId="775"/>
            <ac:picMk id="8" creationId="{D36897AC-59A1-99DE-E983-9ECB57B82390}"/>
          </ac:picMkLst>
        </pc:picChg>
        <pc:picChg chg="del mod">
          <ac:chgData name="Sophia BUI" userId="5388e7d4eb368e7c" providerId="LiveId" clId="{C4A25E55-FB24-45D4-AE07-AEEFA81CF592}" dt="2023-10-26T08:48:52.367" v="21417" actId="478"/>
          <ac:picMkLst>
            <pc:docMk/>
            <pc:sldMk cId="753060418" sldId="775"/>
            <ac:picMk id="10" creationId="{00000000-0000-0000-0000-000000000000}"/>
          </ac:picMkLst>
        </pc:picChg>
        <pc:picChg chg="mod">
          <ac:chgData name="Sophia BUI" userId="5388e7d4eb368e7c" providerId="LiveId" clId="{C4A25E55-FB24-45D4-AE07-AEEFA81CF592}" dt="2023-10-26T14:36:49.490" v="22778" actId="14100"/>
          <ac:picMkLst>
            <pc:docMk/>
            <pc:sldMk cId="753060418" sldId="775"/>
            <ac:picMk id="11" creationId="{00000000-0000-0000-0000-000000000000}"/>
          </ac:picMkLst>
        </pc:picChg>
      </pc:sldChg>
      <pc:sldChg chg="modSp mod">
        <pc:chgData name="Sophia BUI" userId="5388e7d4eb368e7c" providerId="LiveId" clId="{C4A25E55-FB24-45D4-AE07-AEEFA81CF592}" dt="2023-10-27T00:17:00.654" v="23892" actId="255"/>
        <pc:sldMkLst>
          <pc:docMk/>
          <pc:sldMk cId="462938476" sldId="781"/>
        </pc:sldMkLst>
        <pc:spChg chg="mod">
          <ac:chgData name="Sophia BUI" userId="5388e7d4eb368e7c" providerId="LiveId" clId="{C4A25E55-FB24-45D4-AE07-AEEFA81CF592}" dt="2023-10-26T23:02:13.414" v="23886" actId="20577"/>
          <ac:spMkLst>
            <pc:docMk/>
            <pc:sldMk cId="462938476" sldId="781"/>
            <ac:spMk id="2" creationId="{00000000-0000-0000-0000-000000000000}"/>
          </ac:spMkLst>
        </pc:spChg>
        <pc:graphicFrameChg chg="modGraphic">
          <ac:chgData name="Sophia BUI" userId="5388e7d4eb368e7c" providerId="LiveId" clId="{C4A25E55-FB24-45D4-AE07-AEEFA81CF592}" dt="2023-10-27T00:17:00.654" v="23892" actId="255"/>
          <ac:graphicFrameMkLst>
            <pc:docMk/>
            <pc:sldMk cId="462938476" sldId="781"/>
            <ac:graphicFrameMk id="4" creationId="{EDAF1EA6-61F7-E05B-A2E2-58ECE4AA2B65}"/>
          </ac:graphicFrameMkLst>
        </pc:graphicFrameChg>
      </pc:sldChg>
      <pc:sldChg chg="addSp delSp modSp del mod modClrScheme chgLayout">
        <pc:chgData name="Sophia BUI" userId="5388e7d4eb368e7c" providerId="LiveId" clId="{C4A25E55-FB24-45D4-AE07-AEEFA81CF592}" dt="2023-10-26T23:01:06.889" v="23808" actId="2696"/>
        <pc:sldMkLst>
          <pc:docMk/>
          <pc:sldMk cId="2946151742" sldId="781"/>
        </pc:sldMkLst>
        <pc:spChg chg="mod ord">
          <ac:chgData name="Sophia BUI" userId="5388e7d4eb368e7c" providerId="LiveId" clId="{C4A25E55-FB24-45D4-AE07-AEEFA81CF592}" dt="2023-10-26T23:01:00.551" v="23807" actId="20577"/>
          <ac:spMkLst>
            <pc:docMk/>
            <pc:sldMk cId="2946151742" sldId="781"/>
            <ac:spMk id="2" creationId="{00000000-0000-0000-0000-000000000000}"/>
          </ac:spMkLst>
        </pc:spChg>
        <pc:spChg chg="del mod ord">
          <ac:chgData name="Sophia BUI" userId="5388e7d4eb368e7c" providerId="LiveId" clId="{C4A25E55-FB24-45D4-AE07-AEEFA81CF592}" dt="2023-10-26T22:55:08.582" v="23364" actId="3680"/>
          <ac:spMkLst>
            <pc:docMk/>
            <pc:sldMk cId="2946151742" sldId="781"/>
            <ac:spMk id="3" creationId="{00000000-0000-0000-0000-000000000000}"/>
          </ac:spMkLst>
        </pc:spChg>
        <pc:spChg chg="del mod ord">
          <ac:chgData name="Sophia BUI" userId="5388e7d4eb368e7c" providerId="LiveId" clId="{C4A25E55-FB24-45D4-AE07-AEEFA81CF592}" dt="2023-10-26T22:54:55.844" v="23361" actId="478"/>
          <ac:spMkLst>
            <pc:docMk/>
            <pc:sldMk cId="2946151742" sldId="781"/>
            <ac:spMk id="5" creationId="{00000000-0000-0000-0000-000000000000}"/>
          </ac:spMkLst>
        </pc:spChg>
        <pc:graphicFrameChg chg="add mod ord modGraphic">
          <ac:chgData name="Sophia BUI" userId="5388e7d4eb368e7c" providerId="LiveId" clId="{C4A25E55-FB24-45D4-AE07-AEEFA81CF592}" dt="2023-10-26T23:00:38.225" v="23777" actId="14734"/>
          <ac:graphicFrameMkLst>
            <pc:docMk/>
            <pc:sldMk cId="2946151742" sldId="781"/>
            <ac:graphicFrameMk id="4" creationId="{EDAF1EA6-61F7-E05B-A2E2-58ECE4AA2B65}"/>
          </ac:graphicFrameMkLst>
        </pc:graphicFrameChg>
        <pc:picChg chg="del">
          <ac:chgData name="Sophia BUI" userId="5388e7d4eb368e7c" providerId="LiveId" clId="{C4A25E55-FB24-45D4-AE07-AEEFA81CF592}" dt="2023-10-26T22:54:58.458" v="23362" actId="478"/>
          <ac:picMkLst>
            <pc:docMk/>
            <pc:sldMk cId="2946151742" sldId="781"/>
            <ac:picMk id="6" creationId="{F68B98CE-3798-C25F-8AA7-49FFF9BAEE0B}"/>
          </ac:picMkLst>
        </pc:picChg>
        <pc:picChg chg="add del">
          <ac:chgData name="Sophia BUI" userId="5388e7d4eb368e7c" providerId="LiveId" clId="{C4A25E55-FB24-45D4-AE07-AEEFA81CF592}" dt="2023-10-26T22:55:37.723" v="23473"/>
          <ac:picMkLst>
            <pc:docMk/>
            <pc:sldMk cId="2946151742" sldId="781"/>
            <ac:picMk id="7" creationId="{1F6F7371-9352-3B45-8ECF-0821FB1A4405}"/>
          </ac:picMkLst>
        </pc:picChg>
      </pc:sldChg>
      <pc:sldChg chg="addSp delSp modSp mod">
        <pc:chgData name="Sophia BUI" userId="5388e7d4eb368e7c" providerId="LiveId" clId="{C4A25E55-FB24-45D4-AE07-AEEFA81CF592}" dt="2023-10-26T08:58:40.047" v="21441" actId="478"/>
        <pc:sldMkLst>
          <pc:docMk/>
          <pc:sldMk cId="3581089715" sldId="789"/>
        </pc:sldMkLst>
        <pc:spChg chg="mod">
          <ac:chgData name="Sophia BUI" userId="5388e7d4eb368e7c" providerId="LiveId" clId="{C4A25E55-FB24-45D4-AE07-AEEFA81CF592}" dt="2023-10-26T08:58:25.124" v="21438" actId="20577"/>
          <ac:spMkLst>
            <pc:docMk/>
            <pc:sldMk cId="3581089715" sldId="789"/>
            <ac:spMk id="2" creationId="{96713B1E-85D5-AA04-F3AE-AEBE35B6F107}"/>
          </ac:spMkLst>
        </pc:spChg>
        <pc:spChg chg="del">
          <ac:chgData name="Sophia BUI" userId="5388e7d4eb368e7c" providerId="LiveId" clId="{C4A25E55-FB24-45D4-AE07-AEEFA81CF592}" dt="2023-10-26T08:58:40.047" v="21441" actId="478"/>
          <ac:spMkLst>
            <pc:docMk/>
            <pc:sldMk cId="3581089715" sldId="789"/>
            <ac:spMk id="3" creationId="{38CA90CF-52BE-702A-974C-A07AB27B19E4}"/>
          </ac:spMkLst>
        </pc:spChg>
        <pc:picChg chg="add del">
          <ac:chgData name="Sophia BUI" userId="5388e7d4eb368e7c" providerId="LiveId" clId="{C4A25E55-FB24-45D4-AE07-AEEFA81CF592}" dt="2023-10-26T08:58:35.998" v="21440" actId="478"/>
          <ac:picMkLst>
            <pc:docMk/>
            <pc:sldMk cId="3581089715" sldId="789"/>
            <ac:picMk id="5" creationId="{C03275AD-CFF8-8506-94A0-ADBC57B6EC18}"/>
          </ac:picMkLst>
        </pc:picChg>
      </pc:sldChg>
      <pc:sldChg chg="modSp add mod">
        <pc:chgData name="Sophia BUI" userId="5388e7d4eb368e7c" providerId="LiveId" clId="{C4A25E55-FB24-45D4-AE07-AEEFA81CF592}" dt="2023-10-26T08:59:00.912" v="21489" actId="20577"/>
        <pc:sldMkLst>
          <pc:docMk/>
          <pc:sldMk cId="4144062661" sldId="790"/>
        </pc:sldMkLst>
        <pc:spChg chg="mod">
          <ac:chgData name="Sophia BUI" userId="5388e7d4eb368e7c" providerId="LiveId" clId="{C4A25E55-FB24-45D4-AE07-AEEFA81CF592}" dt="2023-10-26T08:59:00.912" v="21489" actId="20577"/>
          <ac:spMkLst>
            <pc:docMk/>
            <pc:sldMk cId="4144062661" sldId="790"/>
            <ac:spMk id="2" creationId="{96713B1E-85D5-AA04-F3AE-AEBE35B6F107}"/>
          </ac:spMkLst>
        </pc:spChg>
      </pc:sldChg>
      <pc:sldChg chg="addSp delSp modSp new mod modClrScheme chgLayout">
        <pc:chgData name="Sophia BUI" userId="5388e7d4eb368e7c" providerId="LiveId" clId="{C4A25E55-FB24-45D4-AE07-AEEFA81CF592}" dt="2023-10-29T08:55:50.955" v="23975" actId="20577"/>
        <pc:sldMkLst>
          <pc:docMk/>
          <pc:sldMk cId="1411670630" sldId="791"/>
        </pc:sldMkLst>
        <pc:spChg chg="del mod ord">
          <ac:chgData name="Sophia BUI" userId="5388e7d4eb368e7c" providerId="LiveId" clId="{C4A25E55-FB24-45D4-AE07-AEEFA81CF592}" dt="2023-10-26T08:59:10.501" v="21492" actId="700"/>
          <ac:spMkLst>
            <pc:docMk/>
            <pc:sldMk cId="1411670630" sldId="791"/>
            <ac:spMk id="2" creationId="{A898D0A8-E227-7433-FB1B-D74D9EAFB668}"/>
          </ac:spMkLst>
        </pc:spChg>
        <pc:spChg chg="del mod ord">
          <ac:chgData name="Sophia BUI" userId="5388e7d4eb368e7c" providerId="LiveId" clId="{C4A25E55-FB24-45D4-AE07-AEEFA81CF592}" dt="2023-10-26T08:59:10.501" v="21492" actId="700"/>
          <ac:spMkLst>
            <pc:docMk/>
            <pc:sldMk cId="1411670630" sldId="791"/>
            <ac:spMk id="3" creationId="{9478E51D-786E-6B1D-582E-DFC6D4912F84}"/>
          </ac:spMkLst>
        </pc:spChg>
        <pc:spChg chg="add mod ord">
          <ac:chgData name="Sophia BUI" userId="5388e7d4eb368e7c" providerId="LiveId" clId="{C4A25E55-FB24-45D4-AE07-AEEFA81CF592}" dt="2023-10-26T09:07:11.233" v="21707" actId="20577"/>
          <ac:spMkLst>
            <pc:docMk/>
            <pc:sldMk cId="1411670630" sldId="791"/>
            <ac:spMk id="4" creationId="{4BD047FC-6F3A-F853-3136-637A972EFAB4}"/>
          </ac:spMkLst>
        </pc:spChg>
        <pc:spChg chg="add del mod ord">
          <ac:chgData name="Sophia BUI" userId="5388e7d4eb368e7c" providerId="LiveId" clId="{C4A25E55-FB24-45D4-AE07-AEEFA81CF592}" dt="2023-10-26T09:07:54.221" v="21708" actId="3680"/>
          <ac:spMkLst>
            <pc:docMk/>
            <pc:sldMk cId="1411670630" sldId="791"/>
            <ac:spMk id="5" creationId="{5E1DF06C-4BE3-DA0F-4B31-826DFF12B503}"/>
          </ac:spMkLst>
        </pc:spChg>
        <pc:graphicFrameChg chg="add mod ord modGraphic">
          <ac:chgData name="Sophia BUI" userId="5388e7d4eb368e7c" providerId="LiveId" clId="{C4A25E55-FB24-45D4-AE07-AEEFA81CF592}" dt="2023-10-29T08:55:50.955" v="23975" actId="20577"/>
          <ac:graphicFrameMkLst>
            <pc:docMk/>
            <pc:sldMk cId="1411670630" sldId="791"/>
            <ac:graphicFrameMk id="6" creationId="{9198AB11-5979-501B-C4B0-AD2AC77B31B3}"/>
          </ac:graphicFrameMkLst>
        </pc:graphicFrameChg>
        <pc:picChg chg="add del mod">
          <ac:chgData name="Sophia BUI" userId="5388e7d4eb368e7c" providerId="LiveId" clId="{C4A25E55-FB24-45D4-AE07-AEEFA81CF592}" dt="2023-10-26T09:22:47.587" v="22239" actId="478"/>
          <ac:picMkLst>
            <pc:docMk/>
            <pc:sldMk cId="1411670630" sldId="791"/>
            <ac:picMk id="7" creationId="{DE1F42CB-D37F-885C-1F20-BD47C59D33EC}"/>
          </ac:picMkLst>
        </pc:picChg>
        <pc:picChg chg="add mod">
          <ac:chgData name="Sophia BUI" userId="5388e7d4eb368e7c" providerId="LiveId" clId="{C4A25E55-FB24-45D4-AE07-AEEFA81CF592}" dt="2023-10-26T09:33:37.512" v="22533" actId="1076"/>
          <ac:picMkLst>
            <pc:docMk/>
            <pc:sldMk cId="1411670630" sldId="791"/>
            <ac:picMk id="9" creationId="{97A715B2-D912-3F88-FC24-A1273C8B2C1F}"/>
          </ac:picMkLst>
        </pc:picChg>
        <pc:picChg chg="add del mod">
          <ac:chgData name="Sophia BUI" userId="5388e7d4eb368e7c" providerId="LiveId" clId="{C4A25E55-FB24-45D4-AE07-AEEFA81CF592}" dt="2023-10-26T09:27:50.160" v="22515" actId="478"/>
          <ac:picMkLst>
            <pc:docMk/>
            <pc:sldMk cId="1411670630" sldId="791"/>
            <ac:picMk id="11" creationId="{8FBFFB22-0CF9-5F35-BCCF-DCA7665905AC}"/>
          </ac:picMkLst>
        </pc:picChg>
        <pc:picChg chg="add del">
          <ac:chgData name="Sophia BUI" userId="5388e7d4eb368e7c" providerId="LiveId" clId="{C4A25E55-FB24-45D4-AE07-AEEFA81CF592}" dt="2023-10-26T09:28:00.790" v="22518" actId="22"/>
          <ac:picMkLst>
            <pc:docMk/>
            <pc:sldMk cId="1411670630" sldId="791"/>
            <ac:picMk id="13" creationId="{7CF672E7-E268-1E98-393D-33C1C2DA3C12}"/>
          </ac:picMkLst>
        </pc:picChg>
        <pc:picChg chg="add del">
          <ac:chgData name="Sophia BUI" userId="5388e7d4eb368e7c" providerId="LiveId" clId="{C4A25E55-FB24-45D4-AE07-AEEFA81CF592}" dt="2023-10-26T09:28:18.930" v="22520" actId="478"/>
          <ac:picMkLst>
            <pc:docMk/>
            <pc:sldMk cId="1411670630" sldId="791"/>
            <ac:picMk id="15" creationId="{6287AA3A-1A2C-4572-FFD9-45E589D36F18}"/>
          </ac:picMkLst>
        </pc:picChg>
        <pc:picChg chg="add del">
          <ac:chgData name="Sophia BUI" userId="5388e7d4eb368e7c" providerId="LiveId" clId="{C4A25E55-FB24-45D4-AE07-AEEFA81CF592}" dt="2023-10-26T09:29:41.741" v="22522" actId="478"/>
          <ac:picMkLst>
            <pc:docMk/>
            <pc:sldMk cId="1411670630" sldId="791"/>
            <ac:picMk id="17" creationId="{1D41A6A5-8C46-010C-5ACF-2E4A5796AD91}"/>
          </ac:picMkLst>
        </pc:picChg>
        <pc:picChg chg="add del mod">
          <ac:chgData name="Sophia BUI" userId="5388e7d4eb368e7c" providerId="LiveId" clId="{C4A25E55-FB24-45D4-AE07-AEEFA81CF592}" dt="2023-10-26T09:33:05.831" v="22525" actId="478"/>
          <ac:picMkLst>
            <pc:docMk/>
            <pc:sldMk cId="1411670630" sldId="791"/>
            <ac:picMk id="19" creationId="{FB06370F-9A75-D433-4A43-36C8DEEA1AEC}"/>
          </ac:picMkLst>
        </pc:picChg>
        <pc:picChg chg="add mod">
          <ac:chgData name="Sophia BUI" userId="5388e7d4eb368e7c" providerId="LiveId" clId="{C4A25E55-FB24-45D4-AE07-AEEFA81CF592}" dt="2023-10-26T09:33:41.969" v="22534" actId="1076"/>
          <ac:picMkLst>
            <pc:docMk/>
            <pc:sldMk cId="1411670630" sldId="791"/>
            <ac:picMk id="21" creationId="{5F8786F5-86BB-43A7-4154-C8416681841A}"/>
          </ac:picMkLst>
        </pc:picChg>
      </pc:sldChg>
      <pc:sldChg chg="add">
        <pc:chgData name="Sophia BUI" userId="5388e7d4eb368e7c" providerId="LiveId" clId="{C4A25E55-FB24-45D4-AE07-AEEFA81CF592}" dt="2023-10-26T14:58:28.566" v="23120" actId="2890"/>
        <pc:sldMkLst>
          <pc:docMk/>
          <pc:sldMk cId="2841766988" sldId="792"/>
        </pc:sldMkLst>
      </pc:sldChg>
      <pc:sldChg chg="add">
        <pc:chgData name="Sophia BUI" userId="5388e7d4eb368e7c" providerId="LiveId" clId="{C4A25E55-FB24-45D4-AE07-AEEFA81CF592}" dt="2023-10-26T22:54:41.781" v="23358" actId="2890"/>
        <pc:sldMkLst>
          <pc:docMk/>
          <pc:sldMk cId="1159831446" sldId="793"/>
        </pc:sldMkLst>
      </pc:sldChg>
      <pc:sldChg chg="add">
        <pc:chgData name="Sophia BUI" userId="5388e7d4eb368e7c" providerId="LiveId" clId="{C4A25E55-FB24-45D4-AE07-AEEFA81CF592}" dt="2023-11-01T02:57:13.252" v="24511" actId="2890"/>
        <pc:sldMkLst>
          <pc:docMk/>
          <pc:sldMk cId="504646374" sldId="794"/>
        </pc:sldMkLst>
      </pc:sldChg>
      <pc:sldChg chg="modSp new del mod">
        <pc:chgData name="Sophia BUI" userId="5388e7d4eb368e7c" providerId="LiveId" clId="{C4A25E55-FB24-45D4-AE07-AEEFA81CF592}" dt="2023-11-01T01:29:45.571" v="24011" actId="47"/>
        <pc:sldMkLst>
          <pc:docMk/>
          <pc:sldMk cId="576078844" sldId="794"/>
        </pc:sldMkLst>
        <pc:spChg chg="mod">
          <ac:chgData name="Sophia BUI" userId="5388e7d4eb368e7c" providerId="LiveId" clId="{C4A25E55-FB24-45D4-AE07-AEEFA81CF592}" dt="2023-11-01T01:29:01.201" v="24010" actId="20577"/>
          <ac:spMkLst>
            <pc:docMk/>
            <pc:sldMk cId="576078844" sldId="794"/>
            <ac:spMk id="2" creationId="{2284A9C1-58A0-68CF-FFF4-E429EC331EE1}"/>
          </ac:spMkLst>
        </pc:spChg>
      </pc:sldChg>
      <pc:sldChg chg="delSp modSp mod delDesignElem">
        <pc:chgData name="Sophia BUI" userId="5388e7d4eb368e7c" providerId="LiveId" clId="{C4A25E55-FB24-45D4-AE07-AEEFA81CF592}" dt="2023-11-03T01:44:59.777" v="25136" actId="1076"/>
        <pc:sldMkLst>
          <pc:docMk/>
          <pc:sldMk cId="959123882" sldId="795"/>
        </pc:sldMkLst>
        <pc:spChg chg="mod">
          <ac:chgData name="Sophia BUI" userId="5388e7d4eb368e7c" providerId="LiveId" clId="{C4A25E55-FB24-45D4-AE07-AEEFA81CF592}" dt="2023-11-03T01:44:54.714" v="25135" actId="14100"/>
          <ac:spMkLst>
            <pc:docMk/>
            <pc:sldMk cId="959123882" sldId="795"/>
            <ac:spMk id="7" creationId="{00000000-0000-0000-0000-000000000000}"/>
          </ac:spMkLst>
        </pc:spChg>
        <pc:graphicFrameChg chg="mod modGraphic">
          <ac:chgData name="Sophia BUI" userId="5388e7d4eb368e7c" providerId="LiveId" clId="{C4A25E55-FB24-45D4-AE07-AEEFA81CF592}" dt="2023-11-03T01:44:59.777" v="25136" actId="1076"/>
          <ac:graphicFrameMkLst>
            <pc:docMk/>
            <pc:sldMk cId="959123882" sldId="795"/>
            <ac:graphicFrameMk id="9" creationId="{00000000-0000-0000-0000-000000000000}"/>
          </ac:graphicFrameMkLst>
        </pc:graphicFrameChg>
        <pc:picChg chg="del">
          <ac:chgData name="Sophia BUI" userId="5388e7d4eb368e7c" providerId="LiveId" clId="{C4A25E55-FB24-45D4-AE07-AEEFA81CF592}" dt="2023-11-03T01:36:48.216" v="24885" actId="478"/>
          <ac:picMkLst>
            <pc:docMk/>
            <pc:sldMk cId="959123882" sldId="795"/>
            <ac:picMk id="2" creationId="{94FD2758-699F-5C80-0B22-57CD0DF6A521}"/>
          </ac:picMkLst>
        </pc:picChg>
      </pc:sldChg>
      <pc:sldMasterChg chg="modTransition modSldLayout">
        <pc:chgData name="Sophia BUI" userId="5388e7d4eb368e7c" providerId="LiveId" clId="{C4A25E55-FB24-45D4-AE07-AEEFA81CF592}" dt="2023-10-09T15:23:57.033" v="4517"/>
        <pc:sldMasterMkLst>
          <pc:docMk/>
          <pc:sldMasterMk cId="1950366203" sldId="2147483660"/>
        </pc:sldMasterMkLst>
        <pc:sldLayoutChg chg="modTransition">
          <pc:chgData name="Sophia BUI" userId="5388e7d4eb368e7c" providerId="LiveId" clId="{C4A25E55-FB24-45D4-AE07-AEEFA81CF592}" dt="2023-10-09T15:23:57.033" v="4517"/>
          <pc:sldLayoutMkLst>
            <pc:docMk/>
            <pc:sldMasterMk cId="1950366203" sldId="2147483660"/>
            <pc:sldLayoutMk cId="3096877590" sldId="2147483661"/>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2091331182" sldId="2147483662"/>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1578285359" sldId="2147483663"/>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3382555072" sldId="2147483664"/>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778672900" sldId="2147483665"/>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2002629894" sldId="2147483666"/>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3803018010" sldId="2147483667"/>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2075722250" sldId="2147483668"/>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2205119478" sldId="2147483669"/>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2062648044" sldId="2147483670"/>
          </pc:sldLayoutMkLst>
        </pc:sldLayoutChg>
        <pc:sldLayoutChg chg="modTransition">
          <pc:chgData name="Sophia BUI" userId="5388e7d4eb368e7c" providerId="LiveId" clId="{C4A25E55-FB24-45D4-AE07-AEEFA81CF592}" dt="2023-10-09T15:23:57.033" v="4517"/>
          <pc:sldLayoutMkLst>
            <pc:docMk/>
            <pc:sldMasterMk cId="1950366203" sldId="2147483660"/>
            <pc:sldLayoutMk cId="97042439" sldId="2147483671"/>
          </pc:sldLayoutMkLst>
        </pc:sldLayoutChg>
      </pc:sldMasterChg>
      <pc:sldMasterChg chg="modTransition modSldLayout">
        <pc:chgData name="Sophia BUI" userId="5388e7d4eb368e7c" providerId="LiveId" clId="{C4A25E55-FB24-45D4-AE07-AEEFA81CF592}" dt="2023-10-09T22:56:46.543" v="4579"/>
        <pc:sldMasterMkLst>
          <pc:docMk/>
          <pc:sldMasterMk cId="3838415677" sldId="2147483672"/>
        </pc:sldMasterMkLst>
        <pc:sldLayoutChg chg="modTransition">
          <pc:chgData name="Sophia BUI" userId="5388e7d4eb368e7c" providerId="LiveId" clId="{C4A25E55-FB24-45D4-AE07-AEEFA81CF592}" dt="2023-10-09T22:56:46.543" v="4579"/>
          <pc:sldLayoutMkLst>
            <pc:docMk/>
            <pc:sldMasterMk cId="3838415677" sldId="2147483672"/>
            <pc:sldLayoutMk cId="130063183" sldId="2147483673"/>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778816595" sldId="2147483674"/>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465850174" sldId="2147483675"/>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1143456807" sldId="2147483676"/>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2028840257" sldId="2147483677"/>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3950503234" sldId="2147483678"/>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2630431926" sldId="2147483679"/>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2155723960" sldId="2147483680"/>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3380359400" sldId="2147483681"/>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1710490286" sldId="2147483682"/>
          </pc:sldLayoutMkLst>
        </pc:sldLayoutChg>
        <pc:sldLayoutChg chg="modTransition">
          <pc:chgData name="Sophia BUI" userId="5388e7d4eb368e7c" providerId="LiveId" clId="{C4A25E55-FB24-45D4-AE07-AEEFA81CF592}" dt="2023-10-09T22:56:46.543" v="4579"/>
          <pc:sldLayoutMkLst>
            <pc:docMk/>
            <pc:sldMasterMk cId="3838415677" sldId="2147483672"/>
            <pc:sldLayoutMk cId="3017057659" sldId="2147483683"/>
          </pc:sldLayoutMkLst>
        </pc:sldLayoutChg>
      </pc:sldMasterChg>
    </pc:docChg>
  </pc:docChgLst>
  <pc:docChgLst>
    <pc:chgData name="Sophia BUI" userId="5388e7d4eb368e7c" providerId="LiveId" clId="{4B6F56F6-A7A9-461D-8134-0F1A497FAD58}"/>
    <pc:docChg chg="modSld">
      <pc:chgData name="Sophia BUI" userId="5388e7d4eb368e7c" providerId="LiveId" clId="{4B6F56F6-A7A9-461D-8134-0F1A497FAD58}" dt="2024-09-19T01:35:29.721" v="12" actId="14100"/>
      <pc:docMkLst>
        <pc:docMk/>
      </pc:docMkLst>
      <pc:sldChg chg="modSp mod">
        <pc:chgData name="Sophia BUI" userId="5388e7d4eb368e7c" providerId="LiveId" clId="{4B6F56F6-A7A9-461D-8134-0F1A497FAD58}" dt="2024-09-19T01:35:29.721" v="12" actId="14100"/>
        <pc:sldMkLst>
          <pc:docMk/>
          <pc:sldMk cId="800324095" sldId="718"/>
        </pc:sldMkLst>
        <pc:picChg chg="mod">
          <ac:chgData name="Sophia BUI" userId="5388e7d4eb368e7c" providerId="LiveId" clId="{4B6F56F6-A7A9-461D-8134-0F1A497FAD58}" dt="2024-09-19T01:35:29.721" v="12" actId="14100"/>
          <ac:picMkLst>
            <pc:docMk/>
            <pc:sldMk cId="800324095" sldId="718"/>
            <ac:picMk id="12" creationId="{30A3EFFF-3899-8900-1871-D6F570E0081A}"/>
          </ac:picMkLst>
        </pc:picChg>
      </pc:sldChg>
      <pc:sldChg chg="modSp mod">
        <pc:chgData name="Sophia BUI" userId="5388e7d4eb368e7c" providerId="LiveId" clId="{4B6F56F6-A7A9-461D-8134-0F1A497FAD58}" dt="2024-08-23T08:05:36.529" v="1" actId="14100"/>
        <pc:sldMkLst>
          <pc:docMk/>
          <pc:sldMk cId="1221188624" sldId="769"/>
        </pc:sldMkLst>
        <pc:graphicFrameChg chg="mod modGraphic">
          <ac:chgData name="Sophia BUI" userId="5388e7d4eb368e7c" providerId="LiveId" clId="{4B6F56F6-A7A9-461D-8134-0F1A497FAD58}" dt="2024-08-23T08:05:36.529" v="1" actId="14100"/>
          <ac:graphicFrameMkLst>
            <pc:docMk/>
            <pc:sldMk cId="1221188624" sldId="769"/>
            <ac:graphicFrameMk id="9" creationId="{0CA6D3C8-E2A4-D3D2-0351-D61CD5A2DB64}"/>
          </ac:graphicFrameMkLst>
        </pc:graphicFrameChg>
        <pc:picChg chg="mod">
          <ac:chgData name="Sophia BUI" userId="5388e7d4eb368e7c" providerId="LiveId" clId="{4B6F56F6-A7A9-461D-8134-0F1A497FAD58}" dt="2024-08-23T08:05:32.857" v="0" actId="14100"/>
          <ac:picMkLst>
            <pc:docMk/>
            <pc:sldMk cId="1221188624" sldId="769"/>
            <ac:picMk id="6" creationId="{2D985FA1-70A0-ADE8-9C54-3B3A683C3A89}"/>
          </ac:picMkLst>
        </pc:picChg>
      </pc:sldChg>
      <pc:sldChg chg="modSp mod">
        <pc:chgData name="Sophia BUI" userId="5388e7d4eb368e7c" providerId="LiveId" clId="{4B6F56F6-A7A9-461D-8134-0F1A497FAD58}" dt="2024-09-19T01:06:37.825" v="10" actId="1037"/>
        <pc:sldMkLst>
          <pc:docMk/>
          <pc:sldMk cId="1893419667" sldId="771"/>
        </pc:sldMkLst>
        <pc:graphicFrameChg chg="mod">
          <ac:chgData name="Sophia BUI" userId="5388e7d4eb368e7c" providerId="LiveId" clId="{4B6F56F6-A7A9-461D-8134-0F1A497FAD58}" dt="2024-09-19T01:06:37.825" v="10" actId="1037"/>
          <ac:graphicFrameMkLst>
            <pc:docMk/>
            <pc:sldMk cId="1893419667" sldId="771"/>
            <ac:graphicFrameMk id="9" creationId="{0CA6D3C8-E2A4-D3D2-0351-D61CD5A2DB64}"/>
          </ac:graphicFrameMkLst>
        </pc:graphicFrameChg>
        <pc:picChg chg="mod">
          <ac:chgData name="Sophia BUI" userId="5388e7d4eb368e7c" providerId="LiveId" clId="{4B6F56F6-A7A9-461D-8134-0F1A497FAD58}" dt="2024-09-19T01:06:24.435" v="8" actId="1076"/>
          <ac:picMkLst>
            <pc:docMk/>
            <pc:sldMk cId="1893419667" sldId="771"/>
            <ac:picMk id="3" creationId="{78C1343B-B2EC-FD31-6299-02786C3DAB6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11/20/2024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11/20/2024</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2322340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10</a:t>
            </a:fld>
            <a:endParaRPr lang="en-US"/>
          </a:p>
        </p:txBody>
      </p:sp>
    </p:spTree>
    <p:extLst>
      <p:ext uri="{BB962C8B-B14F-4D97-AF65-F5344CB8AC3E}">
        <p14:creationId xmlns:p14="http://schemas.microsoft.com/office/powerpoint/2010/main" val="2466734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A49E8-C8AF-F38D-4CE0-496720CF1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9F52E-BA68-5A91-22C1-00F94BBEA9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618958-36C6-643F-5577-1800566B0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0CBD61-3DAE-D4A6-8D13-7436CE2BBDC0}"/>
              </a:ext>
            </a:extLst>
          </p:cNvPr>
          <p:cNvSpPr>
            <a:spLocks noGrp="1"/>
          </p:cNvSpPr>
          <p:nvPr>
            <p:ph type="sldNum" sz="quarter" idx="5"/>
          </p:nvPr>
        </p:nvSpPr>
        <p:spPr/>
        <p:txBody>
          <a:bodyPr/>
          <a:lstStyle/>
          <a:p>
            <a:fld id="{841221E5-7225-48EB-A4EE-420E7BFCF705}" type="slidenum">
              <a:rPr lang="en-US" smtClean="0"/>
              <a:pPr/>
              <a:t>14</a:t>
            </a:fld>
            <a:endParaRPr lang="en-US"/>
          </a:p>
        </p:txBody>
      </p:sp>
    </p:spTree>
    <p:extLst>
      <p:ext uri="{BB962C8B-B14F-4D97-AF65-F5344CB8AC3E}">
        <p14:creationId xmlns:p14="http://schemas.microsoft.com/office/powerpoint/2010/main" val="38685158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18</a:t>
            </a:fld>
            <a:endParaRPr lang="en-US"/>
          </a:p>
        </p:txBody>
      </p:sp>
    </p:spTree>
    <p:extLst>
      <p:ext uri="{BB962C8B-B14F-4D97-AF65-F5344CB8AC3E}">
        <p14:creationId xmlns:p14="http://schemas.microsoft.com/office/powerpoint/2010/main" val="3034674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19</a:t>
            </a:fld>
            <a:endParaRPr lang="en-US"/>
          </a:p>
        </p:txBody>
      </p:sp>
    </p:spTree>
    <p:extLst>
      <p:ext uri="{BB962C8B-B14F-4D97-AF65-F5344CB8AC3E}">
        <p14:creationId xmlns:p14="http://schemas.microsoft.com/office/powerpoint/2010/main" val="230135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24</a:t>
            </a:fld>
            <a:endParaRPr lang="en-US"/>
          </a:p>
        </p:txBody>
      </p:sp>
    </p:spTree>
    <p:extLst>
      <p:ext uri="{BB962C8B-B14F-4D97-AF65-F5344CB8AC3E}">
        <p14:creationId xmlns:p14="http://schemas.microsoft.com/office/powerpoint/2010/main" val="2130637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34</a:t>
            </a:fld>
            <a:endParaRPr lang="en-US"/>
          </a:p>
        </p:txBody>
      </p:sp>
    </p:spTree>
    <p:extLst>
      <p:ext uri="{BB962C8B-B14F-4D97-AF65-F5344CB8AC3E}">
        <p14:creationId xmlns:p14="http://schemas.microsoft.com/office/powerpoint/2010/main" val="33164905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35</a:t>
            </a:fld>
            <a:endParaRPr lang="en-US"/>
          </a:p>
        </p:txBody>
      </p:sp>
    </p:spTree>
    <p:extLst>
      <p:ext uri="{BB962C8B-B14F-4D97-AF65-F5344CB8AC3E}">
        <p14:creationId xmlns:p14="http://schemas.microsoft.com/office/powerpoint/2010/main" val="16778959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41</a:t>
            </a:fld>
            <a:endParaRPr lang="en-US"/>
          </a:p>
        </p:txBody>
      </p:sp>
    </p:spTree>
    <p:extLst>
      <p:ext uri="{BB962C8B-B14F-4D97-AF65-F5344CB8AC3E}">
        <p14:creationId xmlns:p14="http://schemas.microsoft.com/office/powerpoint/2010/main" val="91967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42</a:t>
            </a:fld>
            <a:endParaRPr lang="en-US"/>
          </a:p>
        </p:txBody>
      </p:sp>
    </p:spTree>
    <p:extLst>
      <p:ext uri="{BB962C8B-B14F-4D97-AF65-F5344CB8AC3E}">
        <p14:creationId xmlns:p14="http://schemas.microsoft.com/office/powerpoint/2010/main" val="3585657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1221E5-7225-48EB-A4EE-420E7BFCF705}" type="slidenum">
              <a:rPr lang="en-US" smtClean="0"/>
              <a:pPr/>
              <a:t>45</a:t>
            </a:fld>
            <a:endParaRPr lang="en-US"/>
          </a:p>
        </p:txBody>
      </p:sp>
    </p:spTree>
    <p:extLst>
      <p:ext uri="{BB962C8B-B14F-4D97-AF65-F5344CB8AC3E}">
        <p14:creationId xmlns:p14="http://schemas.microsoft.com/office/powerpoint/2010/main" val="1165645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2453-5615-F919-4FAF-BA20092D1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DCC88-2DAC-989A-0A26-B6341117E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A1246-38AE-15BA-D43C-3DC9A1522F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0BBA6A-3907-9A3D-ABC9-680CD8159273}"/>
              </a:ext>
            </a:extLst>
          </p:cNvPr>
          <p:cNvSpPr>
            <a:spLocks noGrp="1"/>
          </p:cNvSpPr>
          <p:nvPr>
            <p:ph type="sldNum" sz="quarter" idx="5"/>
          </p:nvPr>
        </p:nvSpPr>
        <p:spPr/>
        <p:txBody>
          <a:bodyPr/>
          <a:lstStyle/>
          <a:p>
            <a:fld id="{841221E5-7225-48EB-A4EE-420E7BFCF705}" type="slidenum">
              <a:rPr lang="en-US" smtClean="0"/>
              <a:pPr/>
              <a:t>49</a:t>
            </a:fld>
            <a:endParaRPr lang="en-US"/>
          </a:p>
        </p:txBody>
      </p:sp>
    </p:spTree>
    <p:extLst>
      <p:ext uri="{BB962C8B-B14F-4D97-AF65-F5344CB8AC3E}">
        <p14:creationId xmlns:p14="http://schemas.microsoft.com/office/powerpoint/2010/main" val="10980713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122363"/>
            <a:ext cx="9141619" cy="2387600"/>
          </a:xfrm>
        </p:spPr>
        <p:txBody>
          <a:bodyPr anchor="b"/>
          <a:lstStyle>
            <a:lvl1pPr algn="ctr">
              <a:defRPr sz="5998"/>
            </a:lvl1pPr>
          </a:lstStyle>
          <a:p>
            <a:r>
              <a:rPr lang="en-US"/>
              <a:t>Click to edit Master title style</a:t>
            </a:r>
            <a:endParaRPr lang="en-US" dirty="0"/>
          </a:p>
        </p:txBody>
      </p:sp>
      <p:sp>
        <p:nvSpPr>
          <p:cNvPr id="3" name="Subtitle 2"/>
          <p:cNvSpPr>
            <a:spLocks noGrp="1"/>
          </p:cNvSpPr>
          <p:nvPr>
            <p:ph type="subTitle" idx="1"/>
          </p:nvPr>
        </p:nvSpPr>
        <p:spPr>
          <a:xfrm>
            <a:off x="1523603" y="3602038"/>
            <a:ext cx="9141619" cy="1655762"/>
          </a:xfrm>
        </p:spPr>
        <p:txBody>
          <a:bodyPr/>
          <a:lstStyle>
            <a:lvl1pPr marL="0" indent="0" algn="ctr">
              <a:buNone/>
              <a:defRPr sz="2399"/>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C6F8EA-316C-41DE-B9A4-EDCC3A85ED9A}" type="datetimeFigureOut">
              <a:rPr lang="en-US" smtClean="0"/>
              <a:pPr/>
              <a:t>11/20/2024</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ext uri="{BB962C8B-B14F-4D97-AF65-F5344CB8AC3E}">
        <p14:creationId xmlns:p14="http://schemas.microsoft.com/office/powerpoint/2010/main" val="130063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C6F8EA-316C-41DE-B9A4-EDCC3A85ED9A}" type="datetimeFigureOut">
              <a:rPr lang="en-US" smtClean="0"/>
              <a:t>11/20/2024</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77881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3" y="1709739"/>
            <a:ext cx="10512862" cy="2852737"/>
          </a:xfrm>
        </p:spPr>
        <p:txBody>
          <a:bodyPr anchor="b"/>
          <a:lstStyle>
            <a:lvl1pPr>
              <a:defRPr sz="5998"/>
            </a:lvl1pPr>
          </a:lstStyle>
          <a:p>
            <a:r>
              <a:rPr lang="en-US"/>
              <a:t>Click to edit Master title style</a:t>
            </a:r>
            <a:endParaRPr lang="en-US" dirty="0"/>
          </a:p>
        </p:txBody>
      </p:sp>
      <p:sp>
        <p:nvSpPr>
          <p:cNvPr id="3" name="Text Placeholder 2"/>
          <p:cNvSpPr>
            <a:spLocks noGrp="1"/>
          </p:cNvSpPr>
          <p:nvPr>
            <p:ph type="body" idx="1"/>
          </p:nvPr>
        </p:nvSpPr>
        <p:spPr>
          <a:xfrm>
            <a:off x="831633" y="4589464"/>
            <a:ext cx="10512862" cy="1500187"/>
          </a:xfrm>
        </p:spPr>
        <p:txBody>
          <a:bodyPr/>
          <a:lstStyle>
            <a:lvl1pPr marL="0" indent="0">
              <a:buNone/>
              <a:defRPr sz="2399">
                <a:solidFill>
                  <a:schemeClr val="tx1">
                    <a:tint val="75000"/>
                  </a:schemeClr>
                </a:solidFill>
              </a:defRPr>
            </a:lvl1pPr>
            <a:lvl2pPr marL="457063" indent="0">
              <a:buNone/>
              <a:defRPr sz="1999">
                <a:solidFill>
                  <a:schemeClr val="tx1">
                    <a:tint val="75000"/>
                  </a:schemeClr>
                </a:solidFill>
              </a:defRPr>
            </a:lvl2pPr>
            <a:lvl3pPr marL="914126" indent="0">
              <a:buNone/>
              <a:defRPr sz="1799">
                <a:solidFill>
                  <a:schemeClr val="tx1">
                    <a:tint val="75000"/>
                  </a:schemeClr>
                </a:solidFill>
              </a:defRPr>
            </a:lvl3pPr>
            <a:lvl4pPr marL="1371189" indent="0">
              <a:buNone/>
              <a:defRPr sz="1600">
                <a:solidFill>
                  <a:schemeClr val="tx1">
                    <a:tint val="75000"/>
                  </a:schemeClr>
                </a:solidFill>
              </a:defRPr>
            </a:lvl4pPr>
            <a:lvl5pPr marL="1828251" indent="0">
              <a:buNone/>
              <a:defRPr sz="1600">
                <a:solidFill>
                  <a:schemeClr val="tx1">
                    <a:tint val="75000"/>
                  </a:schemeClr>
                </a:solidFill>
              </a:defRPr>
            </a:lvl5pPr>
            <a:lvl6pPr marL="2285314" indent="0">
              <a:buNone/>
              <a:defRPr sz="1600">
                <a:solidFill>
                  <a:schemeClr val="tx1">
                    <a:tint val="75000"/>
                  </a:schemeClr>
                </a:solidFill>
              </a:defRPr>
            </a:lvl6pPr>
            <a:lvl7pPr marL="2742377" indent="0">
              <a:buNone/>
              <a:defRPr sz="1600">
                <a:solidFill>
                  <a:schemeClr val="tx1">
                    <a:tint val="75000"/>
                  </a:schemeClr>
                </a:solidFill>
              </a:defRPr>
            </a:lvl7pPr>
            <a:lvl8pPr marL="3199440" indent="0">
              <a:buNone/>
              <a:defRPr sz="1600">
                <a:solidFill>
                  <a:schemeClr val="tx1">
                    <a:tint val="75000"/>
                  </a:schemeClr>
                </a:solidFill>
              </a:defRPr>
            </a:lvl8pPr>
            <a:lvl9pPr marL="3656503"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C6F8EA-316C-41DE-B9A4-EDCC3A85ED9A}" type="datetimeFigureOut">
              <a:rPr lang="en-US" smtClean="0"/>
              <a:pPr/>
              <a:t>11/20/2024</a:t>
            </a:fld>
            <a:endParaRPr lang="en-US" dirty="0"/>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DC1BBB0-96F0-4077-A278-0F3FB5C104D3}" type="slidenum">
              <a:rPr lang="en-US" smtClean="0"/>
              <a:pPr/>
              <a:t>‹#›</a:t>
            </a:fld>
            <a:endParaRPr lang="en-US"/>
          </a:p>
        </p:txBody>
      </p:sp>
    </p:spTree>
    <p:extLst>
      <p:ext uri="{BB962C8B-B14F-4D97-AF65-F5344CB8AC3E}">
        <p14:creationId xmlns:p14="http://schemas.microsoft.com/office/powerpoint/2010/main" val="46585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798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59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C6F8EA-316C-41DE-B9A4-EDCC3A85ED9A}" type="datetimeFigureOut">
              <a:rPr lang="en-US" smtClean="0"/>
              <a:t>11/20/2024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1143456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365126"/>
            <a:ext cx="10512862"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570" y="1681163"/>
            <a:ext cx="5156444"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4" name="Content Placeholder 3"/>
          <p:cNvSpPr>
            <a:spLocks noGrp="1"/>
          </p:cNvSpPr>
          <p:nvPr>
            <p:ph sz="half" idx="2"/>
          </p:nvPr>
        </p:nvSpPr>
        <p:spPr>
          <a:xfrm>
            <a:off x="839570" y="2505075"/>
            <a:ext cx="515644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0593" y="1681163"/>
            <a:ext cx="5181838" cy="823912"/>
          </a:xfrm>
        </p:spPr>
        <p:txBody>
          <a:bodyPr anchor="b"/>
          <a:lstStyle>
            <a:lvl1pPr marL="0" indent="0">
              <a:buNone/>
              <a:defRPr sz="2399" b="1"/>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593" y="2505075"/>
            <a:ext cx="518183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C6F8EA-316C-41DE-B9A4-EDCC3A85ED9A}" type="datetimeFigureOut">
              <a:rPr lang="en-US" smtClean="0"/>
              <a:t>11/20/2024</a:t>
            </a:fld>
            <a:endParaRPr lang="en-US"/>
          </a:p>
        </p:txBody>
      </p:sp>
      <p:sp>
        <p:nvSpPr>
          <p:cNvPr id="8" name="Footer Placeholder 7"/>
          <p:cNvSpPr>
            <a:spLocks noGrp="1"/>
          </p:cNvSpPr>
          <p:nvPr>
            <p:ph type="ftr" sz="quarter" idx="11"/>
          </p:nvPr>
        </p:nvSpPr>
        <p:spPr/>
        <p:txBody>
          <a:bodyPr/>
          <a:lstStyle/>
          <a:p>
            <a:r>
              <a:rPr lang="en-US"/>
              <a:t>Add a footer</a:t>
            </a:r>
            <a:endParaRPr lang="en-US" dirty="0"/>
          </a:p>
        </p:txBody>
      </p:sp>
      <p:sp>
        <p:nvSpPr>
          <p:cNvPr id="9" name="Slide Number Placeholder 8"/>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2028840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C6F8EA-316C-41DE-B9A4-EDCC3A85ED9A}" type="datetimeFigureOut">
              <a:rPr lang="en-US" smtClean="0"/>
              <a:t>11/20/2024</a:t>
            </a:fld>
            <a:endParaRPr lang="en-US"/>
          </a:p>
        </p:txBody>
      </p:sp>
      <p:sp>
        <p:nvSpPr>
          <p:cNvPr id="4" name="Footer Placeholder 3"/>
          <p:cNvSpPr>
            <a:spLocks noGrp="1"/>
          </p:cNvSpPr>
          <p:nvPr>
            <p:ph type="ftr" sz="quarter" idx="11"/>
          </p:nvPr>
        </p:nvSpPr>
        <p:spPr/>
        <p:txBody>
          <a:bodyPr/>
          <a:lstStyle/>
          <a:p>
            <a:r>
              <a:rPr lang="en-US"/>
              <a:t>Add a footer</a:t>
            </a:r>
            <a:endParaRPr lang="en-US" dirty="0"/>
          </a:p>
        </p:txBody>
      </p:sp>
      <p:sp>
        <p:nvSpPr>
          <p:cNvPr id="5" name="Slide Number Placeholder 4"/>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395050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6F8EA-316C-41DE-B9A4-EDCC3A85ED9A}" type="datetimeFigureOut">
              <a:rPr lang="en-US" smtClean="0"/>
              <a:t>11/20/2024</a:t>
            </a:fld>
            <a:endParaRPr lang="en-US"/>
          </a:p>
        </p:txBody>
      </p:sp>
      <p:sp>
        <p:nvSpPr>
          <p:cNvPr id="3" name="Footer Placeholder 2"/>
          <p:cNvSpPr>
            <a:spLocks noGrp="1"/>
          </p:cNvSpPr>
          <p:nvPr>
            <p:ph type="ftr" sz="quarter" idx="11"/>
          </p:nvPr>
        </p:nvSpPr>
        <p:spPr/>
        <p:txBody>
          <a:bodyPr/>
          <a:lstStyle/>
          <a:p>
            <a:r>
              <a:rPr lang="en-US"/>
              <a:t>Add a footer</a:t>
            </a:r>
            <a:endParaRPr lang="en-US" dirty="0"/>
          </a:p>
        </p:txBody>
      </p:sp>
      <p:sp>
        <p:nvSpPr>
          <p:cNvPr id="4" name="Slide Number Placeholder 3"/>
          <p:cNvSpPr>
            <a:spLocks noGrp="1"/>
          </p:cNvSpPr>
          <p:nvPr>
            <p:ph type="sldNum" sz="quarter" idx="12"/>
          </p:nvPr>
        </p:nvSpPr>
        <p:spPr/>
        <p:txBody>
          <a:bodyPr/>
          <a:lstStyle/>
          <a:p>
            <a:fld id="{7DC1BBB0-96F0-4077-A278-0F3FB5C104D3}" type="slidenum">
              <a:rPr lang="en-US" smtClean="0"/>
              <a:pPr/>
              <a:t>‹#›</a:t>
            </a:fld>
            <a:endParaRPr lang="en-US"/>
          </a:p>
        </p:txBody>
      </p:sp>
    </p:spTree>
    <p:extLst>
      <p:ext uri="{BB962C8B-B14F-4D97-AF65-F5344CB8AC3E}">
        <p14:creationId xmlns:p14="http://schemas.microsoft.com/office/powerpoint/2010/main" val="263043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US" dirty="0"/>
          </a:p>
        </p:txBody>
      </p:sp>
      <p:sp>
        <p:nvSpPr>
          <p:cNvPr id="3" name="Content Placeholder 2"/>
          <p:cNvSpPr>
            <a:spLocks noGrp="1"/>
          </p:cNvSpPr>
          <p:nvPr>
            <p:ph idx="1"/>
          </p:nvPr>
        </p:nvSpPr>
        <p:spPr>
          <a:xfrm>
            <a:off x="5181838" y="987426"/>
            <a:ext cx="6170593" cy="4873625"/>
          </a:xfrm>
        </p:spPr>
        <p:txBody>
          <a:bodyPr/>
          <a:lstStyle>
            <a:lvl1pPr>
              <a:defRPr sz="3199"/>
            </a:lvl1pPr>
            <a:lvl2pPr>
              <a:defRPr sz="2799"/>
            </a:lvl2pPr>
            <a:lvl3pPr>
              <a:defRPr sz="2399"/>
            </a:lvl3pPr>
            <a:lvl4pPr>
              <a:defRPr sz="1999"/>
            </a:lvl4pPr>
            <a:lvl5pPr>
              <a:defRPr sz="1999"/>
            </a:lvl5pPr>
            <a:lvl6pPr>
              <a:defRPr sz="1999"/>
            </a:lvl6pPr>
            <a:lvl7pPr>
              <a:defRPr sz="1999"/>
            </a:lvl7pPr>
            <a:lvl8pPr>
              <a:defRPr sz="1999"/>
            </a:lvl8pPr>
            <a:lvl9pPr>
              <a:defRPr sz="199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C6F8EA-316C-41DE-B9A4-EDCC3A85ED9A}" type="datetimeFigureOut">
              <a:rPr lang="en-US" smtClean="0"/>
              <a:t>11/20/2024</a:t>
            </a:fld>
            <a:endParaRPr lang="en-US"/>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215572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70" y="457200"/>
            <a:ext cx="3931213" cy="1600200"/>
          </a:xfrm>
        </p:spPr>
        <p:txBody>
          <a:bodyPr anchor="b"/>
          <a:lstStyle>
            <a:lvl1pPr>
              <a:defRPr sz="3199"/>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1838" y="987426"/>
            <a:ext cx="6170593" cy="4873625"/>
          </a:xfrm>
        </p:spPr>
        <p:txBody>
          <a:bodyPr anchor="t"/>
          <a:lstStyle>
            <a:lvl1pPr marL="0" indent="0">
              <a:buNone/>
              <a:defRPr sz="3199"/>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a:t>Click icon to add picture</a:t>
            </a:r>
            <a:endParaRPr lang="en-US" dirty="0"/>
          </a:p>
        </p:txBody>
      </p:sp>
      <p:sp>
        <p:nvSpPr>
          <p:cNvPr id="4" name="Text Placeholder 3"/>
          <p:cNvSpPr>
            <a:spLocks noGrp="1"/>
          </p:cNvSpPr>
          <p:nvPr>
            <p:ph type="body" sz="half" idx="2"/>
          </p:nvPr>
        </p:nvSpPr>
        <p:spPr>
          <a:xfrm>
            <a:off x="839570" y="2057400"/>
            <a:ext cx="3931213" cy="3811588"/>
          </a:xfrm>
        </p:spPr>
        <p:txBody>
          <a:bodyPr/>
          <a:lstStyle>
            <a:lvl1pPr marL="0" indent="0">
              <a:buNone/>
              <a:defRPr sz="16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2C6F8EA-316C-41DE-B9A4-EDCC3A85ED9A}" type="datetimeFigureOut">
              <a:rPr lang="en-US" smtClean="0"/>
              <a:pPr/>
              <a:t>11/20/2024</a:t>
            </a:fld>
            <a:endParaRPr lang="en-US" dirty="0"/>
          </a:p>
        </p:txBody>
      </p:sp>
      <p:sp>
        <p:nvSpPr>
          <p:cNvPr id="6" name="Footer Placeholder 5"/>
          <p:cNvSpPr>
            <a:spLocks noGrp="1"/>
          </p:cNvSpPr>
          <p:nvPr>
            <p:ph type="ftr" sz="quarter" idx="11"/>
          </p:nvPr>
        </p:nvSpPr>
        <p:spPr/>
        <p:txBody>
          <a:bodyPr/>
          <a:lstStyle/>
          <a:p>
            <a:r>
              <a:rPr lang="en-US"/>
              <a:t>Add a footer</a:t>
            </a:r>
            <a:endParaRPr lang="en-US" dirty="0"/>
          </a:p>
        </p:txBody>
      </p:sp>
      <p:sp>
        <p:nvSpPr>
          <p:cNvPr id="7" name="Slide Number Placeholder 6"/>
          <p:cNvSpPr>
            <a:spLocks noGrp="1"/>
          </p:cNvSpPr>
          <p:nvPr>
            <p:ph type="sldNum" sz="quarter" idx="12"/>
          </p:nvPr>
        </p:nvSpPr>
        <p:spPr/>
        <p:txBody>
          <a:bodyPr/>
          <a:lstStyle/>
          <a:p>
            <a:fld id="{7DC1BBB0-96F0-4077-A278-0F3FB5C104D3}" type="slidenum">
              <a:rPr lang="en-US" smtClean="0"/>
              <a:pPr/>
              <a:t>‹#›</a:t>
            </a:fld>
            <a:endParaRPr lang="en-US"/>
          </a:p>
        </p:txBody>
      </p:sp>
    </p:spTree>
    <p:extLst>
      <p:ext uri="{BB962C8B-B14F-4D97-AF65-F5344CB8AC3E}">
        <p14:creationId xmlns:p14="http://schemas.microsoft.com/office/powerpoint/2010/main" val="3380359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C6F8EA-316C-41DE-B9A4-EDCC3A85ED9A}" type="datetimeFigureOut">
              <a:rPr lang="en-US" smtClean="0"/>
              <a:t>11/20/2024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171049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365125"/>
            <a:ext cx="262821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982" y="365125"/>
            <a:ext cx="773228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C6F8EA-316C-41DE-B9A4-EDCC3A85ED9A}" type="datetimeFigureOut">
              <a:rPr lang="en-US" smtClean="0"/>
              <a:t>11/20/2024</a:t>
            </a:fld>
            <a:endParaRPr lang="en-US"/>
          </a:p>
        </p:txBody>
      </p:sp>
      <p:sp>
        <p:nvSpPr>
          <p:cNvPr id="5" name="Footer Placeholder 4"/>
          <p:cNvSpPr>
            <a:spLocks noGrp="1"/>
          </p:cNvSpPr>
          <p:nvPr>
            <p:ph type="ftr" sz="quarter" idx="11"/>
          </p:nvPr>
        </p:nvSpPr>
        <p:spPr/>
        <p:txBody>
          <a:bodyPr/>
          <a:lstStyle/>
          <a:p>
            <a:r>
              <a:rPr lang="en-US"/>
              <a:t>Add a footer</a:t>
            </a:r>
            <a:endParaRPr lang="en-US" dirty="0"/>
          </a:p>
        </p:txBody>
      </p:sp>
      <p:sp>
        <p:nvSpPr>
          <p:cNvPr id="6" name="Slide Number Placeholder 5"/>
          <p:cNvSpPr>
            <a:spLocks noGrp="1"/>
          </p:cNvSpPr>
          <p:nvPr>
            <p:ph type="sldNum" sz="quarter" idx="12"/>
          </p:nvPr>
        </p:nvSpPr>
        <p:spPr/>
        <p:txBody>
          <a:bodyPr/>
          <a:lstStyle/>
          <a:p>
            <a:fld id="{7DC1BBB0-96F0-4077-A278-0F3FB5C104D3}" type="slidenum">
              <a:rPr lang="en-US" smtClean="0"/>
              <a:t>‹#›</a:t>
            </a:fld>
            <a:endParaRPr lang="en-US"/>
          </a:p>
        </p:txBody>
      </p:sp>
    </p:spTree>
    <p:extLst>
      <p:ext uri="{BB962C8B-B14F-4D97-AF65-F5344CB8AC3E}">
        <p14:creationId xmlns:p14="http://schemas.microsoft.com/office/powerpoint/2010/main" val="3017057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65126"/>
            <a:ext cx="1051286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7982" y="6356351"/>
            <a:ext cx="2742486"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C6F8EA-316C-41DE-B9A4-EDCC3A85ED9A}" type="datetimeFigureOut">
              <a:rPr lang="en-US" smtClean="0"/>
              <a:pPr/>
              <a:t>11/20/2024</a:t>
            </a:fld>
            <a:endParaRPr lang="en-US" dirty="0"/>
          </a:p>
        </p:txBody>
      </p:sp>
      <p:sp>
        <p:nvSpPr>
          <p:cNvPr id="5" name="Footer Placeholder 4"/>
          <p:cNvSpPr>
            <a:spLocks noGrp="1"/>
          </p:cNvSpPr>
          <p:nvPr>
            <p:ph type="ftr" sz="quarter" idx="3"/>
          </p:nvPr>
        </p:nvSpPr>
        <p:spPr>
          <a:xfrm>
            <a:off x="4037549" y="6356351"/>
            <a:ext cx="411372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8608357" y="6356351"/>
            <a:ext cx="2742486"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838415677"/>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5400" dirty="0" err="1"/>
              <a:t>Xây</a:t>
            </a:r>
            <a:r>
              <a:rPr lang="en-US" sz="5400" dirty="0"/>
              <a:t> </a:t>
            </a:r>
            <a:r>
              <a:rPr lang="en-US" sz="5400" dirty="0" err="1"/>
              <a:t>dựng</a:t>
            </a:r>
            <a:r>
              <a:rPr lang="en-US" sz="5400" dirty="0"/>
              <a:t> </a:t>
            </a:r>
            <a:r>
              <a:rPr lang="en-US" dirty="0"/>
              <a:t>website </a:t>
            </a:r>
            <a:r>
              <a:rPr lang="en-US" dirty="0" err="1"/>
              <a:t>bán</a:t>
            </a:r>
            <a:r>
              <a:rPr lang="en-US" dirty="0"/>
              <a:t> </a:t>
            </a:r>
            <a:r>
              <a:rPr lang="en-US" dirty="0" err="1"/>
              <a:t>hàng</a:t>
            </a:r>
            <a:r>
              <a:rPr lang="en-US" dirty="0"/>
              <a:t> </a:t>
            </a:r>
            <a:r>
              <a:rPr lang="en-US" dirty="0" err="1"/>
              <a:t>bằng</a:t>
            </a:r>
            <a:r>
              <a:rPr lang="en-US" sz="5400" dirty="0"/>
              <a:t> ASP.NET MVC5 Entity Framework</a:t>
            </a:r>
            <a:endParaRPr lang="en-US" dirty="0"/>
          </a:p>
        </p:txBody>
      </p:sp>
      <p:sp>
        <p:nvSpPr>
          <p:cNvPr id="3" name="Subtitle 2"/>
          <p:cNvSpPr>
            <a:spLocks noGrp="1"/>
          </p:cNvSpPr>
          <p:nvPr>
            <p:ph type="subTitle" idx="1"/>
          </p:nvPr>
        </p:nvSpPr>
        <p:spPr/>
        <p:txBody>
          <a:bodyPr/>
          <a:lstStyle/>
          <a:p>
            <a:r>
              <a:rPr lang="en-US" dirty="0" err="1"/>
              <a:t>ThS</a:t>
            </a:r>
            <a:r>
              <a:rPr lang="en-US" dirty="0"/>
              <a:t>. Bùi </a:t>
            </a:r>
            <a:r>
              <a:rPr lang="en-US" dirty="0" err="1"/>
              <a:t>Thị</a:t>
            </a:r>
            <a:r>
              <a:rPr lang="en-US" dirty="0"/>
              <a:t> Thanh Tú</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4229919-321F-65F8-600E-CF79AB4F30ED}"/>
              </a:ext>
            </a:extLst>
          </p:cNvPr>
          <p:cNvSpPr>
            <a:spLocks noGrp="1"/>
          </p:cNvSpPr>
          <p:nvPr>
            <p:ph type="title"/>
          </p:nvPr>
        </p:nvSpPr>
        <p:spPr>
          <a:xfrm>
            <a:off x="837982" y="365127"/>
            <a:ext cx="10512862" cy="777874"/>
          </a:xfrm>
        </p:spPr>
        <p:txBody>
          <a:bodyPr/>
          <a:lstStyle/>
          <a:p>
            <a:r>
              <a:rPr lang="en-US" dirty="0"/>
              <a:t>DANH </a:t>
            </a:r>
            <a:r>
              <a:rPr lang="en-US" dirty="0" err="1"/>
              <a:t>SÁCH</a:t>
            </a:r>
            <a:r>
              <a:rPr lang="en-US" dirty="0"/>
              <a:t> </a:t>
            </a:r>
            <a:r>
              <a:rPr lang="en-US" dirty="0" err="1"/>
              <a:t>YÊU</a:t>
            </a:r>
            <a:r>
              <a:rPr lang="en-US" dirty="0"/>
              <a:t> </a:t>
            </a:r>
            <a:r>
              <a:rPr lang="en-US" dirty="0" err="1"/>
              <a:t>CẦU</a:t>
            </a:r>
            <a:r>
              <a:rPr lang="en-US" dirty="0"/>
              <a:t> </a:t>
            </a:r>
            <a:r>
              <a:rPr lang="en-US" dirty="0" err="1"/>
              <a:t>CHỨC</a:t>
            </a:r>
            <a:r>
              <a:rPr lang="en-US" dirty="0"/>
              <a:t> </a:t>
            </a:r>
            <a:r>
              <a:rPr lang="en-US" dirty="0" err="1"/>
              <a:t>NĂNG</a:t>
            </a:r>
            <a:endParaRPr lang="en-US" dirty="0"/>
          </a:p>
        </p:txBody>
      </p:sp>
      <p:graphicFrame>
        <p:nvGraphicFramePr>
          <p:cNvPr id="9" name="Content Placeholder 8">
            <a:extLst>
              <a:ext uri="{FF2B5EF4-FFF2-40B4-BE49-F238E27FC236}">
                <a16:creationId xmlns:a16="http://schemas.microsoft.com/office/drawing/2014/main" id="{6152A7F9-55A8-08ED-CBB9-8F27C83BAA86}"/>
              </a:ext>
            </a:extLst>
          </p:cNvPr>
          <p:cNvGraphicFramePr>
            <a:graphicFrameLocks noGrp="1"/>
          </p:cNvGraphicFramePr>
          <p:nvPr>
            <p:ph idx="1"/>
          </p:nvPr>
        </p:nvGraphicFramePr>
        <p:xfrm>
          <a:off x="989012" y="1295400"/>
          <a:ext cx="10512424" cy="5105399"/>
        </p:xfrm>
        <a:graphic>
          <a:graphicData uri="http://schemas.openxmlformats.org/drawingml/2006/table">
            <a:tbl>
              <a:tblPr firstRow="1" bandRow="1">
                <a:tableStyleId>{073A0DAA-6AF3-43AB-8588-CEC1D06C72B9}</a:tableStyleId>
              </a:tblPr>
              <a:tblGrid>
                <a:gridCol w="1522412">
                  <a:extLst>
                    <a:ext uri="{9D8B030D-6E8A-4147-A177-3AD203B41FA5}">
                      <a16:colId xmlns:a16="http://schemas.microsoft.com/office/drawing/2014/main" val="185108335"/>
                    </a:ext>
                  </a:extLst>
                </a:gridCol>
                <a:gridCol w="4495006">
                  <a:extLst>
                    <a:ext uri="{9D8B030D-6E8A-4147-A177-3AD203B41FA5}">
                      <a16:colId xmlns:a16="http://schemas.microsoft.com/office/drawing/2014/main" val="3863412536"/>
                    </a:ext>
                  </a:extLst>
                </a:gridCol>
                <a:gridCol w="4495006">
                  <a:extLst>
                    <a:ext uri="{9D8B030D-6E8A-4147-A177-3AD203B41FA5}">
                      <a16:colId xmlns:a16="http://schemas.microsoft.com/office/drawing/2014/main" val="4017206408"/>
                    </a:ext>
                  </a:extLst>
                </a:gridCol>
              </a:tblGrid>
              <a:tr h="366790">
                <a:tc>
                  <a:txBody>
                    <a:bodyPr/>
                    <a:lstStyle/>
                    <a:p>
                      <a:endParaRPr lang="en-US" dirty="0"/>
                    </a:p>
                  </a:txBody>
                  <a:tcPr/>
                </a:tc>
                <a:tc>
                  <a:txBody>
                    <a:bodyPr/>
                    <a:lstStyle/>
                    <a:p>
                      <a:r>
                        <a:rPr lang="en-US" dirty="0"/>
                        <a:t>Admin</a:t>
                      </a:r>
                    </a:p>
                  </a:txBody>
                  <a:tcPr/>
                </a:tc>
                <a:tc>
                  <a:txBody>
                    <a:bodyPr/>
                    <a:lstStyle/>
                    <a:p>
                      <a:r>
                        <a:rPr lang="en-US" dirty="0"/>
                        <a:t>Customer</a:t>
                      </a:r>
                    </a:p>
                  </a:txBody>
                  <a:tcPr/>
                </a:tc>
                <a:extLst>
                  <a:ext uri="{0D108BD9-81ED-4DB2-BD59-A6C34878D82A}">
                    <a16:rowId xmlns:a16="http://schemas.microsoft.com/office/drawing/2014/main" val="3120641704"/>
                  </a:ext>
                </a:extLst>
              </a:tr>
              <a:tr h="366790">
                <a:tc>
                  <a:txBody>
                    <a:bodyPr/>
                    <a:lstStyle/>
                    <a:p>
                      <a:r>
                        <a:rPr lang="en-US" dirty="0"/>
                        <a:t>Layout</a:t>
                      </a:r>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Tạo</a:t>
                      </a:r>
                      <a:r>
                        <a:rPr lang="en-US" sz="1800" dirty="0"/>
                        <a:t> </a:t>
                      </a:r>
                      <a:r>
                        <a:rPr lang="en-US" sz="1800" dirty="0" err="1"/>
                        <a:t>trang</a:t>
                      </a:r>
                      <a:r>
                        <a:rPr lang="en-US" sz="1800" dirty="0"/>
                        <a:t> </a:t>
                      </a:r>
                      <a:r>
                        <a:rPr lang="en-US" sz="1800" b="1" dirty="0">
                          <a:solidFill>
                            <a:schemeClr val="bg2"/>
                          </a:solidFill>
                          <a:highlight>
                            <a:srgbClr val="FFFF00"/>
                          </a:highlight>
                        </a:rPr>
                        <a:t>Admin Layout </a:t>
                      </a:r>
                      <a:r>
                        <a:rPr lang="en-US" sz="1800" dirty="0" err="1"/>
                        <a:t>để</a:t>
                      </a:r>
                      <a:r>
                        <a:rPr lang="en-US" sz="1800" dirty="0"/>
                        <a:t> </a:t>
                      </a:r>
                      <a:r>
                        <a:rPr lang="en-US" sz="1800" dirty="0" err="1"/>
                        <a:t>tái</a:t>
                      </a:r>
                      <a:r>
                        <a:rPr lang="en-US" sz="1800" dirty="0"/>
                        <a:t> </a:t>
                      </a:r>
                      <a:r>
                        <a:rPr lang="en-US" sz="1800" dirty="0" err="1"/>
                        <a:t>sử</a:t>
                      </a:r>
                      <a:r>
                        <a:rPr lang="en-US" sz="1800" dirty="0"/>
                        <a:t> </a:t>
                      </a:r>
                      <a:r>
                        <a:rPr lang="en-US" sz="1800" dirty="0" err="1"/>
                        <a:t>dụng</a:t>
                      </a:r>
                      <a:endParaRPr lang="en-US" sz="1800" dirty="0"/>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Tạo</a:t>
                      </a:r>
                      <a:r>
                        <a:rPr lang="en-US" sz="1800" dirty="0"/>
                        <a:t> </a:t>
                      </a:r>
                      <a:r>
                        <a:rPr lang="en-US" sz="1800" dirty="0" err="1"/>
                        <a:t>trang</a:t>
                      </a:r>
                      <a:r>
                        <a:rPr lang="en-US" sz="1800" dirty="0"/>
                        <a:t> </a:t>
                      </a:r>
                      <a:r>
                        <a:rPr lang="en-US" sz="1800" b="1" kern="1200" dirty="0">
                          <a:solidFill>
                            <a:schemeClr val="bg2"/>
                          </a:solidFill>
                          <a:highlight>
                            <a:srgbClr val="FFFF00"/>
                          </a:highlight>
                          <a:latin typeface="+mn-lt"/>
                          <a:ea typeface="+mn-ea"/>
                          <a:cs typeface="+mn-cs"/>
                        </a:rPr>
                        <a:t>Customer Layout </a:t>
                      </a:r>
                      <a:r>
                        <a:rPr lang="en-US" sz="1800" dirty="0" err="1"/>
                        <a:t>để</a:t>
                      </a:r>
                      <a:r>
                        <a:rPr lang="en-US" sz="1800" dirty="0"/>
                        <a:t> </a:t>
                      </a:r>
                      <a:r>
                        <a:rPr lang="en-US" sz="1800" dirty="0" err="1"/>
                        <a:t>tái</a:t>
                      </a:r>
                      <a:r>
                        <a:rPr lang="en-US" sz="1800" dirty="0"/>
                        <a:t> </a:t>
                      </a:r>
                      <a:r>
                        <a:rPr lang="en-US" sz="1800" dirty="0" err="1"/>
                        <a:t>sử</a:t>
                      </a:r>
                      <a:r>
                        <a:rPr lang="en-US" sz="1800" dirty="0"/>
                        <a:t> </a:t>
                      </a:r>
                      <a:r>
                        <a:rPr lang="en-US" sz="1800" dirty="0" err="1"/>
                        <a:t>dụng</a:t>
                      </a:r>
                      <a:endParaRPr lang="en-US" sz="1800" dirty="0"/>
                    </a:p>
                  </a:txBody>
                  <a:tcPr/>
                </a:tc>
                <a:extLst>
                  <a:ext uri="{0D108BD9-81ED-4DB2-BD59-A6C34878D82A}">
                    <a16:rowId xmlns:a16="http://schemas.microsoft.com/office/drawing/2014/main" val="3453686512"/>
                  </a:ext>
                </a:extLst>
              </a:tr>
              <a:tr h="592513">
                <a:tc>
                  <a:txBody>
                    <a:bodyPr/>
                    <a:lstStyle/>
                    <a:p>
                      <a:r>
                        <a:rPr lang="en-US" dirty="0"/>
                        <a:t>Danh </a:t>
                      </a:r>
                      <a:r>
                        <a:rPr lang="en-US" dirty="0" err="1"/>
                        <a:t>mục</a:t>
                      </a:r>
                      <a:endParaRPr lang="en-US" dirty="0"/>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Quản</a:t>
                      </a:r>
                      <a:r>
                        <a:rPr lang="en-US" sz="1800" dirty="0"/>
                        <a:t> </a:t>
                      </a:r>
                      <a:r>
                        <a:rPr lang="en-US" sz="1800" dirty="0" err="1"/>
                        <a:t>lý</a:t>
                      </a:r>
                      <a:r>
                        <a:rPr lang="en-US" sz="1800" dirty="0"/>
                        <a:t> </a:t>
                      </a:r>
                      <a:r>
                        <a:rPr lang="en-US" sz="1800" dirty="0" err="1"/>
                        <a:t>danh</a:t>
                      </a:r>
                      <a:r>
                        <a:rPr lang="en-US" sz="1800" dirty="0"/>
                        <a:t> </a:t>
                      </a:r>
                      <a:r>
                        <a:rPr lang="en-US" sz="1800" dirty="0" err="1"/>
                        <a:t>mục</a:t>
                      </a:r>
                      <a:r>
                        <a:rPr lang="en-US" sz="1800" dirty="0"/>
                        <a:t> </a:t>
                      </a:r>
                      <a:r>
                        <a:rPr lang="en-US" sz="1800" dirty="0" err="1"/>
                        <a:t>sản</a:t>
                      </a:r>
                      <a:r>
                        <a:rPr lang="en-US" sz="1800" dirty="0"/>
                        <a:t> </a:t>
                      </a:r>
                      <a:r>
                        <a:rPr lang="en-US" sz="1800" dirty="0" err="1"/>
                        <a:t>phẩm</a:t>
                      </a:r>
                      <a:r>
                        <a:rPr lang="en-US" sz="1800" dirty="0"/>
                        <a:t> (CRUD)</a:t>
                      </a:r>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Tạo</a:t>
                      </a:r>
                      <a:r>
                        <a:rPr lang="en-US" sz="1800" dirty="0"/>
                        <a:t> menu Danh </a:t>
                      </a:r>
                      <a:r>
                        <a:rPr lang="en-US" sz="1800" dirty="0" err="1"/>
                        <a:t>mục</a:t>
                      </a:r>
                      <a:endParaRPr lang="en-US" sz="1800" dirty="0"/>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Xem</a:t>
                      </a:r>
                      <a:r>
                        <a:rPr lang="en-US" sz="1800" dirty="0"/>
                        <a:t> </a:t>
                      </a:r>
                      <a:r>
                        <a:rPr lang="en-US" sz="1800" dirty="0" err="1"/>
                        <a:t>danh</a:t>
                      </a:r>
                      <a:r>
                        <a:rPr lang="en-US" sz="1800" dirty="0"/>
                        <a:t> </a:t>
                      </a:r>
                      <a:r>
                        <a:rPr lang="en-US" sz="1800" dirty="0" err="1"/>
                        <a:t>sách</a:t>
                      </a:r>
                      <a:r>
                        <a:rPr lang="en-US" sz="1800" dirty="0"/>
                        <a:t> </a:t>
                      </a:r>
                      <a:r>
                        <a:rPr lang="en-US" sz="1800" dirty="0" err="1"/>
                        <a:t>sản</a:t>
                      </a:r>
                      <a:r>
                        <a:rPr lang="en-US" sz="1800" dirty="0"/>
                        <a:t> </a:t>
                      </a:r>
                      <a:r>
                        <a:rPr lang="en-US" sz="1800" dirty="0" err="1"/>
                        <a:t>phẩm</a:t>
                      </a:r>
                      <a:r>
                        <a:rPr lang="en-US" sz="1800" dirty="0"/>
                        <a:t> </a:t>
                      </a:r>
                      <a:r>
                        <a:rPr lang="en-US" sz="1800" dirty="0" err="1"/>
                        <a:t>theo</a:t>
                      </a:r>
                      <a:r>
                        <a:rPr lang="en-US" sz="1800" dirty="0"/>
                        <a:t> </a:t>
                      </a:r>
                      <a:r>
                        <a:rPr lang="en-US" sz="1800" dirty="0" err="1"/>
                        <a:t>danh</a:t>
                      </a:r>
                      <a:r>
                        <a:rPr lang="en-US" sz="1800" dirty="0"/>
                        <a:t> </a:t>
                      </a:r>
                      <a:r>
                        <a:rPr lang="en-US" sz="1800" dirty="0" err="1"/>
                        <a:t>mục</a:t>
                      </a:r>
                      <a:endParaRPr lang="en-US" sz="1800" dirty="0"/>
                    </a:p>
                  </a:txBody>
                  <a:tcPr/>
                </a:tc>
                <a:extLst>
                  <a:ext uri="{0D108BD9-81ED-4DB2-BD59-A6C34878D82A}">
                    <a16:rowId xmlns:a16="http://schemas.microsoft.com/office/drawing/2014/main" val="1852252827"/>
                  </a:ext>
                </a:extLst>
              </a:tr>
              <a:tr h="904414">
                <a:tc>
                  <a:txBody>
                    <a:bodyPr/>
                    <a:lstStyle/>
                    <a:p>
                      <a:r>
                        <a:rPr lang="en-US" dirty="0" err="1"/>
                        <a:t>Sản</a:t>
                      </a:r>
                      <a:r>
                        <a:rPr lang="en-US" dirty="0"/>
                        <a:t> </a:t>
                      </a:r>
                      <a:r>
                        <a:rPr lang="en-US" dirty="0" err="1"/>
                        <a:t>phẩm</a:t>
                      </a:r>
                      <a:endParaRPr lang="en-US" dirty="0"/>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Quản</a:t>
                      </a:r>
                      <a:r>
                        <a:rPr lang="en-US" sz="1800" dirty="0"/>
                        <a:t> </a:t>
                      </a:r>
                      <a:r>
                        <a:rPr lang="en-US" sz="1800" dirty="0" err="1"/>
                        <a:t>lý</a:t>
                      </a:r>
                      <a:r>
                        <a:rPr lang="en-US" sz="1800" dirty="0"/>
                        <a:t> </a:t>
                      </a:r>
                      <a:r>
                        <a:rPr lang="en-US" sz="1800" dirty="0" err="1"/>
                        <a:t>sản</a:t>
                      </a:r>
                      <a:r>
                        <a:rPr lang="en-US" sz="1800" dirty="0"/>
                        <a:t> </a:t>
                      </a:r>
                      <a:r>
                        <a:rPr lang="en-US" sz="1800" dirty="0" err="1"/>
                        <a:t>phẩm</a:t>
                      </a:r>
                      <a:r>
                        <a:rPr lang="en-US" sz="1800" dirty="0"/>
                        <a:t> (CRUD, </a:t>
                      </a:r>
                      <a:r>
                        <a:rPr lang="en-US" sz="1800" dirty="0" err="1"/>
                        <a:t>Tìm</a:t>
                      </a:r>
                      <a:r>
                        <a:rPr lang="en-US" sz="1800" dirty="0"/>
                        <a:t> </a:t>
                      </a:r>
                      <a:r>
                        <a:rPr lang="en-US" sz="1800" dirty="0" err="1"/>
                        <a:t>kiếm</a:t>
                      </a:r>
                      <a:r>
                        <a:rPr lang="en-US" sz="1800" dirty="0"/>
                        <a:t>, </a:t>
                      </a:r>
                      <a:r>
                        <a:rPr lang="en-US" sz="1800" dirty="0" err="1"/>
                        <a:t>Sắp</a:t>
                      </a:r>
                      <a:r>
                        <a:rPr lang="en-US" sz="1800" dirty="0"/>
                        <a:t> </a:t>
                      </a:r>
                      <a:r>
                        <a:rPr lang="en-US" sz="1800" dirty="0" err="1"/>
                        <a:t>xếp</a:t>
                      </a:r>
                      <a:r>
                        <a:rPr lang="en-US" sz="1800" dirty="0"/>
                        <a:t>, </a:t>
                      </a:r>
                      <a:r>
                        <a:rPr lang="en-US" sz="1800" dirty="0" err="1"/>
                        <a:t>phân</a:t>
                      </a:r>
                      <a:r>
                        <a:rPr lang="en-US" sz="1800" dirty="0"/>
                        <a:t> </a:t>
                      </a:r>
                      <a:r>
                        <a:rPr lang="en-US" sz="1800" dirty="0" err="1"/>
                        <a:t>trang</a:t>
                      </a:r>
                      <a:r>
                        <a:rPr lang="en-US" sz="1800" dirty="0"/>
                        <a:t>)</a:t>
                      </a:r>
                    </a:p>
                  </a:txBody>
                  <a:tcPr/>
                </a:tc>
                <a:tc>
                  <a:txBody>
                    <a:bodyPr/>
                    <a:lstStyle/>
                    <a:p>
                      <a:pPr marL="285750" indent="-285750">
                        <a:buFont typeface="Arial" panose="020B0604020202020204" pitchFamily="34" charset="0"/>
                        <a:buChar char="•"/>
                      </a:pPr>
                      <a:r>
                        <a:rPr lang="en-US" sz="1800" dirty="0" err="1"/>
                        <a:t>Xem</a:t>
                      </a:r>
                      <a:r>
                        <a:rPr lang="en-US" sz="1800" dirty="0"/>
                        <a:t> Chi </a:t>
                      </a:r>
                      <a:r>
                        <a:rPr lang="en-US" sz="1800" dirty="0" err="1"/>
                        <a:t>tiết</a:t>
                      </a:r>
                      <a:r>
                        <a:rPr lang="en-US" sz="1800" dirty="0"/>
                        <a:t> </a:t>
                      </a:r>
                      <a:r>
                        <a:rPr lang="en-US" sz="1800" dirty="0" err="1"/>
                        <a:t>sản</a:t>
                      </a:r>
                      <a:r>
                        <a:rPr lang="en-US" sz="1800" dirty="0"/>
                        <a:t> </a:t>
                      </a:r>
                      <a:r>
                        <a:rPr lang="en-US" sz="1800" dirty="0" err="1"/>
                        <a:t>phẩm</a:t>
                      </a:r>
                      <a:r>
                        <a:rPr lang="en-US" sz="1800" dirty="0"/>
                        <a:t> (Product Detail)</a:t>
                      </a:r>
                    </a:p>
                    <a:p>
                      <a:pPr marL="285750" indent="-285750">
                        <a:buFont typeface="Arial" panose="020B0604020202020204" pitchFamily="34" charset="0"/>
                        <a:buChar char="•"/>
                      </a:pPr>
                      <a:r>
                        <a:rPr lang="en-US" sz="1800" dirty="0" err="1"/>
                        <a:t>Tìm</a:t>
                      </a:r>
                      <a:r>
                        <a:rPr lang="en-US" sz="1800" dirty="0"/>
                        <a:t> </a:t>
                      </a:r>
                      <a:r>
                        <a:rPr lang="en-US" sz="1800" dirty="0" err="1"/>
                        <a:t>kiếm</a:t>
                      </a:r>
                      <a:r>
                        <a:rPr lang="en-US" sz="1800" dirty="0"/>
                        <a:t> </a:t>
                      </a:r>
                      <a:r>
                        <a:rPr lang="en-US" sz="1800" dirty="0" err="1"/>
                        <a:t>sản</a:t>
                      </a:r>
                      <a:r>
                        <a:rPr lang="en-US" sz="1800" dirty="0"/>
                        <a:t> </a:t>
                      </a:r>
                      <a:r>
                        <a:rPr lang="en-US" sz="1800" dirty="0" err="1"/>
                        <a:t>phẩm</a:t>
                      </a:r>
                      <a:r>
                        <a:rPr lang="en-US" sz="1800" dirty="0"/>
                        <a:t>, </a:t>
                      </a:r>
                    </a:p>
                    <a:p>
                      <a:pPr marL="285750" indent="-285750">
                        <a:buFont typeface="Arial" panose="020B0604020202020204" pitchFamily="34" charset="0"/>
                        <a:buChar char="•"/>
                      </a:pPr>
                      <a:r>
                        <a:rPr lang="en-US" sz="1800" dirty="0" err="1"/>
                        <a:t>Sắp</a:t>
                      </a:r>
                      <a:r>
                        <a:rPr lang="en-US" sz="1800" dirty="0"/>
                        <a:t> </a:t>
                      </a:r>
                      <a:r>
                        <a:rPr lang="en-US" sz="1800" dirty="0" err="1"/>
                        <a:t>xếp</a:t>
                      </a:r>
                      <a:r>
                        <a:rPr lang="en-US" sz="1800" dirty="0"/>
                        <a:t>, </a:t>
                      </a:r>
                      <a:r>
                        <a:rPr lang="en-US" sz="1800" dirty="0" err="1"/>
                        <a:t>phân</a:t>
                      </a:r>
                      <a:r>
                        <a:rPr lang="en-US" sz="1800" dirty="0"/>
                        <a:t> </a:t>
                      </a:r>
                      <a:r>
                        <a:rPr lang="en-US" sz="1800" dirty="0" err="1"/>
                        <a:t>trang</a:t>
                      </a:r>
                      <a:r>
                        <a:rPr lang="en-US" sz="1800" dirty="0"/>
                        <a:t> </a:t>
                      </a:r>
                      <a:r>
                        <a:rPr lang="en-US" sz="1800" dirty="0" err="1"/>
                        <a:t>kết</a:t>
                      </a:r>
                      <a:r>
                        <a:rPr lang="en-US" sz="1800" dirty="0"/>
                        <a:t> </a:t>
                      </a:r>
                      <a:r>
                        <a:rPr lang="en-US" sz="1800" dirty="0" err="1"/>
                        <a:t>quả</a:t>
                      </a:r>
                      <a:r>
                        <a:rPr lang="en-US" sz="1800" dirty="0"/>
                        <a:t> </a:t>
                      </a:r>
                      <a:r>
                        <a:rPr lang="en-US" sz="1800" dirty="0" err="1"/>
                        <a:t>tìm</a:t>
                      </a:r>
                      <a:r>
                        <a:rPr lang="en-US" sz="1800" dirty="0"/>
                        <a:t> </a:t>
                      </a:r>
                      <a:r>
                        <a:rPr lang="en-US" sz="1800" dirty="0" err="1"/>
                        <a:t>kiếm</a:t>
                      </a:r>
                      <a:endParaRPr lang="en-US" sz="1800" dirty="0"/>
                    </a:p>
                  </a:txBody>
                  <a:tcPr/>
                </a:tc>
                <a:extLst>
                  <a:ext uri="{0D108BD9-81ED-4DB2-BD59-A6C34878D82A}">
                    <a16:rowId xmlns:a16="http://schemas.microsoft.com/office/drawing/2014/main" val="2095488881"/>
                  </a:ext>
                </a:extLst>
              </a:tr>
              <a:tr h="1447064">
                <a:tc>
                  <a:txBody>
                    <a:bodyPr/>
                    <a:lstStyle/>
                    <a:p>
                      <a:r>
                        <a:rPr lang="en-US" dirty="0" err="1"/>
                        <a:t>Tài</a:t>
                      </a:r>
                      <a:r>
                        <a:rPr lang="en-US" dirty="0"/>
                        <a:t> </a:t>
                      </a:r>
                      <a:r>
                        <a:rPr lang="en-US" dirty="0" err="1"/>
                        <a:t>khoản</a:t>
                      </a:r>
                      <a:r>
                        <a:rPr lang="en-US" dirty="0"/>
                        <a:t> </a:t>
                      </a:r>
                      <a:r>
                        <a:rPr lang="en-US" dirty="0" err="1"/>
                        <a:t>khách</a:t>
                      </a:r>
                      <a:r>
                        <a:rPr lang="en-US" dirty="0"/>
                        <a:t> </a:t>
                      </a:r>
                      <a:r>
                        <a:rPr lang="en-US" dirty="0" err="1"/>
                        <a:t>hàng</a:t>
                      </a:r>
                      <a:r>
                        <a:rPr lang="en-US" dirty="0"/>
                        <a:t> </a:t>
                      </a:r>
                      <a:r>
                        <a:rPr lang="en-US" dirty="0" err="1"/>
                        <a:t>và</a:t>
                      </a:r>
                      <a:r>
                        <a:rPr lang="en-US" dirty="0"/>
                        <a:t> </a:t>
                      </a:r>
                      <a:r>
                        <a:rPr lang="en-US" dirty="0" err="1"/>
                        <a:t>Đơn</a:t>
                      </a:r>
                      <a:r>
                        <a:rPr lang="en-US" dirty="0"/>
                        <a:t> </a:t>
                      </a:r>
                      <a:r>
                        <a:rPr lang="en-US" dirty="0" err="1"/>
                        <a:t>hàng</a:t>
                      </a:r>
                      <a:endParaRPr lang="en-US" dirty="0"/>
                    </a:p>
                  </a:txBody>
                  <a:tcPr/>
                </a:tc>
                <a:tc>
                  <a:txBody>
                    <a:bodyPr/>
                    <a:lstStyle/>
                    <a:p>
                      <a:pPr marL="285750" indent="-285750">
                        <a:buFont typeface="Arial" panose="020B0604020202020204" pitchFamily="34" charset="0"/>
                        <a:buChar char="•"/>
                      </a:pPr>
                      <a:r>
                        <a:rPr lang="en-US" sz="1800" kern="1200" dirty="0" err="1">
                          <a:solidFill>
                            <a:schemeClr val="dk1"/>
                          </a:solidFill>
                          <a:latin typeface="+mn-lt"/>
                          <a:ea typeface="+mn-ea"/>
                          <a:cs typeface="+mn-cs"/>
                        </a:rPr>
                        <a:t>Quản</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lý</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tài</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khoản</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khách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hàng</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và</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đơn</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hàng</a:t>
                      </a:r>
                      <a:r>
                        <a:rPr lang="en-US" sz="1800" kern="1200" dirty="0">
                          <a:solidFill>
                            <a:schemeClr val="dk1"/>
                          </a:solidFill>
                          <a:latin typeface="+mn-lt"/>
                          <a:ea typeface="+mn-ea"/>
                          <a:cs typeface="+mn-cs"/>
                        </a:rPr>
                        <a:t> </a:t>
                      </a:r>
                    </a:p>
                    <a:p>
                      <a:pPr marL="742813" lvl="1" indent="-285750">
                        <a:buFont typeface="Arial" panose="020B0604020202020204" pitchFamily="34" charset="0"/>
                        <a:buChar char="•"/>
                      </a:pPr>
                      <a:r>
                        <a:rPr lang="en-US" sz="1800" kern="1200" dirty="0" err="1">
                          <a:solidFill>
                            <a:schemeClr val="dk1"/>
                          </a:solidFill>
                          <a:latin typeface="+mn-lt"/>
                          <a:ea typeface="+mn-ea"/>
                          <a:cs typeface="+mn-cs"/>
                        </a:rPr>
                        <a:t>Xem</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tìm</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kiếm</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sắp</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xếp</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phân</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trang</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tài</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khoản</a:t>
                      </a:r>
                      <a:endParaRPr lang="en-US" sz="1800" kern="1200" dirty="0">
                        <a:solidFill>
                          <a:schemeClr val="dk1"/>
                        </a:solidFill>
                        <a:latin typeface="+mn-lt"/>
                        <a:ea typeface="+mn-ea"/>
                        <a:cs typeface="+mn-cs"/>
                      </a:endParaRPr>
                    </a:p>
                    <a:p>
                      <a:pPr marL="742813" lvl="1" indent="-285750">
                        <a:buFont typeface="Arial" panose="020B0604020202020204" pitchFamily="34" charset="0"/>
                        <a:buChar char="•"/>
                      </a:pPr>
                      <a:r>
                        <a:rPr lang="en-US" sz="1800" kern="1200" dirty="0" err="1">
                          <a:solidFill>
                            <a:schemeClr val="dk1"/>
                          </a:solidFill>
                          <a:latin typeface="+mn-lt"/>
                          <a:ea typeface="+mn-ea"/>
                          <a:cs typeface="+mn-cs"/>
                        </a:rPr>
                        <a:t>Xem</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danh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sách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đơn</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hàng</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và</a:t>
                      </a:r>
                      <a:r>
                        <a:rPr lang="en-US" sz="1800" kern="1200" dirty="0">
                          <a:solidFill>
                            <a:schemeClr val="dk1"/>
                          </a:solidFill>
                          <a:latin typeface="+mn-lt"/>
                          <a:ea typeface="+mn-ea"/>
                          <a:cs typeface="+mn-cs"/>
                        </a:rPr>
                        <a:t> chi </a:t>
                      </a:r>
                      <a:r>
                        <a:rPr lang="en-US" sz="1800" kern="1200" dirty="0" err="1">
                          <a:solidFill>
                            <a:schemeClr val="dk1"/>
                          </a:solidFill>
                          <a:latin typeface="+mn-lt"/>
                          <a:ea typeface="+mn-ea"/>
                          <a:cs typeface="+mn-cs"/>
                        </a:rPr>
                        <a:t>tiết</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đơn</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hàng</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của</a:t>
                      </a:r>
                      <a:r>
                        <a:rPr lang="en-US" sz="1800" kern="1200" dirty="0">
                          <a:solidFill>
                            <a:schemeClr val="dk1"/>
                          </a:solidFill>
                          <a:latin typeface="+mn-lt"/>
                          <a:ea typeface="+mn-ea"/>
                          <a:cs typeface="+mn-cs"/>
                        </a:rPr>
                        <a:t> 1 </a:t>
                      </a:r>
                      <a:r>
                        <a:rPr lang="en-US" sz="1800" kern="1200" dirty="0" err="1">
                          <a:solidFill>
                            <a:schemeClr val="dk1"/>
                          </a:solidFill>
                          <a:latin typeface="+mn-lt"/>
                          <a:ea typeface="+mn-ea"/>
                          <a:cs typeface="+mn-cs"/>
                        </a:rPr>
                        <a:t>khách</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hàng</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cụ</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thể</a:t>
                      </a:r>
                      <a:endParaRPr lang="en-US" sz="1800" kern="1200" dirty="0">
                        <a:solidFill>
                          <a:schemeClr val="dk1"/>
                        </a:solidFill>
                        <a:latin typeface="+mn-lt"/>
                        <a:ea typeface="+mn-ea"/>
                        <a:cs typeface="+mn-cs"/>
                      </a:endParaRPr>
                    </a:p>
                  </a:txBody>
                  <a:tcPr/>
                </a:tc>
                <a:tc>
                  <a:txBody>
                    <a:bodyPr/>
                    <a:lstStyle/>
                    <a:p>
                      <a:pPr marL="285750" indent="-285750">
                        <a:buFont typeface="Arial" panose="020B0604020202020204" pitchFamily="34" charset="0"/>
                        <a:buChar char="•"/>
                      </a:pPr>
                      <a:r>
                        <a:rPr lang="en-US" sz="1800" dirty="0" err="1"/>
                        <a:t>Quản</a:t>
                      </a:r>
                      <a:r>
                        <a:rPr lang="en-US" sz="1800" dirty="0"/>
                        <a:t> </a:t>
                      </a:r>
                      <a:r>
                        <a:rPr lang="en-US" sz="1800" dirty="0" err="1"/>
                        <a:t>lý</a:t>
                      </a:r>
                      <a:r>
                        <a:rPr lang="en-US" sz="1800" dirty="0"/>
                        <a:t> </a:t>
                      </a:r>
                      <a:r>
                        <a:rPr lang="en-US" sz="1800" dirty="0" err="1"/>
                        <a:t>Giỏ</a:t>
                      </a:r>
                      <a:r>
                        <a:rPr lang="en-US" sz="1800" dirty="0"/>
                        <a:t> </a:t>
                      </a:r>
                      <a:r>
                        <a:rPr lang="en-US" sz="1800" dirty="0" err="1"/>
                        <a:t>hàng</a:t>
                      </a:r>
                      <a:endParaRPr lang="en-US" sz="1800" dirty="0"/>
                    </a:p>
                    <a:p>
                      <a:pPr marL="285750" indent="-285750">
                        <a:buFont typeface="Arial" panose="020B0604020202020204" pitchFamily="34" charset="0"/>
                        <a:buChar char="•"/>
                      </a:pPr>
                      <a:r>
                        <a:rPr lang="en-US" sz="1800" dirty="0"/>
                        <a:t>Thanh </a:t>
                      </a:r>
                      <a:r>
                        <a:rPr lang="en-US" sz="1800" dirty="0" err="1"/>
                        <a:t>toán</a:t>
                      </a:r>
                      <a:endParaRPr lang="en-US" sz="1800" dirty="0"/>
                    </a:p>
                    <a:p>
                      <a:pPr marL="285750" indent="-285750">
                        <a:buFont typeface="Arial" panose="020B0604020202020204" pitchFamily="34" charset="0"/>
                        <a:buChar char="•"/>
                      </a:pPr>
                      <a:r>
                        <a:rPr lang="en-US" sz="1800" dirty="0" err="1"/>
                        <a:t>Xác</a:t>
                      </a:r>
                      <a:r>
                        <a:rPr lang="en-US" sz="1800" dirty="0"/>
                        <a:t> </a:t>
                      </a:r>
                      <a:r>
                        <a:rPr lang="en-US" sz="1800" dirty="0" err="1"/>
                        <a:t>nhận</a:t>
                      </a:r>
                      <a:r>
                        <a:rPr lang="en-US" sz="1800" dirty="0"/>
                        <a:t> </a:t>
                      </a:r>
                      <a:r>
                        <a:rPr lang="en-US" sz="1800" dirty="0" err="1"/>
                        <a:t>đơn</a:t>
                      </a:r>
                      <a:r>
                        <a:rPr lang="en-US" sz="1800" dirty="0"/>
                        <a:t> </a:t>
                      </a:r>
                      <a:r>
                        <a:rPr lang="en-US" sz="1800" dirty="0" err="1"/>
                        <a:t>hàng</a:t>
                      </a:r>
                    </a:p>
                    <a:p>
                      <a:pPr marL="285750" indent="-285750">
                        <a:buFont typeface="Arial" panose="020B0604020202020204" pitchFamily="34" charset="0"/>
                        <a:buChar char="•"/>
                      </a:pPr>
                      <a:r>
                        <a:rPr lang="en-US" sz="1800" dirty="0" err="1"/>
                        <a:t>Tra</a:t>
                      </a:r>
                      <a:r>
                        <a:rPr lang="en-US" sz="1800" dirty="0"/>
                        <a:t> </a:t>
                      </a:r>
                      <a:r>
                        <a:rPr lang="en-US" sz="1800" dirty="0" err="1"/>
                        <a:t>cứu</a:t>
                      </a:r>
                      <a:r>
                        <a:rPr lang="en-US" sz="1800" dirty="0"/>
                        <a:t> </a:t>
                      </a:r>
                      <a:r>
                        <a:rPr lang="en-US" sz="1800" dirty="0" err="1"/>
                        <a:t>Lịch</a:t>
                      </a:r>
                      <a:r>
                        <a:rPr lang="en-US" sz="1800" dirty="0"/>
                        <a:t> </a:t>
                      </a:r>
                      <a:r>
                        <a:rPr lang="en-US" sz="1800" dirty="0" err="1"/>
                        <a:t>sử</a:t>
                      </a:r>
                      <a:r>
                        <a:rPr lang="en-US" sz="1800" dirty="0"/>
                        <a:t> </a:t>
                      </a:r>
                      <a:r>
                        <a:rPr lang="en-US" sz="1800" dirty="0" err="1"/>
                        <a:t>mua</a:t>
                      </a:r>
                      <a:r>
                        <a:rPr lang="en-US" sz="1800" dirty="0"/>
                        <a:t> </a:t>
                      </a:r>
                      <a:r>
                        <a:rPr lang="en-US" sz="1800" dirty="0" err="1"/>
                        <a:t>hàng</a:t>
                      </a:r>
                    </a:p>
                    <a:p>
                      <a:pPr marL="285750" indent="-285750">
                        <a:buFont typeface="Arial" panose="020B0604020202020204" pitchFamily="34" charset="0"/>
                        <a:buChar char="•"/>
                      </a:pPr>
                      <a:r>
                        <a:rPr lang="en-US" sz="1800" dirty="0" err="1"/>
                        <a:t>Đăng</a:t>
                      </a:r>
                      <a:r>
                        <a:rPr lang="en-US" sz="1800" dirty="0"/>
                        <a:t> </a:t>
                      </a:r>
                      <a:r>
                        <a:rPr lang="en-US" sz="1800" dirty="0" err="1"/>
                        <a:t>ký</a:t>
                      </a:r>
                      <a:r>
                        <a:rPr lang="en-US" sz="1800" dirty="0"/>
                        <a:t>, </a:t>
                      </a:r>
                      <a:r>
                        <a:rPr lang="en-US" sz="1800" dirty="0" err="1"/>
                        <a:t>Đăng</a:t>
                      </a:r>
                      <a:r>
                        <a:rPr lang="en-US" sz="1800" dirty="0"/>
                        <a:t> </a:t>
                      </a:r>
                      <a:r>
                        <a:rPr lang="en-US" sz="1800" dirty="0" err="1"/>
                        <a:t>nhập</a:t>
                      </a:r>
                      <a:r>
                        <a:rPr lang="en-US" sz="1800" dirty="0"/>
                        <a:t>, </a:t>
                      </a:r>
                      <a:r>
                        <a:rPr lang="en-US" sz="1800" dirty="0" err="1"/>
                        <a:t>Đăng</a:t>
                      </a:r>
                      <a:r>
                        <a:rPr lang="en-US" sz="1800" dirty="0"/>
                        <a:t> </a:t>
                      </a:r>
                      <a:r>
                        <a:rPr lang="en-US" sz="1800" dirty="0" err="1"/>
                        <a:t>xuất</a:t>
                      </a:r>
                      <a:endParaRPr lang="en-US" sz="1800" dirty="0"/>
                    </a:p>
                  </a:txBody>
                  <a:tcPr/>
                </a:tc>
                <a:extLst>
                  <a:ext uri="{0D108BD9-81ED-4DB2-BD59-A6C34878D82A}">
                    <a16:rowId xmlns:a16="http://schemas.microsoft.com/office/drawing/2014/main" val="1601187568"/>
                  </a:ext>
                </a:extLst>
              </a:tr>
              <a:tr h="904414">
                <a:tc>
                  <a:txBody>
                    <a:bodyPr/>
                    <a:lstStyle/>
                    <a:p>
                      <a:r>
                        <a:rPr lang="en-US" dirty="0" err="1"/>
                        <a:t>Tài</a:t>
                      </a:r>
                      <a:r>
                        <a:rPr lang="en-US" dirty="0"/>
                        <a:t> </a:t>
                      </a:r>
                      <a:r>
                        <a:rPr lang="en-US" dirty="0" err="1"/>
                        <a:t>khoản</a:t>
                      </a:r>
                      <a:r>
                        <a:rPr lang="en-US" dirty="0"/>
                        <a:t> Admin</a:t>
                      </a:r>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dirty="0" err="1"/>
                        <a:t>Quản</a:t>
                      </a:r>
                      <a:r>
                        <a:rPr lang="en-US" sz="1800" dirty="0"/>
                        <a:t> </a:t>
                      </a:r>
                      <a:r>
                        <a:rPr lang="en-US" sz="1800" dirty="0" err="1"/>
                        <a:t>lý</a:t>
                      </a:r>
                      <a:r>
                        <a:rPr lang="en-US" sz="1800" dirty="0"/>
                        <a:t> </a:t>
                      </a:r>
                      <a:r>
                        <a:rPr lang="en-US" sz="1800" dirty="0" err="1"/>
                        <a:t>tài</a:t>
                      </a:r>
                      <a:r>
                        <a:rPr lang="en-US" sz="1800" dirty="0"/>
                        <a:t> </a:t>
                      </a:r>
                      <a:r>
                        <a:rPr lang="en-US" sz="1800" dirty="0" err="1"/>
                        <a:t>khoản</a:t>
                      </a:r>
                      <a:r>
                        <a:rPr lang="en-US" sz="1800" dirty="0"/>
                        <a:t> Admin (CRUD, </a:t>
                      </a:r>
                      <a:r>
                        <a:rPr lang="en-US" sz="1800" dirty="0" err="1"/>
                        <a:t>Tìm</a:t>
                      </a:r>
                      <a:r>
                        <a:rPr lang="en-US" sz="1800" dirty="0"/>
                        <a:t> </a:t>
                      </a:r>
                      <a:r>
                        <a:rPr lang="en-US" sz="1800" dirty="0" err="1"/>
                        <a:t>kiếm</a:t>
                      </a:r>
                      <a:r>
                        <a:rPr lang="en-US" sz="1800" dirty="0"/>
                        <a:t>, </a:t>
                      </a:r>
                      <a:r>
                        <a:rPr lang="en-US" sz="1800" dirty="0" err="1"/>
                        <a:t>phân</a:t>
                      </a:r>
                      <a:r>
                        <a:rPr lang="en-US" sz="1800" dirty="0"/>
                        <a:t> </a:t>
                      </a:r>
                      <a:r>
                        <a:rPr lang="en-US" sz="1800" dirty="0" err="1"/>
                        <a:t>trang</a:t>
                      </a:r>
                      <a:r>
                        <a:rPr lang="en-US" sz="1800" dirty="0"/>
                        <a:t>)</a:t>
                      </a:r>
                    </a:p>
                    <a:p>
                      <a:pPr marL="285750" lvl="0" indent="-285750">
                        <a:buFont typeface="Arial" panose="020B0604020202020204" pitchFamily="34" charset="0"/>
                        <a:buChar char="•"/>
                      </a:pPr>
                      <a:r>
                        <a:rPr lang="en-US" sz="1800" dirty="0" err="1"/>
                        <a:t>Đăng</a:t>
                      </a:r>
                      <a:r>
                        <a:rPr lang="en-US" sz="1800" dirty="0"/>
                        <a:t> </a:t>
                      </a:r>
                      <a:r>
                        <a:rPr lang="en-US" sz="1800" dirty="0" err="1"/>
                        <a:t>nhập</a:t>
                      </a:r>
                      <a:r>
                        <a:rPr lang="en-US" sz="1800" dirty="0"/>
                        <a:t>, </a:t>
                      </a:r>
                      <a:r>
                        <a:rPr lang="en-US" sz="1800" dirty="0" err="1"/>
                        <a:t>Đăng</a:t>
                      </a:r>
                      <a:r>
                        <a:rPr lang="en-US" sz="1800" dirty="0"/>
                        <a:t> </a:t>
                      </a:r>
                      <a:r>
                        <a:rPr lang="en-US" sz="1800" dirty="0" err="1"/>
                        <a:t>xuất</a:t>
                      </a:r>
                      <a:endParaRPr lang="en-US" sz="1800" kern="1200" dirty="0">
                        <a:solidFill>
                          <a:schemeClr val="dk1"/>
                        </a:solidFill>
                        <a:latin typeface="+mn-lt"/>
                        <a:ea typeface="+mn-ea"/>
                        <a:cs typeface="+mn-cs"/>
                      </a:endParaRPr>
                    </a:p>
                  </a:txBody>
                  <a:tcPr/>
                </a:tc>
                <a:tc>
                  <a:txBody>
                    <a:bodyPr/>
                    <a:lstStyle/>
                    <a:p>
                      <a:endParaRPr lang="en-US" sz="1800" dirty="0"/>
                    </a:p>
                  </a:txBody>
                  <a:tcPr/>
                </a:tc>
                <a:extLst>
                  <a:ext uri="{0D108BD9-81ED-4DB2-BD59-A6C34878D82A}">
                    <a16:rowId xmlns:a16="http://schemas.microsoft.com/office/drawing/2014/main" val="269263815"/>
                  </a:ext>
                </a:extLst>
              </a:tr>
              <a:tr h="439899">
                <a:tc>
                  <a:txBody>
                    <a:bodyPr/>
                    <a:lstStyle/>
                    <a:p>
                      <a:r>
                        <a:rPr lang="en-US" dirty="0"/>
                        <a:t>Trang Home</a:t>
                      </a:r>
                    </a:p>
                  </a:txBody>
                  <a:tcPr/>
                </a:tc>
                <a:tc>
                  <a:txBody>
                    <a:bodyPr/>
                    <a:lstStyle/>
                    <a:p>
                      <a:pPr marL="285750" lvl="0" indent="-285750">
                        <a:buFont typeface="Arial" panose="020B0604020202020204" pitchFamily="34" charset="0"/>
                        <a:buChar char="•"/>
                      </a:pPr>
                      <a:r>
                        <a:rPr lang="en-US" sz="1800" kern="1200" dirty="0" err="1">
                          <a:solidFill>
                            <a:schemeClr val="dk1"/>
                          </a:solidFill>
                          <a:latin typeface="+mn-lt"/>
                          <a:ea typeface="+mn-ea"/>
                          <a:cs typeface="+mn-cs"/>
                        </a:rPr>
                        <a:t>Có</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thể</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để</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thống</a:t>
                      </a:r>
                      <a:r>
                        <a:rPr lang="en-US" sz="1800" kern="1200" dirty="0">
                          <a:solidFill>
                            <a:schemeClr val="dk1"/>
                          </a:solidFill>
                          <a:latin typeface="+mn-lt"/>
                          <a:ea typeface="+mn-ea"/>
                          <a:cs typeface="+mn-cs"/>
                        </a:rPr>
                        <a:t> </a:t>
                      </a:r>
                      <a:r>
                        <a:rPr lang="en-US" sz="1800" kern="1200" dirty="0" err="1">
                          <a:solidFill>
                            <a:schemeClr val="dk1"/>
                          </a:solidFill>
                          <a:latin typeface="+mn-lt"/>
                          <a:ea typeface="+mn-ea"/>
                          <a:cs typeface="+mn-cs"/>
                        </a:rPr>
                        <a:t>kê</a:t>
                      </a:r>
                      <a:endParaRPr lang="en-US" sz="1800" kern="1200" dirty="0">
                        <a:solidFill>
                          <a:schemeClr val="dk1"/>
                        </a:solidFill>
                        <a:latin typeface="+mn-lt"/>
                        <a:ea typeface="+mn-ea"/>
                        <a:cs typeface="+mn-cs"/>
                      </a:endParaRPr>
                    </a:p>
                  </a:txBody>
                  <a:tcPr/>
                </a:tc>
                <a:tc>
                  <a:txBody>
                    <a:bodyPr/>
                    <a:lstStyle/>
                    <a:p>
                      <a:pPr marL="285750" indent="-285750">
                        <a:buFont typeface="Arial" panose="020B0604020202020204" pitchFamily="34" charset="0"/>
                        <a:buChar char="•"/>
                      </a:pPr>
                      <a:r>
                        <a:rPr lang="en-US" sz="1800" dirty="0"/>
                        <a:t>Theo </a:t>
                      </a:r>
                      <a:r>
                        <a:rPr lang="en-US" sz="1800" dirty="0" err="1"/>
                        <a:t>biểu</a:t>
                      </a:r>
                      <a:r>
                        <a:rPr lang="en-US" sz="1800" dirty="0"/>
                        <a:t> </a:t>
                      </a:r>
                      <a:r>
                        <a:rPr lang="en-US" sz="1800" dirty="0" err="1"/>
                        <a:t>mẫu</a:t>
                      </a:r>
                      <a:r>
                        <a:rPr lang="en-US" sz="1800" dirty="0"/>
                        <a:t> </a:t>
                      </a:r>
                      <a:r>
                        <a:rPr lang="en-US" sz="1800" dirty="0" err="1"/>
                        <a:t>tham</a:t>
                      </a:r>
                      <a:r>
                        <a:rPr lang="en-US" sz="1800" dirty="0"/>
                        <a:t> </a:t>
                      </a:r>
                      <a:r>
                        <a:rPr lang="en-US" sz="1800" dirty="0" err="1"/>
                        <a:t>khảo</a:t>
                      </a:r>
                      <a:endParaRPr lang="en-US" sz="1800" dirty="0"/>
                    </a:p>
                  </a:txBody>
                  <a:tcPr/>
                </a:tc>
                <a:extLst>
                  <a:ext uri="{0D108BD9-81ED-4DB2-BD59-A6C34878D82A}">
                    <a16:rowId xmlns:a16="http://schemas.microsoft.com/office/drawing/2014/main" val="2407357563"/>
                  </a:ext>
                </a:extLst>
              </a:tr>
            </a:tbl>
          </a:graphicData>
        </a:graphic>
      </p:graphicFrame>
    </p:spTree>
    <p:extLst>
      <p:ext uri="{BB962C8B-B14F-4D97-AF65-F5344CB8AC3E}">
        <p14:creationId xmlns:p14="http://schemas.microsoft.com/office/powerpoint/2010/main" val="3746416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881F5-B84D-F242-95A9-141E2A849202}"/>
              </a:ext>
            </a:extLst>
          </p:cNvPr>
          <p:cNvSpPr>
            <a:spLocks noGrp="1"/>
          </p:cNvSpPr>
          <p:nvPr>
            <p:ph type="title"/>
          </p:nvPr>
        </p:nvSpPr>
        <p:spPr>
          <a:xfrm>
            <a:off x="589404" y="244742"/>
            <a:ext cx="11296208" cy="1235225"/>
          </a:xfrm>
        </p:spPr>
        <p:txBody>
          <a:bodyPr vert="horz" lIns="91440" tIns="45720" rIns="91440" bIns="45720" rtlCol="0" anchor="ctr">
            <a:normAutofit/>
          </a:bodyPr>
          <a:lstStyle/>
          <a:p>
            <a:pPr defTabSz="914400"/>
            <a:r>
              <a:rPr lang="en-US" sz="4400" kern="1200" dirty="0" err="1">
                <a:solidFill>
                  <a:schemeClr val="tx1"/>
                </a:solidFill>
                <a:latin typeface="+mj-lt"/>
                <a:ea typeface="+mj-ea"/>
                <a:cs typeface="+mj-cs"/>
              </a:rPr>
              <a:t>Cài</a:t>
            </a:r>
            <a:r>
              <a:rPr lang="en-US" sz="4400" kern="1200" dirty="0">
                <a:solidFill>
                  <a:schemeClr val="tx1"/>
                </a:solidFill>
                <a:latin typeface="+mj-lt"/>
                <a:ea typeface="+mj-ea"/>
                <a:cs typeface="+mj-cs"/>
              </a:rPr>
              <a:t> </a:t>
            </a:r>
            <a:r>
              <a:rPr lang="en-US" sz="4400" dirty="0" err="1"/>
              <a:t>đặt</a:t>
            </a:r>
            <a:r>
              <a:rPr lang="en-US" sz="4400" dirty="0"/>
              <a:t> </a:t>
            </a:r>
            <a:r>
              <a:rPr lang="en-US" sz="4400" kern="1200" dirty="0" err="1">
                <a:solidFill>
                  <a:schemeClr val="tx1"/>
                </a:solidFill>
                <a:latin typeface="+mj-lt"/>
                <a:ea typeface="+mj-ea"/>
                <a:cs typeface="+mj-cs"/>
              </a:rPr>
              <a:t>các</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khối</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chức</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năng</a:t>
            </a:r>
            <a:endParaRPr lang="en-US" sz="4400" kern="1200" dirty="0">
              <a:solidFill>
                <a:schemeClr val="tx1"/>
              </a:solidFill>
              <a:latin typeface="+mj-lt"/>
              <a:ea typeface="+mj-ea"/>
              <a:cs typeface="+mj-cs"/>
            </a:endParaRPr>
          </a:p>
        </p:txBody>
      </p:sp>
      <p:graphicFrame>
        <p:nvGraphicFramePr>
          <p:cNvPr id="5" name="Content Placeholder 4">
            <a:extLst>
              <a:ext uri="{FF2B5EF4-FFF2-40B4-BE49-F238E27FC236}">
                <a16:creationId xmlns:a16="http://schemas.microsoft.com/office/drawing/2014/main" id="{943304E3-DEC1-081E-5CF8-783EEF4021A8}"/>
              </a:ext>
            </a:extLst>
          </p:cNvPr>
          <p:cNvGraphicFramePr>
            <a:graphicFrameLocks noGrp="1"/>
          </p:cNvGraphicFramePr>
          <p:nvPr>
            <p:ph idx="1"/>
            <p:extLst>
              <p:ext uri="{D42A27DB-BD31-4B8C-83A1-F6EECF244321}">
                <p14:modId xmlns:p14="http://schemas.microsoft.com/office/powerpoint/2010/main" val="442390041"/>
              </p:ext>
            </p:extLst>
          </p:nvPr>
        </p:nvGraphicFramePr>
        <p:xfrm>
          <a:off x="761799" y="1371600"/>
          <a:ext cx="10665226" cy="5029200"/>
        </p:xfrm>
        <a:graphic>
          <a:graphicData uri="http://schemas.openxmlformats.org/drawingml/2006/table">
            <a:tbl>
              <a:tblPr firstRow="1" bandRow="1">
                <a:tableStyleId>{073A0DAA-6AF3-43AB-8588-CEC1D06C72B9}</a:tableStyleId>
              </a:tblPr>
              <a:tblGrid>
                <a:gridCol w="1386567">
                  <a:extLst>
                    <a:ext uri="{9D8B030D-6E8A-4147-A177-3AD203B41FA5}">
                      <a16:colId xmlns:a16="http://schemas.microsoft.com/office/drawing/2014/main" val="3190448215"/>
                    </a:ext>
                  </a:extLst>
                </a:gridCol>
                <a:gridCol w="4415955">
                  <a:extLst>
                    <a:ext uri="{9D8B030D-6E8A-4147-A177-3AD203B41FA5}">
                      <a16:colId xmlns:a16="http://schemas.microsoft.com/office/drawing/2014/main" val="4208396369"/>
                    </a:ext>
                  </a:extLst>
                </a:gridCol>
                <a:gridCol w="4862704">
                  <a:extLst>
                    <a:ext uri="{9D8B030D-6E8A-4147-A177-3AD203B41FA5}">
                      <a16:colId xmlns:a16="http://schemas.microsoft.com/office/drawing/2014/main" val="3401809750"/>
                    </a:ext>
                  </a:extLst>
                </a:gridCol>
              </a:tblGrid>
              <a:tr h="457390">
                <a:tc>
                  <a:txBody>
                    <a:bodyPr/>
                    <a:lstStyle/>
                    <a:p>
                      <a:endParaRPr lang="en-US" sz="1900"/>
                    </a:p>
                  </a:txBody>
                  <a:tcPr marL="97517" marR="97517" marT="48758" marB="48758"/>
                </a:tc>
                <a:tc>
                  <a:txBody>
                    <a:bodyPr/>
                    <a:lstStyle/>
                    <a:p>
                      <a:r>
                        <a:rPr lang="en-US" sz="1900" dirty="0" err="1"/>
                        <a:t>Phần</a:t>
                      </a:r>
                      <a:r>
                        <a:rPr lang="en-US" sz="1900" dirty="0"/>
                        <a:t> Admin</a:t>
                      </a:r>
                    </a:p>
                  </a:txBody>
                  <a:tcPr marL="97517" marR="97517" marT="48758" marB="48758"/>
                </a:tc>
                <a:tc>
                  <a:txBody>
                    <a:bodyPr/>
                    <a:lstStyle/>
                    <a:p>
                      <a:r>
                        <a:rPr lang="en-US" sz="1900"/>
                        <a:t>Phần Customer</a:t>
                      </a:r>
                    </a:p>
                  </a:txBody>
                  <a:tcPr marL="97517" marR="97517" marT="48758" marB="48758"/>
                </a:tc>
                <a:extLst>
                  <a:ext uri="{0D108BD9-81ED-4DB2-BD59-A6C34878D82A}">
                    <a16:rowId xmlns:a16="http://schemas.microsoft.com/office/drawing/2014/main" val="2775858985"/>
                  </a:ext>
                </a:extLst>
              </a:tr>
              <a:tr h="838009">
                <a:tc>
                  <a:txBody>
                    <a:bodyPr/>
                    <a:lstStyle/>
                    <a:p>
                      <a:r>
                        <a:rPr lang="en-US" sz="2000" b="1" dirty="0"/>
                        <a:t>View</a:t>
                      </a:r>
                    </a:p>
                  </a:txBody>
                  <a:tcPr marL="97517" marR="97517" marT="48758" marB="4875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chỉnh</a:t>
                      </a:r>
                      <a:r>
                        <a:rPr lang="en-US" sz="2000" dirty="0"/>
                        <a:t> </a:t>
                      </a:r>
                      <a:r>
                        <a:rPr lang="en-US" sz="2000" dirty="0" err="1"/>
                        <a:t>sửa</a:t>
                      </a:r>
                      <a:r>
                        <a:rPr lang="en-US" sz="2000" dirty="0"/>
                        <a:t> </a:t>
                      </a:r>
                      <a:r>
                        <a:rPr lang="en-US" sz="2000" dirty="0" err="1"/>
                        <a:t>các</a:t>
                      </a:r>
                      <a:r>
                        <a:rPr lang="en-US" sz="2000" dirty="0"/>
                        <a:t> form View </a:t>
                      </a:r>
                      <a:r>
                        <a:rPr lang="en-US" sz="2000" dirty="0" err="1"/>
                        <a:t>tự</a:t>
                      </a:r>
                      <a:r>
                        <a:rPr lang="en-US" sz="2000" dirty="0"/>
                        <a:t> </a:t>
                      </a:r>
                      <a:r>
                        <a:rPr lang="en-US" sz="2000" dirty="0" err="1"/>
                        <a:t>sinh</a:t>
                      </a:r>
                      <a:r>
                        <a:rPr lang="en-US" sz="2000" dirty="0"/>
                        <a:t> </a:t>
                      </a:r>
                      <a:r>
                        <a:rPr lang="en-US" sz="2000" dirty="0" err="1"/>
                        <a:t>theo</a:t>
                      </a:r>
                      <a:r>
                        <a:rPr lang="en-US" sz="2000" dirty="0"/>
                        <a:t> </a:t>
                      </a:r>
                      <a:r>
                        <a:rPr lang="en-US" sz="2000" b="1" dirty="0" err="1"/>
                        <a:t>Thiết</a:t>
                      </a:r>
                      <a:r>
                        <a:rPr lang="en-US" sz="2000" b="1" dirty="0"/>
                        <a:t> </a:t>
                      </a:r>
                      <a:r>
                        <a:rPr lang="en-US" sz="2000" b="1" dirty="0" err="1"/>
                        <a:t>kế</a:t>
                      </a:r>
                      <a:r>
                        <a:rPr lang="en-US" sz="2000" b="1" dirty="0"/>
                        <a:t> </a:t>
                      </a:r>
                      <a:r>
                        <a:rPr lang="en-US" sz="2000" b="1" dirty="0" err="1"/>
                        <a:t>giao</a:t>
                      </a:r>
                      <a:r>
                        <a:rPr lang="en-US" sz="2000" b="1" dirty="0"/>
                        <a:t> </a:t>
                      </a:r>
                      <a:r>
                        <a:rPr lang="en-US" sz="2000" b="1" dirty="0" err="1"/>
                        <a:t>diện</a:t>
                      </a:r>
                      <a:r>
                        <a:rPr lang="en-US" sz="2000" b="1" dirty="0"/>
                        <a:t> </a:t>
                      </a:r>
                      <a:r>
                        <a:rPr lang="en-US" sz="2000" b="1" dirty="0" err="1"/>
                        <a:t>cho</a:t>
                      </a:r>
                      <a:r>
                        <a:rPr lang="en-US" sz="2000" b="1" dirty="0"/>
                        <a:t> </a:t>
                      </a:r>
                      <a:r>
                        <a:rPr lang="en-US" sz="2000" b="1" dirty="0" err="1"/>
                        <a:t>phần</a:t>
                      </a:r>
                      <a:r>
                        <a:rPr lang="en-US" sz="2000" b="1" dirty="0"/>
                        <a:t> </a:t>
                      </a:r>
                      <a:r>
                        <a:rPr lang="en-US" sz="2000" b="1" dirty="0" err="1"/>
                        <a:t>quản</a:t>
                      </a:r>
                      <a:r>
                        <a:rPr lang="en-US" sz="2000" b="1" dirty="0"/>
                        <a:t> </a:t>
                      </a:r>
                      <a:r>
                        <a:rPr lang="en-US" sz="2000" b="1" dirty="0" err="1"/>
                        <a:t>trị</a:t>
                      </a:r>
                      <a:endParaRPr lang="en-US" sz="2000" b="1" dirty="0"/>
                    </a:p>
                  </a:txBody>
                  <a:tcPr marL="97517" marR="97517" marT="48758" marB="4875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err="1"/>
                        <a:t>tạo</a:t>
                      </a:r>
                      <a:r>
                        <a:rPr lang="en-US" sz="2000" b="0" dirty="0"/>
                        <a:t> View </a:t>
                      </a:r>
                      <a:r>
                        <a:rPr lang="en-US" sz="2000" b="0" dirty="0" err="1"/>
                        <a:t>dạng</a:t>
                      </a:r>
                      <a:r>
                        <a:rPr lang="en-US" sz="2000" b="0" dirty="0"/>
                        <a:t> </a:t>
                      </a:r>
                      <a:r>
                        <a:rPr lang="en-US" sz="2000" b="1" dirty="0"/>
                        <a:t>Empty </a:t>
                      </a:r>
                      <a:r>
                        <a:rPr lang="en-US" sz="2000" b="0" dirty="0" err="1"/>
                        <a:t>để</a:t>
                      </a:r>
                      <a:r>
                        <a:rPr lang="en-US" sz="2000" b="0" dirty="0"/>
                        <a:t> </a:t>
                      </a:r>
                      <a:r>
                        <a:rPr lang="en-US" sz="2000" b="0" dirty="0" err="1"/>
                        <a:t>tự</a:t>
                      </a:r>
                      <a:r>
                        <a:rPr lang="en-US" sz="2000" b="0" dirty="0"/>
                        <a:t> code </a:t>
                      </a:r>
                      <a:r>
                        <a:rPr lang="en-US" sz="2000" b="0" dirty="0" err="1"/>
                        <a:t>theo</a:t>
                      </a:r>
                      <a:r>
                        <a:rPr lang="en-US" sz="2000" b="0" dirty="0"/>
                        <a:t> </a:t>
                      </a:r>
                      <a:r>
                        <a:rPr lang="en-US" sz="2000" b="1" dirty="0"/>
                        <a:t>Giao </a:t>
                      </a:r>
                      <a:r>
                        <a:rPr lang="en-US" sz="2000" b="1" dirty="0" err="1"/>
                        <a:t>diện</a:t>
                      </a:r>
                      <a:r>
                        <a:rPr lang="en-US" sz="2000" b="1" dirty="0"/>
                        <a:t> </a:t>
                      </a:r>
                      <a:r>
                        <a:rPr lang="en-US" sz="2000" b="1" dirty="0" err="1"/>
                        <a:t>trang</a:t>
                      </a:r>
                      <a:r>
                        <a:rPr lang="en-US" sz="2000" b="1" dirty="0"/>
                        <a:t> </a:t>
                      </a:r>
                      <a:r>
                        <a:rPr lang="en-US" sz="2000" b="1" dirty="0" err="1"/>
                        <a:t>tham</a:t>
                      </a:r>
                      <a:r>
                        <a:rPr lang="en-US" sz="2000" b="1" dirty="0"/>
                        <a:t> </a:t>
                      </a:r>
                      <a:r>
                        <a:rPr lang="en-US" sz="2000" b="1" dirty="0" err="1"/>
                        <a:t>khảo</a:t>
                      </a:r>
                      <a:endParaRPr lang="en-US" sz="2000" b="1" dirty="0"/>
                    </a:p>
                  </a:txBody>
                  <a:tcPr marL="97517" marR="97517" marT="48758" marB="48758"/>
                </a:tc>
                <a:extLst>
                  <a:ext uri="{0D108BD9-81ED-4DB2-BD59-A6C34878D82A}">
                    <a16:rowId xmlns:a16="http://schemas.microsoft.com/office/drawing/2014/main" val="2800720657"/>
                  </a:ext>
                </a:extLst>
              </a:tr>
              <a:tr h="838200">
                <a:tc>
                  <a:txBody>
                    <a:bodyPr/>
                    <a:lstStyle/>
                    <a:p>
                      <a:r>
                        <a:rPr lang="en-US" sz="2000" b="1"/>
                        <a:t>Controller</a:t>
                      </a:r>
                    </a:p>
                  </a:txBody>
                  <a:tcPr marL="97517" marR="97517" marT="48758" marB="4875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Dựa</a:t>
                      </a:r>
                      <a:r>
                        <a:rPr lang="en-US" sz="2000" dirty="0"/>
                        <a:t> </a:t>
                      </a:r>
                      <a:r>
                        <a:rPr lang="en-US" sz="2000" dirty="0" err="1"/>
                        <a:t>trên</a:t>
                      </a:r>
                      <a:r>
                        <a:rPr lang="en-US" sz="2000" dirty="0"/>
                        <a:t> </a:t>
                      </a:r>
                      <a:r>
                        <a:rPr lang="en-US" sz="2000" dirty="0" err="1"/>
                        <a:t>các</a:t>
                      </a:r>
                      <a:r>
                        <a:rPr lang="en-US" sz="2000" dirty="0"/>
                        <a:t> Action Method </a:t>
                      </a:r>
                      <a:r>
                        <a:rPr lang="en-US" sz="2000" dirty="0" err="1"/>
                        <a:t>được</a:t>
                      </a:r>
                      <a:r>
                        <a:rPr lang="en-US" sz="2000" dirty="0"/>
                        <a:t> gen </a:t>
                      </a:r>
                      <a:r>
                        <a:rPr lang="en-US" sz="2000" dirty="0" err="1"/>
                        <a:t>tự</a:t>
                      </a:r>
                      <a:r>
                        <a:rPr lang="en-US" sz="2000" dirty="0"/>
                        <a:t> </a:t>
                      </a:r>
                      <a:r>
                        <a:rPr lang="en-US" sz="2000" dirty="0" err="1"/>
                        <a:t>động</a:t>
                      </a:r>
                      <a:r>
                        <a:rPr lang="en-US" sz="2000" dirty="0"/>
                        <a:t>, </a:t>
                      </a:r>
                      <a:r>
                        <a:rPr lang="en-US" sz="2000" dirty="0" err="1"/>
                        <a:t>chỉnh</a:t>
                      </a:r>
                      <a:r>
                        <a:rPr lang="en-US" sz="2000" dirty="0"/>
                        <a:t> </a:t>
                      </a:r>
                      <a:r>
                        <a:rPr lang="en-US" sz="2000" dirty="0" err="1"/>
                        <a:t>sửa</a:t>
                      </a:r>
                      <a:r>
                        <a:rPr lang="en-US" sz="2000" dirty="0"/>
                        <a:t> </a:t>
                      </a:r>
                      <a:r>
                        <a:rPr lang="en-US" sz="2000" dirty="0" err="1"/>
                        <a:t>lại</a:t>
                      </a:r>
                      <a:r>
                        <a:rPr lang="en-US" sz="2000" dirty="0"/>
                        <a:t> code</a:t>
                      </a:r>
                    </a:p>
                  </a:txBody>
                  <a:tcPr marL="97517" marR="97517" marT="48758" marB="4875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Bổ sung các Action method cho phù hợp với chức năng của Customer</a:t>
                      </a:r>
                    </a:p>
                  </a:txBody>
                  <a:tcPr marL="97517" marR="97517" marT="48758" marB="48758"/>
                </a:tc>
                <a:extLst>
                  <a:ext uri="{0D108BD9-81ED-4DB2-BD59-A6C34878D82A}">
                    <a16:rowId xmlns:a16="http://schemas.microsoft.com/office/drawing/2014/main" val="2982923082"/>
                  </a:ext>
                </a:extLst>
              </a:tr>
              <a:tr h="1752600">
                <a:tc>
                  <a:txBody>
                    <a:bodyPr/>
                    <a:lstStyle/>
                    <a:p>
                      <a:r>
                        <a:rPr lang="en-US" sz="2000" b="1" dirty="0"/>
                        <a:t>Model</a:t>
                      </a:r>
                    </a:p>
                  </a:txBody>
                  <a:tcPr marL="97517" marR="97517" marT="48758" marB="4875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Bổ</a:t>
                      </a:r>
                      <a:r>
                        <a:rPr lang="en-US" sz="2000" dirty="0"/>
                        <a:t> sung </a:t>
                      </a:r>
                      <a:r>
                        <a:rPr lang="en-US" sz="2000" dirty="0" err="1"/>
                        <a:t>thêm</a:t>
                      </a:r>
                      <a:r>
                        <a:rPr lang="en-US" sz="2000" dirty="0"/>
                        <a:t> </a:t>
                      </a:r>
                      <a:r>
                        <a:rPr lang="en-US" sz="2000" dirty="0" err="1"/>
                        <a:t>các</a:t>
                      </a:r>
                      <a:r>
                        <a:rPr lang="en-US" sz="2000" dirty="0"/>
                        <a:t> </a:t>
                      </a:r>
                      <a:r>
                        <a:rPr lang="en-US" sz="2000" dirty="0" err="1"/>
                        <a:t>trường</a:t>
                      </a:r>
                      <a:r>
                        <a:rPr lang="en-US" sz="2000" dirty="0"/>
                        <a:t> </a:t>
                      </a:r>
                      <a:r>
                        <a:rPr lang="en-US" sz="2000" dirty="0" err="1"/>
                        <a:t>dữ</a:t>
                      </a:r>
                      <a:r>
                        <a:rPr lang="en-US" sz="2000" dirty="0"/>
                        <a:t> </a:t>
                      </a:r>
                      <a:r>
                        <a:rPr lang="en-US" sz="2000" dirty="0" err="1"/>
                        <a:t>liệu</a:t>
                      </a:r>
                      <a:r>
                        <a:rPr lang="en-US" sz="2000" dirty="0"/>
                        <a:t> </a:t>
                      </a:r>
                      <a:r>
                        <a:rPr lang="en-US" sz="2000" dirty="0" err="1"/>
                        <a:t>vào</a:t>
                      </a:r>
                      <a:r>
                        <a:rPr lang="en-US" sz="2000" dirty="0"/>
                        <a:t> </a:t>
                      </a:r>
                      <a:r>
                        <a:rPr lang="en-US" sz="2000" dirty="0" err="1"/>
                        <a:t>các</a:t>
                      </a:r>
                      <a:r>
                        <a:rPr lang="en-US" sz="2000" dirty="0"/>
                        <a:t> table </a:t>
                      </a:r>
                      <a:r>
                        <a:rPr lang="en-US" sz="2000" dirty="0" err="1"/>
                        <a:t>đã</a:t>
                      </a:r>
                      <a:r>
                        <a:rPr lang="en-US" sz="2000" dirty="0"/>
                        <a:t> </a:t>
                      </a:r>
                      <a:r>
                        <a:rPr lang="en-US" sz="2000" dirty="0" err="1"/>
                        <a:t>có</a:t>
                      </a:r>
                      <a:r>
                        <a:rPr lang="en-US" sz="2000" dirty="0"/>
                        <a:t> </a:t>
                      </a:r>
                      <a:r>
                        <a:rPr lang="en-US" sz="2000" dirty="0" err="1"/>
                        <a:t>của</a:t>
                      </a:r>
                      <a:r>
                        <a:rPr lang="en-US" sz="2000" dirty="0"/>
                        <a:t> DB </a:t>
                      </a:r>
                      <a:r>
                        <a:rPr lang="en-US" sz="2000" dirty="0" err="1"/>
                        <a:t>cho</a:t>
                      </a:r>
                      <a:r>
                        <a:rPr lang="en-US" sz="2000" dirty="0"/>
                        <a:t> </a:t>
                      </a:r>
                      <a:r>
                        <a:rPr lang="en-US" sz="2000" dirty="0" err="1"/>
                        <a:t>phù</a:t>
                      </a:r>
                      <a:r>
                        <a:rPr lang="en-US" sz="2000" dirty="0"/>
                        <a:t> </a:t>
                      </a:r>
                      <a:r>
                        <a:rPr lang="en-US" sz="2000" dirty="0" err="1"/>
                        <a:t>hợp</a:t>
                      </a:r>
                      <a:r>
                        <a:rPr lang="en-US" sz="2000" dirty="0"/>
                        <a:t> </a:t>
                      </a:r>
                      <a:r>
                        <a:rPr lang="en-US" sz="2000" dirty="0" err="1"/>
                        <a:t>với</a:t>
                      </a:r>
                      <a:r>
                        <a:rPr lang="en-US" sz="2000" dirty="0"/>
                        <a:t> </a:t>
                      </a:r>
                      <a:r>
                        <a:rPr lang="en-US" sz="2000" dirty="0" err="1"/>
                        <a:t>các</a:t>
                      </a:r>
                      <a:r>
                        <a:rPr lang="en-US" sz="2000" dirty="0"/>
                        <a:t> </a:t>
                      </a:r>
                      <a:r>
                        <a:rPr lang="en-US" sz="2000" dirty="0" err="1"/>
                        <a:t>trường</a:t>
                      </a:r>
                      <a:r>
                        <a:rPr lang="en-US" sz="2000" dirty="0"/>
                        <a:t> </a:t>
                      </a:r>
                      <a:r>
                        <a:rPr lang="en-US" sz="2000" dirty="0" err="1"/>
                        <a:t>dữ</a:t>
                      </a:r>
                      <a:r>
                        <a:rPr lang="en-US" sz="2000" dirty="0"/>
                        <a:t> </a:t>
                      </a:r>
                      <a:r>
                        <a:rPr lang="en-US" sz="2000" dirty="0" err="1"/>
                        <a:t>liệu</a:t>
                      </a:r>
                      <a:r>
                        <a:rPr lang="en-US" sz="2000" dirty="0"/>
                        <a:t> </a:t>
                      </a:r>
                      <a:r>
                        <a:rPr lang="en-US" sz="2000" dirty="0" err="1"/>
                        <a:t>cần</a:t>
                      </a:r>
                      <a:r>
                        <a:rPr lang="en-US" sz="2000" dirty="0"/>
                        <a:t> </a:t>
                      </a:r>
                      <a:r>
                        <a:rPr lang="en-US" sz="2000" dirty="0" err="1"/>
                        <a:t>lưu</a:t>
                      </a:r>
                      <a:endParaRPr lang="en-US" sz="2000" dirty="0"/>
                    </a:p>
                  </a:txBody>
                  <a:tcPr marL="97517" marR="97517" marT="48758" marB="48758"/>
                </a:tc>
                <a:tc>
                  <a:txBody>
                    <a:bodyPr/>
                    <a:lstStyle/>
                    <a:p>
                      <a:r>
                        <a:rPr lang="en-US" sz="2000" dirty="0" err="1"/>
                        <a:t>Bổ</a:t>
                      </a:r>
                      <a:r>
                        <a:rPr lang="en-US" sz="2000" dirty="0"/>
                        <a:t> sung </a:t>
                      </a:r>
                      <a:r>
                        <a:rPr lang="en-US" sz="2000" dirty="0" err="1"/>
                        <a:t>các</a:t>
                      </a:r>
                      <a:r>
                        <a:rPr lang="en-US" sz="2000" dirty="0"/>
                        <a:t> </a:t>
                      </a:r>
                      <a:r>
                        <a:rPr lang="en-US" sz="2000" dirty="0" err="1"/>
                        <a:t>lớp</a:t>
                      </a:r>
                      <a:r>
                        <a:rPr lang="en-US" sz="2000" dirty="0"/>
                        <a:t> Model </a:t>
                      </a:r>
                      <a:r>
                        <a:rPr lang="en-US" sz="2000" dirty="0" err="1"/>
                        <a:t>để</a:t>
                      </a:r>
                      <a:r>
                        <a:rPr lang="en-US" sz="2000" dirty="0"/>
                        <a:t> </a:t>
                      </a:r>
                      <a:r>
                        <a:rPr lang="en-US" sz="2000" dirty="0" err="1"/>
                        <a:t>tạo</a:t>
                      </a:r>
                      <a:r>
                        <a:rPr lang="en-US" sz="2000" dirty="0"/>
                        <a:t> </a:t>
                      </a:r>
                      <a:r>
                        <a:rPr lang="en-US" sz="2000" dirty="0" err="1"/>
                        <a:t>cấu</a:t>
                      </a:r>
                      <a:r>
                        <a:rPr lang="en-US" sz="2000" dirty="0"/>
                        <a:t> </a:t>
                      </a:r>
                      <a:r>
                        <a:rPr lang="en-US" sz="2000" dirty="0" err="1"/>
                        <a:t>trúc</a:t>
                      </a:r>
                      <a:r>
                        <a:rPr lang="en-US" sz="2000" dirty="0"/>
                        <a:t> </a:t>
                      </a:r>
                      <a:r>
                        <a:rPr lang="en-US" sz="2000" dirty="0" err="1"/>
                        <a:t>dữ</a:t>
                      </a:r>
                      <a:r>
                        <a:rPr lang="en-US" sz="2000" dirty="0"/>
                        <a:t> </a:t>
                      </a:r>
                      <a:r>
                        <a:rPr lang="en-US" sz="2000" dirty="0" err="1"/>
                        <a:t>liệu</a:t>
                      </a:r>
                      <a:r>
                        <a:rPr lang="en-US" sz="2000" dirty="0"/>
                        <a:t> </a:t>
                      </a:r>
                      <a:r>
                        <a:rPr lang="en-US" sz="2000" dirty="0" err="1"/>
                        <a:t>cho</a:t>
                      </a:r>
                      <a:r>
                        <a:rPr lang="en-US" sz="2000" dirty="0"/>
                        <a:t>:</a:t>
                      </a:r>
                    </a:p>
                    <a:p>
                      <a:r>
                        <a:rPr lang="en-US" sz="2000" dirty="0"/>
                        <a:t>- shopping cart</a:t>
                      </a:r>
                    </a:p>
                    <a:p>
                      <a:r>
                        <a:rPr lang="en-US" sz="2000" dirty="0"/>
                        <a:t>- related item</a:t>
                      </a:r>
                    </a:p>
                    <a:p>
                      <a:r>
                        <a:rPr lang="en-US" sz="2000" dirty="0"/>
                        <a:t>- </a:t>
                      </a:r>
                      <a:r>
                        <a:rPr lang="en-US" sz="2000" dirty="0" err="1"/>
                        <a:t>thống</a:t>
                      </a:r>
                      <a:r>
                        <a:rPr lang="en-US" sz="2000" dirty="0"/>
                        <a:t> </a:t>
                      </a:r>
                      <a:r>
                        <a:rPr lang="en-US" sz="2000" dirty="0" err="1"/>
                        <a:t>kê</a:t>
                      </a:r>
                      <a:endParaRPr lang="en-US" sz="2000" dirty="0"/>
                    </a:p>
                  </a:txBody>
                  <a:tcPr marL="97517" marR="97517" marT="48758" marB="48758"/>
                </a:tc>
                <a:extLst>
                  <a:ext uri="{0D108BD9-81ED-4DB2-BD59-A6C34878D82A}">
                    <a16:rowId xmlns:a16="http://schemas.microsoft.com/office/drawing/2014/main" val="2686151763"/>
                  </a:ext>
                </a:extLst>
              </a:tr>
              <a:tr h="1143001">
                <a:tc>
                  <a:txBody>
                    <a:bodyPr/>
                    <a:lstStyle/>
                    <a:p>
                      <a:r>
                        <a:rPr lang="en-US" sz="2000" b="1" dirty="0"/>
                        <a:t>Layout</a:t>
                      </a:r>
                    </a:p>
                  </a:txBody>
                  <a:tcPr marL="97517" marR="97517" marT="48758" marB="48758"/>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t>Sử</a:t>
                      </a:r>
                      <a:r>
                        <a:rPr lang="en-US" sz="2000" dirty="0"/>
                        <a:t> </a:t>
                      </a:r>
                      <a:r>
                        <a:rPr lang="en-US" sz="2000" dirty="0" err="1"/>
                        <a:t>dụng</a:t>
                      </a:r>
                      <a:r>
                        <a:rPr lang="en-US" sz="2000" dirty="0"/>
                        <a:t> file _</a:t>
                      </a:r>
                      <a:r>
                        <a:rPr lang="en-US" sz="2000" dirty="0" err="1"/>
                        <a:t>AdminLayout</a:t>
                      </a:r>
                      <a:r>
                        <a:rPr lang="en-US" sz="2000" dirty="0"/>
                        <a:t>, </a:t>
                      </a:r>
                      <a:r>
                        <a:rPr lang="en-US" sz="2000" dirty="0" err="1"/>
                        <a:t>chỉnh</a:t>
                      </a:r>
                      <a:r>
                        <a:rPr lang="en-US" sz="2000" dirty="0"/>
                        <a:t> </a:t>
                      </a:r>
                      <a:r>
                        <a:rPr lang="en-US" sz="2000" dirty="0" err="1"/>
                        <a:t>sửa</a:t>
                      </a:r>
                      <a:r>
                        <a:rPr lang="en-US" sz="2000" dirty="0"/>
                        <a:t> </a:t>
                      </a:r>
                      <a:r>
                        <a:rPr lang="en-US" sz="2000" dirty="0" err="1"/>
                        <a:t>lại</a:t>
                      </a:r>
                      <a:r>
                        <a:rPr lang="en-US" sz="2000" dirty="0"/>
                        <a:t> </a:t>
                      </a:r>
                      <a:r>
                        <a:rPr lang="en-US" sz="2000" dirty="0" err="1"/>
                        <a:t>theo</a:t>
                      </a:r>
                      <a:r>
                        <a:rPr lang="en-US" sz="2000" dirty="0"/>
                        <a:t> </a:t>
                      </a:r>
                      <a:r>
                        <a:rPr lang="en-US" sz="2000" dirty="0" err="1"/>
                        <a:t>Thiết</a:t>
                      </a:r>
                      <a:r>
                        <a:rPr lang="en-US" sz="2000" dirty="0"/>
                        <a:t> </a:t>
                      </a:r>
                      <a:r>
                        <a:rPr lang="en-US" sz="2000" dirty="0" err="1"/>
                        <a:t>kế</a:t>
                      </a:r>
                      <a:r>
                        <a:rPr lang="en-US" sz="2000" dirty="0"/>
                        <a:t> </a:t>
                      </a:r>
                      <a:r>
                        <a:rPr lang="en-US" sz="2000" dirty="0" err="1"/>
                        <a:t>giao</a:t>
                      </a:r>
                      <a:r>
                        <a:rPr lang="en-US" sz="2000" dirty="0"/>
                        <a:t> </a:t>
                      </a:r>
                      <a:r>
                        <a:rPr lang="en-US" sz="2000" dirty="0" err="1"/>
                        <a:t>diện</a:t>
                      </a:r>
                      <a:r>
                        <a:rPr lang="en-US" sz="2000" dirty="0"/>
                        <a:t> </a:t>
                      </a:r>
                      <a:r>
                        <a:rPr lang="en-US" sz="2000" dirty="0" err="1"/>
                        <a:t>cho</a:t>
                      </a:r>
                      <a:r>
                        <a:rPr lang="en-US" sz="2000" dirty="0"/>
                        <a:t> </a:t>
                      </a:r>
                      <a:r>
                        <a:rPr lang="en-US" sz="2000" dirty="0" err="1"/>
                        <a:t>phần</a:t>
                      </a:r>
                      <a:r>
                        <a:rPr lang="en-US" sz="2000" dirty="0"/>
                        <a:t> </a:t>
                      </a:r>
                      <a:r>
                        <a:rPr lang="en-US" sz="2000" dirty="0" err="1"/>
                        <a:t>quản</a:t>
                      </a:r>
                      <a:r>
                        <a:rPr lang="en-US" sz="2000" dirty="0"/>
                        <a:t> </a:t>
                      </a:r>
                      <a:r>
                        <a:rPr lang="en-US" sz="2000" dirty="0" err="1"/>
                        <a:t>trị</a:t>
                      </a:r>
                      <a:endParaRPr lang="en-US" sz="2000" dirty="0"/>
                    </a:p>
                  </a:txBody>
                  <a:tcPr marL="97517" marR="97517" marT="48758" marB="48758"/>
                </a:tc>
                <a:tc>
                  <a:txBody>
                    <a:bodyPr/>
                    <a:lstStyle/>
                    <a:p>
                      <a:r>
                        <a:rPr lang="en-US" sz="2000" dirty="0" err="1"/>
                        <a:t>Sử</a:t>
                      </a:r>
                      <a:r>
                        <a:rPr lang="en-US" sz="2000" dirty="0"/>
                        <a:t> </a:t>
                      </a:r>
                      <a:r>
                        <a:rPr lang="en-US" sz="2000" dirty="0" err="1"/>
                        <a:t>dụng</a:t>
                      </a:r>
                      <a:r>
                        <a:rPr lang="en-US" sz="2000" dirty="0"/>
                        <a:t> file _</a:t>
                      </a:r>
                      <a:r>
                        <a:rPr lang="en-US" sz="2000" dirty="0" err="1"/>
                        <a:t>CustomerLayout</a:t>
                      </a:r>
                      <a:r>
                        <a:rPr lang="en-US" sz="2000" dirty="0"/>
                        <a:t> (</a:t>
                      </a:r>
                      <a:r>
                        <a:rPr lang="en-US" sz="2000" dirty="0" err="1"/>
                        <a:t>theo</a:t>
                      </a:r>
                      <a:r>
                        <a:rPr lang="en-US" sz="2000" dirty="0"/>
                        <a:t> </a:t>
                      </a:r>
                      <a:r>
                        <a:rPr lang="en-US" sz="2000" dirty="0" err="1"/>
                        <a:t>giao</a:t>
                      </a:r>
                      <a:r>
                        <a:rPr lang="en-US" sz="2000" dirty="0"/>
                        <a:t> </a:t>
                      </a:r>
                      <a:r>
                        <a:rPr lang="en-US" sz="2000" dirty="0" err="1"/>
                        <a:t>diện</a:t>
                      </a:r>
                      <a:r>
                        <a:rPr lang="en-US" sz="2000" dirty="0"/>
                        <a:t> </a:t>
                      </a:r>
                      <a:r>
                        <a:rPr lang="en-US" sz="2000" dirty="0" err="1"/>
                        <a:t>trang</a:t>
                      </a:r>
                      <a:r>
                        <a:rPr lang="en-US" sz="2000" dirty="0"/>
                        <a:t> </a:t>
                      </a:r>
                      <a:r>
                        <a:rPr lang="en-US" sz="2000" dirty="0" err="1"/>
                        <a:t>tham</a:t>
                      </a:r>
                      <a:r>
                        <a:rPr lang="en-US" sz="2000" dirty="0"/>
                        <a:t> </a:t>
                      </a:r>
                      <a:r>
                        <a:rPr lang="en-US" sz="2000" dirty="0" err="1"/>
                        <a:t>khảo</a:t>
                      </a:r>
                      <a:r>
                        <a:rPr lang="en-US" sz="2000" dirty="0"/>
                        <a:t>)</a:t>
                      </a:r>
                    </a:p>
                  </a:txBody>
                  <a:tcPr marL="97517" marR="97517" marT="48758" marB="48758"/>
                </a:tc>
                <a:extLst>
                  <a:ext uri="{0D108BD9-81ED-4DB2-BD59-A6C34878D82A}">
                    <a16:rowId xmlns:a16="http://schemas.microsoft.com/office/drawing/2014/main" val="3638293256"/>
                  </a:ext>
                </a:extLst>
              </a:tr>
            </a:tbl>
          </a:graphicData>
        </a:graphic>
      </p:graphicFrame>
    </p:spTree>
    <p:extLst>
      <p:ext uri="{BB962C8B-B14F-4D97-AF65-F5344CB8AC3E}">
        <p14:creationId xmlns:p14="http://schemas.microsoft.com/office/powerpoint/2010/main" val="4124713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61">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ight Triangle 63">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4486" y="3335867"/>
            <a:ext cx="3290983"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65">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606" y="623275"/>
            <a:ext cx="10902214"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71BFB3-6E61-D267-BD0B-F63443A36EAA}"/>
              </a:ext>
            </a:extLst>
          </p:cNvPr>
          <p:cNvSpPr>
            <a:spLocks noGrp="1"/>
          </p:cNvSpPr>
          <p:nvPr>
            <p:ph type="title"/>
          </p:nvPr>
        </p:nvSpPr>
        <p:spPr>
          <a:xfrm>
            <a:off x="1284906" y="1008994"/>
            <a:ext cx="9229006" cy="788922"/>
          </a:xfrm>
        </p:spPr>
        <p:txBody>
          <a:bodyPr vert="horz" lIns="91440" tIns="45720" rIns="91440" bIns="45720" rtlCol="0" anchor="b">
            <a:noAutofit/>
          </a:bodyPr>
          <a:lstStyle/>
          <a:p>
            <a:pPr defTabSz="914400"/>
            <a:r>
              <a:rPr lang="en-US" sz="4000" dirty="0" err="1">
                <a:solidFill>
                  <a:schemeClr val="tx1">
                    <a:lumMod val="75000"/>
                    <a:lumOff val="25000"/>
                  </a:schemeClr>
                </a:solidFill>
              </a:rPr>
              <a:t>Phần</a:t>
            </a:r>
            <a:r>
              <a:rPr lang="en-US" sz="4000" dirty="0">
                <a:solidFill>
                  <a:schemeClr val="tx1">
                    <a:lumMod val="75000"/>
                    <a:lumOff val="25000"/>
                  </a:schemeClr>
                </a:solidFill>
              </a:rPr>
              <a:t> 2: </a:t>
            </a:r>
            <a:r>
              <a:rPr lang="en-US" sz="4000" dirty="0" err="1">
                <a:solidFill>
                  <a:schemeClr val="tx1">
                    <a:lumMod val="75000"/>
                    <a:lumOff val="25000"/>
                  </a:schemeClr>
                </a:solidFill>
              </a:rPr>
              <a:t>CÀI</a:t>
            </a:r>
            <a:r>
              <a:rPr lang="en-US" sz="4000" dirty="0">
                <a:solidFill>
                  <a:schemeClr val="tx1">
                    <a:lumMod val="75000"/>
                    <a:lumOff val="25000"/>
                  </a:schemeClr>
                </a:solidFill>
              </a:rPr>
              <a:t> </a:t>
            </a:r>
            <a:r>
              <a:rPr lang="en-US" sz="4000" dirty="0" err="1">
                <a:solidFill>
                  <a:schemeClr val="tx1">
                    <a:lumMod val="75000"/>
                    <a:lumOff val="25000"/>
                  </a:schemeClr>
                </a:solidFill>
              </a:rPr>
              <a:t>ĐẶT</a:t>
            </a:r>
            <a:r>
              <a:rPr lang="en-US" sz="4000" dirty="0">
                <a:solidFill>
                  <a:schemeClr val="tx1">
                    <a:lumMod val="75000"/>
                    <a:lumOff val="25000"/>
                  </a:schemeClr>
                </a:solidFill>
              </a:rPr>
              <a:t> </a:t>
            </a:r>
            <a:r>
              <a:rPr lang="en-US" sz="4000" dirty="0" err="1">
                <a:solidFill>
                  <a:schemeClr val="tx1">
                    <a:lumMod val="75000"/>
                    <a:lumOff val="25000"/>
                  </a:schemeClr>
                </a:solidFill>
              </a:rPr>
              <a:t>CHỨC</a:t>
            </a:r>
            <a:r>
              <a:rPr lang="en-US" sz="4000" dirty="0">
                <a:solidFill>
                  <a:schemeClr val="tx1">
                    <a:lumMod val="75000"/>
                    <a:lumOff val="25000"/>
                  </a:schemeClr>
                </a:solidFill>
              </a:rPr>
              <a:t> </a:t>
            </a:r>
            <a:r>
              <a:rPr lang="en-US" sz="4000" dirty="0" err="1">
                <a:solidFill>
                  <a:schemeClr val="tx1">
                    <a:lumMod val="75000"/>
                    <a:lumOff val="25000"/>
                  </a:schemeClr>
                </a:solidFill>
              </a:rPr>
              <a:t>NĂNG</a:t>
            </a:r>
            <a:r>
              <a:rPr lang="en-US" sz="4000" dirty="0">
                <a:solidFill>
                  <a:schemeClr val="tx1">
                    <a:lumMod val="75000"/>
                    <a:lumOff val="25000"/>
                  </a:schemeClr>
                </a:solidFill>
              </a:rPr>
              <a:t> CUSTOMER</a:t>
            </a:r>
            <a:endParaRPr lang="en-US" sz="4800"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C954AE56-73DF-1277-FFAB-E22EC4A81F7B}"/>
              </a:ext>
            </a:extLst>
          </p:cNvPr>
          <p:cNvSpPr>
            <a:spLocks noGrp="1"/>
          </p:cNvSpPr>
          <p:nvPr>
            <p:ph type="body" idx="1"/>
          </p:nvPr>
        </p:nvSpPr>
        <p:spPr>
          <a:xfrm>
            <a:off x="1284906" y="2133600"/>
            <a:ext cx="7130477" cy="3761872"/>
          </a:xfrm>
        </p:spPr>
        <p:txBody>
          <a:bodyPr vert="horz" lIns="91440" tIns="45720" rIns="91440" bIns="45720" rtlCol="0" anchor="t">
            <a:noAutofit/>
          </a:bodyPr>
          <a:lstStyle/>
          <a:p>
            <a:pPr marL="342900" indent="-342900">
              <a:buFont typeface="+mj-lt"/>
              <a:buAutoNum type="arabicPeriod"/>
            </a:pPr>
            <a:r>
              <a:rPr lang="en-US" sz="1600" dirty="0" err="1"/>
              <a:t>Tạo</a:t>
            </a:r>
            <a:r>
              <a:rPr lang="en-US" sz="1600" dirty="0"/>
              <a:t> </a:t>
            </a:r>
            <a:r>
              <a:rPr lang="en-US" sz="1600" dirty="0" err="1"/>
              <a:t>trang</a:t>
            </a:r>
            <a:r>
              <a:rPr lang="en-US" sz="1600" dirty="0"/>
              <a:t> </a:t>
            </a:r>
            <a:r>
              <a:rPr lang="en-US" sz="1600" dirty="0">
                <a:solidFill>
                  <a:srgbClr val="FFFF00"/>
                </a:solidFill>
              </a:rPr>
              <a:t>Customer Layout </a:t>
            </a:r>
            <a:r>
              <a:rPr lang="en-US" sz="1600" dirty="0" err="1"/>
              <a:t>để</a:t>
            </a:r>
            <a:r>
              <a:rPr lang="en-US" sz="1600" dirty="0"/>
              <a:t> </a:t>
            </a:r>
            <a:r>
              <a:rPr lang="en-US" sz="1600" dirty="0" err="1"/>
              <a:t>tái</a:t>
            </a:r>
            <a:r>
              <a:rPr lang="en-US" sz="1600" dirty="0"/>
              <a:t> </a:t>
            </a:r>
            <a:r>
              <a:rPr lang="en-US" sz="1600" dirty="0" err="1"/>
              <a:t>sử</a:t>
            </a:r>
            <a:r>
              <a:rPr lang="en-US" sz="1600" dirty="0"/>
              <a:t> </a:t>
            </a:r>
            <a:r>
              <a:rPr lang="en-US" sz="1600" dirty="0" err="1"/>
              <a:t>dụng</a:t>
            </a:r>
            <a:endParaRPr lang="en-US" sz="1600" dirty="0"/>
          </a:p>
          <a:p>
            <a:pPr marL="342900" indent="-342900">
              <a:buFont typeface="+mj-lt"/>
              <a:buAutoNum type="arabicPeriod"/>
            </a:pPr>
            <a:r>
              <a:rPr lang="en-US" sz="1600" dirty="0"/>
              <a:t>Trang Danh </a:t>
            </a:r>
            <a:r>
              <a:rPr lang="en-US" sz="1600" dirty="0" err="1"/>
              <a:t>sách</a:t>
            </a:r>
            <a:r>
              <a:rPr lang="en-US" sz="1600" dirty="0"/>
              <a:t> </a:t>
            </a:r>
            <a:r>
              <a:rPr lang="en-US" sz="1600" dirty="0" err="1"/>
              <a:t>sản</a:t>
            </a:r>
            <a:r>
              <a:rPr lang="en-US" sz="1600" dirty="0"/>
              <a:t> </a:t>
            </a:r>
            <a:r>
              <a:rPr lang="en-US" sz="1600" dirty="0" err="1"/>
              <a:t>phẩm</a:t>
            </a:r>
            <a:r>
              <a:rPr lang="en-US" sz="1600" dirty="0"/>
              <a:t> </a:t>
            </a:r>
            <a:r>
              <a:rPr lang="en-US" sz="1600" dirty="0" err="1"/>
              <a:t>theo</a:t>
            </a:r>
            <a:r>
              <a:rPr lang="en-US" sz="1600" dirty="0"/>
              <a:t> </a:t>
            </a:r>
            <a:r>
              <a:rPr lang="en-US" sz="1600" dirty="0" err="1"/>
              <a:t>danh</a:t>
            </a:r>
            <a:r>
              <a:rPr lang="en-US" sz="1600" dirty="0"/>
              <a:t> </a:t>
            </a:r>
            <a:r>
              <a:rPr lang="en-US" sz="1600" dirty="0" err="1"/>
              <a:t>mục</a:t>
            </a:r>
            <a:endParaRPr lang="en-US" sz="1600" dirty="0"/>
          </a:p>
          <a:p>
            <a:pPr marL="342900" indent="-342900">
              <a:buFont typeface="+mj-lt"/>
              <a:buAutoNum type="arabicPeriod"/>
            </a:pPr>
            <a:r>
              <a:rPr lang="en-US" sz="1600" dirty="0" err="1"/>
              <a:t>Xem</a:t>
            </a:r>
            <a:r>
              <a:rPr lang="en-US" sz="1600" dirty="0"/>
              <a:t> </a:t>
            </a:r>
            <a:r>
              <a:rPr lang="en-US" sz="1600" dirty="0" err="1"/>
              <a:t>trang</a:t>
            </a:r>
            <a:r>
              <a:rPr lang="en-US" sz="1600" dirty="0"/>
              <a:t> Home (</a:t>
            </a:r>
            <a:r>
              <a:rPr lang="en-US" sz="1600" dirty="0" err="1"/>
              <a:t>thiết</a:t>
            </a:r>
            <a:r>
              <a:rPr lang="en-US" sz="1600" dirty="0"/>
              <a:t> </a:t>
            </a:r>
            <a:r>
              <a:rPr lang="en-US" sz="1600" dirty="0" err="1"/>
              <a:t>kế</a:t>
            </a:r>
            <a:r>
              <a:rPr lang="en-US" sz="1600" dirty="0"/>
              <a:t> </a:t>
            </a:r>
            <a:r>
              <a:rPr lang="en-US" sz="1600" dirty="0" err="1"/>
              <a:t>theo</a:t>
            </a:r>
            <a:r>
              <a:rPr lang="en-US" sz="1600" dirty="0"/>
              <a:t> 01 </a:t>
            </a:r>
            <a:r>
              <a:rPr lang="en-US" sz="1600" dirty="0" err="1"/>
              <a:t>trong</a:t>
            </a:r>
            <a:r>
              <a:rPr lang="en-US" sz="1600" dirty="0"/>
              <a:t> 10 </a:t>
            </a:r>
            <a:r>
              <a:rPr lang="en-US" sz="1600" dirty="0" err="1"/>
              <a:t>mẫu</a:t>
            </a:r>
            <a:r>
              <a:rPr lang="en-US" sz="1600" dirty="0"/>
              <a:t> </a:t>
            </a:r>
            <a:r>
              <a:rPr lang="en-US" sz="1600" dirty="0" err="1"/>
              <a:t>đã</a:t>
            </a:r>
            <a:r>
              <a:rPr lang="en-US" sz="1600" dirty="0"/>
              <a:t> </a:t>
            </a:r>
            <a:r>
              <a:rPr lang="en-US" sz="1600" dirty="0" err="1"/>
              <a:t>cho</a:t>
            </a:r>
            <a:r>
              <a:rPr lang="en-US" sz="1600" dirty="0"/>
              <a:t>)</a:t>
            </a:r>
          </a:p>
          <a:p>
            <a:pPr marL="342900" indent="-342900">
              <a:buFont typeface="+mj-lt"/>
              <a:buAutoNum type="arabicPeriod"/>
            </a:pPr>
            <a:r>
              <a:rPr lang="en-US" sz="1600" dirty="0" err="1"/>
              <a:t>Xem</a:t>
            </a:r>
            <a:r>
              <a:rPr lang="en-US" sz="1600" dirty="0"/>
              <a:t> Chi </a:t>
            </a:r>
            <a:r>
              <a:rPr lang="en-US" sz="1600" dirty="0" err="1"/>
              <a:t>tiết</a:t>
            </a:r>
            <a:r>
              <a:rPr lang="en-US" sz="1600" dirty="0"/>
              <a:t> </a:t>
            </a:r>
            <a:r>
              <a:rPr lang="en-US" sz="1600" dirty="0" err="1"/>
              <a:t>sản</a:t>
            </a:r>
            <a:r>
              <a:rPr lang="en-US" sz="1600" dirty="0"/>
              <a:t> </a:t>
            </a:r>
            <a:r>
              <a:rPr lang="en-US" sz="1600" dirty="0" err="1"/>
              <a:t>phẩm</a:t>
            </a:r>
            <a:r>
              <a:rPr lang="en-US" sz="1600" dirty="0"/>
              <a:t> (Product Detail)</a:t>
            </a:r>
          </a:p>
          <a:p>
            <a:pPr marL="342900" indent="-342900">
              <a:buFont typeface="+mj-lt"/>
              <a:buAutoNum type="arabicPeriod"/>
            </a:pPr>
            <a:r>
              <a:rPr lang="en-US" sz="1600" dirty="0" err="1"/>
              <a:t>Tìm</a:t>
            </a:r>
            <a:r>
              <a:rPr lang="en-US" sz="1600" dirty="0"/>
              <a:t> </a:t>
            </a:r>
            <a:r>
              <a:rPr lang="en-US" sz="1600" dirty="0" err="1"/>
              <a:t>kiếm</a:t>
            </a:r>
            <a:r>
              <a:rPr lang="en-US" sz="1600" dirty="0"/>
              <a:t> </a:t>
            </a:r>
            <a:r>
              <a:rPr lang="en-US" sz="1600" dirty="0" err="1"/>
              <a:t>sản</a:t>
            </a:r>
            <a:r>
              <a:rPr lang="en-US" sz="1600" dirty="0"/>
              <a:t> </a:t>
            </a:r>
            <a:r>
              <a:rPr lang="en-US" sz="1600" dirty="0" err="1"/>
              <a:t>phẩm</a:t>
            </a:r>
            <a:r>
              <a:rPr lang="en-US" sz="1600" dirty="0"/>
              <a:t>, </a:t>
            </a:r>
          </a:p>
          <a:p>
            <a:pPr marL="342900" indent="-342900">
              <a:buFont typeface="+mj-lt"/>
              <a:buAutoNum type="arabicPeriod"/>
            </a:pPr>
            <a:r>
              <a:rPr lang="en-US" sz="1600" dirty="0" err="1"/>
              <a:t>Sắp</a:t>
            </a:r>
            <a:r>
              <a:rPr lang="en-US" sz="1600" dirty="0"/>
              <a:t> </a:t>
            </a:r>
            <a:r>
              <a:rPr lang="en-US" sz="1600" dirty="0" err="1"/>
              <a:t>xếp</a:t>
            </a:r>
            <a:r>
              <a:rPr lang="en-US" sz="1600" dirty="0"/>
              <a:t>, </a:t>
            </a:r>
            <a:r>
              <a:rPr lang="en-US" sz="1600" dirty="0" err="1"/>
              <a:t>phân</a:t>
            </a:r>
            <a:r>
              <a:rPr lang="en-US" sz="1600" dirty="0"/>
              <a:t> </a:t>
            </a:r>
            <a:r>
              <a:rPr lang="en-US" sz="1600" dirty="0" err="1"/>
              <a:t>trang</a:t>
            </a:r>
            <a:r>
              <a:rPr lang="en-US" sz="1600" dirty="0"/>
              <a:t> </a:t>
            </a:r>
            <a:r>
              <a:rPr lang="en-US" sz="1600" dirty="0" err="1"/>
              <a:t>kết</a:t>
            </a:r>
            <a:r>
              <a:rPr lang="en-US" sz="1600" dirty="0"/>
              <a:t> </a:t>
            </a:r>
            <a:r>
              <a:rPr lang="en-US" sz="1600" dirty="0" err="1"/>
              <a:t>quả</a:t>
            </a:r>
            <a:r>
              <a:rPr lang="en-US" sz="1600" dirty="0"/>
              <a:t> </a:t>
            </a:r>
            <a:r>
              <a:rPr lang="en-US" sz="1600" dirty="0" err="1"/>
              <a:t>tìm</a:t>
            </a:r>
            <a:r>
              <a:rPr lang="en-US" sz="1600" dirty="0"/>
              <a:t> </a:t>
            </a:r>
            <a:r>
              <a:rPr lang="en-US" sz="1600" dirty="0" err="1"/>
              <a:t>kiếm</a:t>
            </a:r>
            <a:endParaRPr lang="en-US" sz="1600" dirty="0"/>
          </a:p>
          <a:p>
            <a:pPr marL="342900" indent="-342900">
              <a:buFont typeface="+mj-lt"/>
              <a:buAutoNum type="arabicPeriod"/>
            </a:pPr>
            <a:r>
              <a:rPr lang="en-US" sz="1600" dirty="0" err="1"/>
              <a:t>Quản</a:t>
            </a:r>
            <a:r>
              <a:rPr lang="en-US" sz="1600" dirty="0"/>
              <a:t> </a:t>
            </a:r>
            <a:r>
              <a:rPr lang="en-US" sz="1600" dirty="0" err="1"/>
              <a:t>lý</a:t>
            </a:r>
            <a:r>
              <a:rPr lang="en-US" sz="1600" dirty="0"/>
              <a:t> </a:t>
            </a:r>
            <a:r>
              <a:rPr lang="en-US" sz="1600" dirty="0" err="1"/>
              <a:t>Giỏ</a:t>
            </a:r>
            <a:r>
              <a:rPr lang="en-US" sz="1600" dirty="0"/>
              <a:t> </a:t>
            </a:r>
            <a:r>
              <a:rPr lang="en-US" sz="1600" dirty="0" err="1"/>
              <a:t>hàng</a:t>
            </a:r>
            <a:endParaRPr lang="en-US" sz="1600" dirty="0"/>
          </a:p>
          <a:p>
            <a:pPr marL="342900" indent="-342900">
              <a:buFont typeface="+mj-lt"/>
              <a:buAutoNum type="arabicPeriod"/>
            </a:pPr>
            <a:r>
              <a:rPr lang="en-US" sz="1600" dirty="0"/>
              <a:t>Thanh </a:t>
            </a:r>
            <a:r>
              <a:rPr lang="en-US" sz="1600" dirty="0" err="1"/>
              <a:t>toán</a:t>
            </a:r>
            <a:endParaRPr lang="en-US" sz="1600" dirty="0"/>
          </a:p>
          <a:p>
            <a:pPr marL="342900" indent="-342900">
              <a:buFont typeface="+mj-lt"/>
              <a:buAutoNum type="arabicPeriod"/>
            </a:pPr>
            <a:r>
              <a:rPr lang="en-US" sz="1600" dirty="0" err="1"/>
              <a:t>Xác</a:t>
            </a:r>
            <a:r>
              <a:rPr lang="en-US" sz="1600" dirty="0"/>
              <a:t> </a:t>
            </a:r>
            <a:r>
              <a:rPr lang="en-US" sz="1600" dirty="0" err="1"/>
              <a:t>nhận</a:t>
            </a:r>
            <a:r>
              <a:rPr lang="en-US" sz="1600" dirty="0"/>
              <a:t> </a:t>
            </a:r>
            <a:r>
              <a:rPr lang="en-US" sz="1600" dirty="0" err="1"/>
              <a:t>đơn</a:t>
            </a:r>
            <a:r>
              <a:rPr lang="en-US" sz="1600" dirty="0"/>
              <a:t> </a:t>
            </a:r>
            <a:r>
              <a:rPr lang="en-US" sz="1600" dirty="0" err="1"/>
              <a:t>hàng</a:t>
            </a:r>
            <a:endParaRPr lang="en-US" sz="1600" dirty="0"/>
          </a:p>
          <a:p>
            <a:pPr marL="342900" indent="-342900">
              <a:buFont typeface="+mj-lt"/>
              <a:buAutoNum type="arabicPeriod"/>
            </a:pPr>
            <a:r>
              <a:rPr lang="en-US" sz="1600" dirty="0" err="1"/>
              <a:t>Tra</a:t>
            </a:r>
            <a:r>
              <a:rPr lang="en-US" sz="1600" dirty="0"/>
              <a:t> </a:t>
            </a:r>
            <a:r>
              <a:rPr lang="en-US" sz="1600" dirty="0" err="1"/>
              <a:t>cứu</a:t>
            </a:r>
            <a:r>
              <a:rPr lang="en-US" sz="1600" dirty="0"/>
              <a:t> </a:t>
            </a:r>
            <a:r>
              <a:rPr lang="en-US" sz="1600" dirty="0" err="1"/>
              <a:t>Lịch</a:t>
            </a:r>
            <a:r>
              <a:rPr lang="en-US" sz="1600" dirty="0"/>
              <a:t> </a:t>
            </a:r>
            <a:r>
              <a:rPr lang="en-US" sz="1600" dirty="0" err="1"/>
              <a:t>sử</a:t>
            </a:r>
            <a:r>
              <a:rPr lang="en-US" sz="1600" dirty="0"/>
              <a:t> </a:t>
            </a:r>
            <a:r>
              <a:rPr lang="en-US" sz="1600" dirty="0" err="1"/>
              <a:t>mua</a:t>
            </a:r>
            <a:r>
              <a:rPr lang="en-US" sz="1600" dirty="0"/>
              <a:t> </a:t>
            </a:r>
            <a:r>
              <a:rPr lang="en-US" sz="1600" dirty="0" err="1"/>
              <a:t>hàng</a:t>
            </a:r>
            <a:endParaRPr lang="en-US" sz="1600" dirty="0"/>
          </a:p>
          <a:p>
            <a:pPr marL="342900" indent="-342900">
              <a:buFont typeface="+mj-lt"/>
              <a:buAutoNum type="arabicPeriod"/>
            </a:pPr>
            <a:r>
              <a:rPr lang="en-US" sz="1600" dirty="0" err="1"/>
              <a:t>Đăng</a:t>
            </a:r>
            <a:r>
              <a:rPr lang="en-US" sz="1600" dirty="0"/>
              <a:t> </a:t>
            </a:r>
            <a:r>
              <a:rPr lang="en-US" sz="1600" dirty="0" err="1"/>
              <a:t>ký</a:t>
            </a:r>
            <a:r>
              <a:rPr lang="en-US" sz="1600" dirty="0"/>
              <a:t>, </a:t>
            </a:r>
            <a:r>
              <a:rPr lang="en-US" sz="1600" dirty="0" err="1"/>
              <a:t>Đăng</a:t>
            </a:r>
            <a:r>
              <a:rPr lang="en-US" sz="1600" dirty="0"/>
              <a:t> </a:t>
            </a:r>
            <a:r>
              <a:rPr lang="en-US" sz="1600" dirty="0" err="1"/>
              <a:t>nhập</a:t>
            </a:r>
            <a:r>
              <a:rPr lang="en-US" sz="1600" dirty="0"/>
              <a:t>, </a:t>
            </a:r>
            <a:r>
              <a:rPr lang="en-US" sz="1600" dirty="0" err="1"/>
              <a:t>Đăng</a:t>
            </a:r>
            <a:r>
              <a:rPr lang="en-US" sz="1600" dirty="0"/>
              <a:t> </a:t>
            </a:r>
            <a:r>
              <a:rPr lang="en-US" sz="1600" dirty="0" err="1"/>
              <a:t>xuất</a:t>
            </a:r>
            <a:endParaRPr lang="en-US" sz="1600" dirty="0"/>
          </a:p>
        </p:txBody>
      </p:sp>
    </p:spTree>
    <p:extLst>
      <p:ext uri="{BB962C8B-B14F-4D97-AF65-F5344CB8AC3E}">
        <p14:creationId xmlns:p14="http://schemas.microsoft.com/office/powerpoint/2010/main" val="1324948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1A924E-452A-BED4-3C3E-A613F410887A}"/>
              </a:ext>
            </a:extLst>
          </p:cNvPr>
          <p:cNvSpPr>
            <a:spLocks noGrp="1"/>
          </p:cNvSpPr>
          <p:nvPr>
            <p:ph type="title"/>
          </p:nvPr>
        </p:nvSpPr>
        <p:spPr>
          <a:xfrm>
            <a:off x="74612" y="76200"/>
            <a:ext cx="12039600" cy="762000"/>
          </a:xfrm>
        </p:spPr>
        <p:txBody>
          <a:bodyPr>
            <a:normAutofit/>
          </a:bodyPr>
          <a:lstStyle/>
          <a:p>
            <a:r>
              <a:rPr lang="en-US" dirty="0" err="1"/>
              <a:t>Phân</a:t>
            </a:r>
            <a:r>
              <a:rPr lang="en-US" dirty="0"/>
              <a:t> chia </a:t>
            </a:r>
            <a:r>
              <a:rPr lang="en-US" dirty="0" err="1"/>
              <a:t>chức</a:t>
            </a:r>
            <a:r>
              <a:rPr lang="en-US" dirty="0"/>
              <a:t> </a:t>
            </a:r>
            <a:r>
              <a:rPr lang="en-US" dirty="0" err="1"/>
              <a:t>năng</a:t>
            </a:r>
            <a:endParaRPr lang="en-US" dirty="0"/>
          </a:p>
        </p:txBody>
      </p:sp>
      <p:graphicFrame>
        <p:nvGraphicFramePr>
          <p:cNvPr id="7" name="Content Placeholder 6">
            <a:extLst>
              <a:ext uri="{FF2B5EF4-FFF2-40B4-BE49-F238E27FC236}">
                <a16:creationId xmlns:a16="http://schemas.microsoft.com/office/drawing/2014/main" id="{0E3ADCBB-88DE-DA32-806D-61C52EAD292F}"/>
              </a:ext>
            </a:extLst>
          </p:cNvPr>
          <p:cNvGraphicFramePr>
            <a:graphicFrameLocks noGrp="1"/>
          </p:cNvGraphicFramePr>
          <p:nvPr>
            <p:ph idx="1"/>
            <p:extLst>
              <p:ext uri="{D42A27DB-BD31-4B8C-83A1-F6EECF244321}">
                <p14:modId xmlns:p14="http://schemas.microsoft.com/office/powerpoint/2010/main" val="1144977930"/>
              </p:ext>
            </p:extLst>
          </p:nvPr>
        </p:nvGraphicFramePr>
        <p:xfrm>
          <a:off x="912812" y="833967"/>
          <a:ext cx="10363200" cy="5852160"/>
        </p:xfrm>
        <a:graphic>
          <a:graphicData uri="http://schemas.openxmlformats.org/drawingml/2006/table">
            <a:tbl>
              <a:tblPr firstRow="1" bandRow="1">
                <a:tableStyleId>{073A0DAA-6AF3-43AB-8588-CEC1D06C72B9}</a:tableStyleId>
              </a:tblPr>
              <a:tblGrid>
                <a:gridCol w="5638800">
                  <a:extLst>
                    <a:ext uri="{9D8B030D-6E8A-4147-A177-3AD203B41FA5}">
                      <a16:colId xmlns:a16="http://schemas.microsoft.com/office/drawing/2014/main" val="4042097973"/>
                    </a:ext>
                  </a:extLst>
                </a:gridCol>
                <a:gridCol w="2209800">
                  <a:extLst>
                    <a:ext uri="{9D8B030D-6E8A-4147-A177-3AD203B41FA5}">
                      <a16:colId xmlns:a16="http://schemas.microsoft.com/office/drawing/2014/main" val="3908448571"/>
                    </a:ext>
                  </a:extLst>
                </a:gridCol>
                <a:gridCol w="2514600">
                  <a:extLst>
                    <a:ext uri="{9D8B030D-6E8A-4147-A177-3AD203B41FA5}">
                      <a16:colId xmlns:a16="http://schemas.microsoft.com/office/drawing/2014/main" val="2480820677"/>
                    </a:ext>
                  </a:extLst>
                </a:gridCol>
              </a:tblGrid>
              <a:tr h="370840">
                <a:tc>
                  <a:txBody>
                    <a:bodyPr/>
                    <a:lstStyle/>
                    <a:p>
                      <a:r>
                        <a:rPr lang="en-US" dirty="0" err="1"/>
                        <a:t>Chức</a:t>
                      </a:r>
                      <a:r>
                        <a:rPr lang="en-US" dirty="0"/>
                        <a:t> </a:t>
                      </a:r>
                      <a:r>
                        <a:rPr lang="en-US" dirty="0" err="1"/>
                        <a:t>năng</a:t>
                      </a:r>
                      <a:endParaRPr lang="en-US" dirty="0"/>
                    </a:p>
                  </a:txBody>
                  <a:tcPr/>
                </a:tc>
                <a:tc>
                  <a:txBody>
                    <a:bodyPr/>
                    <a:lstStyle/>
                    <a:p>
                      <a:r>
                        <a:rPr lang="en-US" dirty="0"/>
                        <a:t>Controller</a:t>
                      </a:r>
                    </a:p>
                  </a:txBody>
                  <a:tcPr/>
                </a:tc>
                <a:tc>
                  <a:txBody>
                    <a:bodyPr/>
                    <a:lstStyle/>
                    <a:p>
                      <a:r>
                        <a:rPr lang="en-US" dirty="0"/>
                        <a:t>Action</a:t>
                      </a:r>
                    </a:p>
                  </a:txBody>
                  <a:tcPr/>
                </a:tc>
                <a:extLst>
                  <a:ext uri="{0D108BD9-81ED-4DB2-BD59-A6C34878D82A}">
                    <a16:rowId xmlns:a16="http://schemas.microsoft.com/office/drawing/2014/main" val="2172156671"/>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a:t>Trang </a:t>
                      </a:r>
                      <a:r>
                        <a:rPr lang="en-US" sz="1600" dirty="0" err="1"/>
                        <a:t>CustomerLayout</a:t>
                      </a:r>
                      <a:endParaRPr lang="en-US" sz="1600" dirty="0"/>
                    </a:p>
                  </a:txBody>
                  <a:tcPr/>
                </a:tc>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4257089929"/>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Đăng</a:t>
                      </a:r>
                      <a:r>
                        <a:rPr lang="en-US" sz="1600" dirty="0"/>
                        <a:t> </a:t>
                      </a:r>
                      <a:r>
                        <a:rPr lang="en-US" sz="1600" dirty="0" err="1"/>
                        <a:t>ký</a:t>
                      </a:r>
                      <a:r>
                        <a:rPr lang="en-US" sz="1600" dirty="0"/>
                        <a:t> </a:t>
                      </a:r>
                      <a:r>
                        <a:rPr lang="en-US" sz="1600" dirty="0" err="1"/>
                        <a:t>tài</a:t>
                      </a:r>
                      <a:r>
                        <a:rPr lang="en-US" sz="1600" dirty="0"/>
                        <a:t> </a:t>
                      </a:r>
                      <a:r>
                        <a:rPr lang="en-US" sz="1600" dirty="0" err="1"/>
                        <a:t>khoản</a:t>
                      </a:r>
                      <a:r>
                        <a:rPr lang="en-US" sz="1600" dirty="0"/>
                        <a:t> </a:t>
                      </a:r>
                      <a:r>
                        <a:rPr lang="en-US" sz="1600" dirty="0" err="1"/>
                        <a:t>khách</a:t>
                      </a:r>
                      <a:r>
                        <a:rPr lang="en-US" sz="1600" dirty="0"/>
                        <a:t> </a:t>
                      </a:r>
                      <a:r>
                        <a:rPr lang="en-US" sz="1600" dirty="0" err="1"/>
                        <a:t>hàng</a:t>
                      </a:r>
                      <a:endParaRPr lang="en-US" sz="1600" dirty="0"/>
                    </a:p>
                  </a:txBody>
                  <a:tcPr/>
                </a:tc>
                <a:tc>
                  <a:txBody>
                    <a:bodyPr/>
                    <a:lstStyle/>
                    <a:p>
                      <a:r>
                        <a:rPr lang="en-US" sz="1600" dirty="0" err="1"/>
                        <a:t>AccountController</a:t>
                      </a:r>
                      <a:endParaRPr lang="en-US" sz="1600" dirty="0"/>
                    </a:p>
                  </a:txBody>
                  <a:tcPr/>
                </a:tc>
                <a:tc>
                  <a:txBody>
                    <a:bodyPr/>
                    <a:lstStyle/>
                    <a:p>
                      <a:r>
                        <a:rPr lang="en-US" sz="1600" dirty="0"/>
                        <a:t>Register</a:t>
                      </a:r>
                    </a:p>
                  </a:txBody>
                  <a:tcPr/>
                </a:tc>
                <a:extLst>
                  <a:ext uri="{0D108BD9-81ED-4DB2-BD59-A6C34878D82A}">
                    <a16:rowId xmlns:a16="http://schemas.microsoft.com/office/drawing/2014/main" val="4049986056"/>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Đăng</a:t>
                      </a:r>
                      <a:r>
                        <a:rPr lang="en-US" sz="1600" dirty="0"/>
                        <a:t> </a:t>
                      </a:r>
                      <a:r>
                        <a:rPr lang="en-US" sz="1600" dirty="0" err="1"/>
                        <a:t>nhập</a:t>
                      </a:r>
                      <a:r>
                        <a:rPr lang="en-US" sz="1600" dirty="0"/>
                        <a:t>, </a:t>
                      </a:r>
                      <a:r>
                        <a:rPr lang="en-US" sz="1600" dirty="0" err="1"/>
                        <a:t>Đăng</a:t>
                      </a:r>
                      <a:r>
                        <a:rPr lang="en-US" sz="1600" dirty="0"/>
                        <a:t> </a:t>
                      </a:r>
                      <a:r>
                        <a:rPr lang="en-US" sz="1600" dirty="0" err="1"/>
                        <a:t>xuất</a:t>
                      </a:r>
                      <a:r>
                        <a:rPr lang="en-US" sz="1600" dirty="0"/>
                        <a:t> </a:t>
                      </a:r>
                      <a:r>
                        <a:rPr lang="en-US" sz="1600" dirty="0" err="1"/>
                        <a:t>tài</a:t>
                      </a:r>
                      <a:r>
                        <a:rPr lang="en-US" sz="1600" dirty="0"/>
                        <a:t> </a:t>
                      </a:r>
                      <a:r>
                        <a:rPr lang="en-US" sz="1600" dirty="0" err="1"/>
                        <a:t>khoản</a:t>
                      </a:r>
                      <a:r>
                        <a:rPr lang="en-US" sz="1600" dirty="0"/>
                        <a:t> </a:t>
                      </a:r>
                      <a:r>
                        <a:rPr lang="en-US" sz="1600" dirty="0" err="1"/>
                        <a:t>khách</a:t>
                      </a:r>
                      <a:r>
                        <a:rPr lang="en-US" sz="1600" dirty="0"/>
                        <a:t> </a:t>
                      </a:r>
                      <a:r>
                        <a:rPr lang="en-US" sz="1600" dirty="0" err="1"/>
                        <a:t>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err="1"/>
                        <a:t>AccountController</a:t>
                      </a:r>
                      <a:endParaRPr lang="en-US" sz="1600" dirty="0"/>
                    </a:p>
                  </a:txBody>
                  <a:tcPr/>
                </a:tc>
                <a:tc>
                  <a:txBody>
                    <a:bodyPr/>
                    <a:lstStyle/>
                    <a:p>
                      <a:r>
                        <a:rPr lang="en-US" sz="1600" dirty="0"/>
                        <a:t>Login</a:t>
                      </a:r>
                    </a:p>
                  </a:txBody>
                  <a:tcPr/>
                </a:tc>
                <a:extLst>
                  <a:ext uri="{0D108BD9-81ED-4DB2-BD59-A6C34878D82A}">
                    <a16:rowId xmlns:a16="http://schemas.microsoft.com/office/drawing/2014/main" val="2625620156"/>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Chỉnh</a:t>
                      </a:r>
                      <a:r>
                        <a:rPr lang="en-US" sz="1600" dirty="0"/>
                        <a:t> </a:t>
                      </a:r>
                      <a:r>
                        <a:rPr lang="en-US" sz="1600" dirty="0" err="1"/>
                        <a:t>sửa</a:t>
                      </a:r>
                      <a:r>
                        <a:rPr lang="en-US" sz="1600" dirty="0"/>
                        <a:t> </a:t>
                      </a:r>
                      <a:r>
                        <a:rPr lang="en-US" sz="1600" dirty="0" err="1"/>
                        <a:t>thông</a:t>
                      </a:r>
                      <a:r>
                        <a:rPr lang="en-US" sz="1600" dirty="0"/>
                        <a:t> tin </a:t>
                      </a:r>
                      <a:r>
                        <a:rPr lang="en-US" sz="1600" dirty="0" err="1"/>
                        <a:t>tài</a:t>
                      </a:r>
                      <a:r>
                        <a:rPr lang="en-US" sz="1600" dirty="0"/>
                        <a:t> </a:t>
                      </a:r>
                      <a:r>
                        <a:rPr lang="en-US" sz="1600" dirty="0" err="1"/>
                        <a:t>khoản</a:t>
                      </a:r>
                      <a:r>
                        <a:rPr lang="en-US" sz="1600" dirty="0"/>
                        <a:t> </a:t>
                      </a:r>
                      <a:r>
                        <a:rPr lang="en-US" sz="1600" dirty="0" err="1"/>
                        <a:t>khách</a:t>
                      </a:r>
                      <a:r>
                        <a:rPr lang="en-US" sz="1600" dirty="0"/>
                        <a:t> </a:t>
                      </a:r>
                      <a:r>
                        <a:rPr lang="en-US" sz="1600" dirty="0" err="1"/>
                        <a:t>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err="1"/>
                        <a:t>AccountController</a:t>
                      </a:r>
                      <a:endParaRPr lang="en-US" sz="1600" dirty="0"/>
                    </a:p>
                  </a:txBody>
                  <a:tcPr/>
                </a:tc>
                <a:tc>
                  <a:txBody>
                    <a:bodyPr/>
                    <a:lstStyle/>
                    <a:p>
                      <a:r>
                        <a:rPr lang="en-US" sz="1600" dirty="0"/>
                        <a:t>Edit</a:t>
                      </a:r>
                    </a:p>
                  </a:txBody>
                  <a:tcPr/>
                </a:tc>
                <a:extLst>
                  <a:ext uri="{0D108BD9-81ED-4DB2-BD59-A6C34878D82A}">
                    <a16:rowId xmlns:a16="http://schemas.microsoft.com/office/drawing/2014/main" val="2418625003"/>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Đăng</a:t>
                      </a:r>
                      <a:r>
                        <a:rPr lang="en-US" sz="1600" dirty="0"/>
                        <a:t> </a:t>
                      </a:r>
                      <a:r>
                        <a:rPr lang="en-US" sz="1600" dirty="0" err="1"/>
                        <a:t>xuất</a:t>
                      </a:r>
                      <a:r>
                        <a:rPr lang="en-US" sz="1600" dirty="0"/>
                        <a:t> </a:t>
                      </a:r>
                      <a:r>
                        <a:rPr lang="en-US" sz="1600" dirty="0" err="1"/>
                        <a:t>tài</a:t>
                      </a:r>
                      <a:r>
                        <a:rPr lang="en-US" sz="1600" dirty="0"/>
                        <a:t> </a:t>
                      </a:r>
                      <a:r>
                        <a:rPr lang="en-US" sz="1600" dirty="0" err="1"/>
                        <a:t>khoản</a:t>
                      </a:r>
                      <a:r>
                        <a:rPr lang="en-US" sz="1600" dirty="0"/>
                        <a:t> </a:t>
                      </a:r>
                      <a:r>
                        <a:rPr lang="en-US" sz="1600" dirty="0" err="1"/>
                        <a:t>khách</a:t>
                      </a:r>
                      <a:r>
                        <a:rPr lang="en-US" sz="1600" dirty="0"/>
                        <a:t> </a:t>
                      </a:r>
                      <a:r>
                        <a:rPr lang="en-US" sz="1600" dirty="0" err="1"/>
                        <a:t>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err="1"/>
                        <a:t>AccountController</a:t>
                      </a:r>
                      <a:endParaRPr lang="en-US" sz="1600" dirty="0"/>
                    </a:p>
                  </a:txBody>
                  <a:tcPr/>
                </a:tc>
                <a:tc>
                  <a:txBody>
                    <a:bodyPr/>
                    <a:lstStyle/>
                    <a:p>
                      <a:r>
                        <a:rPr lang="en-US" sz="1600" dirty="0"/>
                        <a:t>Logout</a:t>
                      </a:r>
                    </a:p>
                  </a:txBody>
                  <a:tcPr/>
                </a:tc>
                <a:extLst>
                  <a:ext uri="{0D108BD9-81ED-4DB2-BD59-A6C34878D82A}">
                    <a16:rowId xmlns:a16="http://schemas.microsoft.com/office/drawing/2014/main" val="3668990951"/>
                  </a:ext>
                </a:extLst>
              </a:tr>
              <a:tr h="370840">
                <a:tc>
                  <a:txBody>
                    <a:bodyPr/>
                    <a:lstStyle/>
                    <a:p>
                      <a:pPr marL="0" indent="0">
                        <a:buFont typeface="+mj-lt"/>
                        <a:buNone/>
                      </a:pPr>
                      <a:r>
                        <a:rPr lang="en-US" sz="1600" dirty="0" err="1"/>
                        <a:t>Xem</a:t>
                      </a:r>
                      <a:r>
                        <a:rPr lang="en-US" sz="1600" dirty="0"/>
                        <a:t> </a:t>
                      </a:r>
                      <a:r>
                        <a:rPr lang="en-US" sz="1600" dirty="0" err="1"/>
                        <a:t>trang</a:t>
                      </a:r>
                      <a:r>
                        <a:rPr lang="en-US" sz="1600" dirty="0"/>
                        <a:t> Home (</a:t>
                      </a:r>
                      <a:r>
                        <a:rPr lang="en-US" sz="1600" dirty="0" err="1"/>
                        <a:t>thiết</a:t>
                      </a:r>
                      <a:r>
                        <a:rPr lang="en-US" sz="1600" dirty="0"/>
                        <a:t> </a:t>
                      </a:r>
                      <a:r>
                        <a:rPr lang="en-US" sz="1600" dirty="0" err="1"/>
                        <a:t>kế</a:t>
                      </a:r>
                      <a:r>
                        <a:rPr lang="en-US" sz="1600" dirty="0"/>
                        <a:t> </a:t>
                      </a:r>
                      <a:r>
                        <a:rPr lang="en-US" sz="1600" dirty="0" err="1"/>
                        <a:t>theo</a:t>
                      </a:r>
                      <a:r>
                        <a:rPr lang="en-US" sz="1600" dirty="0"/>
                        <a:t> 01 </a:t>
                      </a:r>
                      <a:r>
                        <a:rPr lang="en-US" sz="1600" dirty="0" err="1"/>
                        <a:t>trong</a:t>
                      </a:r>
                      <a:r>
                        <a:rPr lang="en-US" sz="1600" dirty="0"/>
                        <a:t> </a:t>
                      </a:r>
                      <a:r>
                        <a:rPr lang="en-US" sz="1600" dirty="0" err="1"/>
                        <a:t>các</a:t>
                      </a:r>
                      <a:r>
                        <a:rPr lang="en-US" sz="1600" dirty="0"/>
                        <a:t> </a:t>
                      </a:r>
                      <a:r>
                        <a:rPr lang="en-US" sz="1600" dirty="0" err="1"/>
                        <a:t>mẫu</a:t>
                      </a:r>
                      <a:r>
                        <a:rPr lang="en-US" sz="1600" dirty="0"/>
                        <a:t> </a:t>
                      </a:r>
                      <a:r>
                        <a:rPr lang="en-US" sz="1600" dirty="0" err="1"/>
                        <a:t>đã</a:t>
                      </a:r>
                      <a:r>
                        <a:rPr lang="en-US" sz="1600" dirty="0"/>
                        <a:t> </a:t>
                      </a:r>
                      <a:r>
                        <a:rPr lang="en-US" sz="1600" dirty="0" err="1"/>
                        <a:t>cho</a:t>
                      </a:r>
                      <a:r>
                        <a:rPr lang="en-US" sz="1600" dirty="0"/>
                        <a:t>)</a:t>
                      </a:r>
                    </a:p>
                    <a:p>
                      <a:pPr marL="0" indent="0">
                        <a:buFont typeface="+mj-lt"/>
                        <a:buNone/>
                      </a:pPr>
                      <a:r>
                        <a:rPr lang="en-US" sz="1600" dirty="0" err="1"/>
                        <a:t>Tìm</a:t>
                      </a:r>
                      <a:r>
                        <a:rPr lang="en-US" sz="1600" dirty="0"/>
                        <a:t> </a:t>
                      </a:r>
                      <a:r>
                        <a:rPr lang="en-US" sz="1600" dirty="0" err="1"/>
                        <a:t>kiếm</a:t>
                      </a:r>
                      <a:r>
                        <a:rPr lang="en-US" sz="1600" dirty="0"/>
                        <a:t>, </a:t>
                      </a:r>
                      <a:r>
                        <a:rPr lang="en-US" sz="1600" dirty="0" err="1"/>
                        <a:t>phân</a:t>
                      </a:r>
                      <a:r>
                        <a:rPr lang="en-US" sz="1600" dirty="0"/>
                        <a:t> </a:t>
                      </a:r>
                      <a:r>
                        <a:rPr lang="en-US" sz="1600" dirty="0" err="1"/>
                        <a:t>trang</a:t>
                      </a:r>
                      <a:r>
                        <a:rPr lang="en-US" sz="1600" dirty="0"/>
                        <a:t> </a:t>
                      </a:r>
                      <a:r>
                        <a:rPr lang="en-US" sz="1600" dirty="0" err="1"/>
                        <a:t>kết</a:t>
                      </a:r>
                      <a:r>
                        <a:rPr lang="en-US" sz="1600" dirty="0"/>
                        <a:t> </a:t>
                      </a:r>
                      <a:r>
                        <a:rPr lang="en-US" sz="1600" dirty="0" err="1"/>
                        <a:t>quả</a:t>
                      </a:r>
                      <a:r>
                        <a:rPr lang="en-US" sz="1600" dirty="0"/>
                        <a:t> </a:t>
                      </a:r>
                      <a:r>
                        <a:rPr lang="en-US" sz="1600" dirty="0" err="1"/>
                        <a:t>tìm</a:t>
                      </a:r>
                      <a:r>
                        <a:rPr lang="en-US" sz="1600" dirty="0"/>
                        <a:t> </a:t>
                      </a:r>
                      <a:r>
                        <a:rPr lang="en-US" sz="1600" dirty="0" err="1"/>
                        <a:t>kiếm</a:t>
                      </a:r>
                      <a:r>
                        <a:rPr lang="en-US" sz="1600" dirty="0"/>
                        <a:t> </a:t>
                      </a:r>
                      <a:r>
                        <a:rPr lang="en-US" sz="1600" dirty="0" err="1"/>
                        <a:t>sản</a:t>
                      </a:r>
                      <a:r>
                        <a:rPr lang="en-US" sz="1600" dirty="0"/>
                        <a:t> </a:t>
                      </a:r>
                      <a:r>
                        <a:rPr lang="en-US" sz="1600" dirty="0" err="1"/>
                        <a:t>phẩm</a:t>
                      </a:r>
                      <a:endParaRPr lang="en-US" sz="1600" dirty="0"/>
                    </a:p>
                  </a:txBody>
                  <a:tcPr/>
                </a:tc>
                <a:tc>
                  <a:txBody>
                    <a:bodyPr/>
                    <a:lstStyle/>
                    <a:p>
                      <a:r>
                        <a:rPr lang="en-US" sz="1600" dirty="0" err="1"/>
                        <a:t>HomeController</a:t>
                      </a:r>
                      <a:endParaRPr lang="en-US" sz="1600" dirty="0"/>
                    </a:p>
                  </a:txBody>
                  <a:tcPr/>
                </a:tc>
                <a:tc>
                  <a:txBody>
                    <a:bodyPr/>
                    <a:lstStyle/>
                    <a:p>
                      <a:r>
                        <a:rPr lang="en-US" sz="1600" dirty="0"/>
                        <a:t>Index</a:t>
                      </a:r>
                    </a:p>
                  </a:txBody>
                  <a:tcPr/>
                </a:tc>
                <a:extLst>
                  <a:ext uri="{0D108BD9-81ED-4DB2-BD59-A6C34878D82A}">
                    <a16:rowId xmlns:a16="http://schemas.microsoft.com/office/drawing/2014/main" val="807232507"/>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Xem</a:t>
                      </a:r>
                      <a:r>
                        <a:rPr lang="en-US" sz="1600" dirty="0"/>
                        <a:t> Danh </a:t>
                      </a:r>
                      <a:r>
                        <a:rPr lang="en-US" sz="1600" dirty="0" err="1"/>
                        <a:t>sách</a:t>
                      </a:r>
                      <a:r>
                        <a:rPr lang="en-US" sz="1600" dirty="0"/>
                        <a:t> </a:t>
                      </a:r>
                      <a:r>
                        <a:rPr lang="en-US" sz="1600" dirty="0" err="1"/>
                        <a:t>sản</a:t>
                      </a:r>
                      <a:r>
                        <a:rPr lang="en-US" sz="1600" dirty="0"/>
                        <a:t> </a:t>
                      </a:r>
                      <a:r>
                        <a:rPr lang="en-US" sz="1600" dirty="0" err="1"/>
                        <a:t>phẩm</a:t>
                      </a:r>
                      <a:r>
                        <a:rPr lang="en-US" sz="1600" dirty="0"/>
                        <a:t> </a:t>
                      </a:r>
                      <a:r>
                        <a:rPr lang="en-US" sz="1600" dirty="0" err="1"/>
                        <a:t>theo</a:t>
                      </a:r>
                      <a:r>
                        <a:rPr lang="en-US" sz="1600" dirty="0"/>
                        <a:t> </a:t>
                      </a:r>
                      <a:r>
                        <a:rPr lang="en-US" sz="1600" dirty="0" err="1"/>
                        <a:t>danh</a:t>
                      </a:r>
                      <a:r>
                        <a:rPr lang="en-US" sz="1600" dirty="0"/>
                        <a:t> </a:t>
                      </a:r>
                      <a:r>
                        <a:rPr lang="en-US" sz="1600" dirty="0" err="1"/>
                        <a:t>mục</a:t>
                      </a:r>
                      <a:r>
                        <a:rPr lang="en-US" sz="1600" dirty="0"/>
                        <a:t> (Product List)</a:t>
                      </a:r>
                    </a:p>
                  </a:txBody>
                  <a:tcPr/>
                </a:tc>
                <a:tc>
                  <a:txBody>
                    <a:bodyPr/>
                    <a:lstStyle/>
                    <a:p>
                      <a:r>
                        <a:rPr lang="en-US" sz="1600" dirty="0" err="1"/>
                        <a:t>HomeController</a:t>
                      </a:r>
                      <a:endParaRPr lang="en-US" sz="1600" dirty="0"/>
                    </a:p>
                  </a:txBody>
                  <a:tcPr/>
                </a:tc>
                <a:tc>
                  <a:txBody>
                    <a:bodyPr/>
                    <a:lstStyle/>
                    <a:p>
                      <a:r>
                        <a:rPr lang="en-US" sz="1600" dirty="0" err="1"/>
                        <a:t>ProductList</a:t>
                      </a:r>
                      <a:endParaRPr lang="en-US" sz="1600" dirty="0"/>
                    </a:p>
                  </a:txBody>
                  <a:tcPr/>
                </a:tc>
                <a:extLst>
                  <a:ext uri="{0D108BD9-81ED-4DB2-BD59-A6C34878D82A}">
                    <a16:rowId xmlns:a16="http://schemas.microsoft.com/office/drawing/2014/main" val="1533874132"/>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Xem</a:t>
                      </a:r>
                      <a:r>
                        <a:rPr lang="en-US" sz="1600" dirty="0"/>
                        <a:t> Chi </a:t>
                      </a:r>
                      <a:r>
                        <a:rPr lang="en-US" sz="1600" dirty="0" err="1"/>
                        <a:t>tiết</a:t>
                      </a:r>
                      <a:r>
                        <a:rPr lang="en-US" sz="1600" dirty="0"/>
                        <a:t> </a:t>
                      </a:r>
                      <a:r>
                        <a:rPr lang="en-US" sz="1600" dirty="0" err="1"/>
                        <a:t>sản</a:t>
                      </a:r>
                      <a:r>
                        <a:rPr lang="en-US" sz="1600" dirty="0"/>
                        <a:t> </a:t>
                      </a:r>
                      <a:r>
                        <a:rPr lang="en-US" sz="1600" dirty="0" err="1"/>
                        <a:t>phẩm</a:t>
                      </a:r>
                      <a:r>
                        <a:rPr lang="en-US" sz="1600" dirty="0"/>
                        <a:t> (Product Detail)</a:t>
                      </a:r>
                    </a:p>
                  </a:txBody>
                  <a:tcPr/>
                </a:tc>
                <a:tc>
                  <a:txBody>
                    <a:bodyPr/>
                    <a:lstStyle/>
                    <a:p>
                      <a:r>
                        <a:rPr lang="en-US" sz="1600" dirty="0" err="1"/>
                        <a:t>HomeController</a:t>
                      </a:r>
                      <a:endParaRPr lang="en-US" sz="1600" dirty="0"/>
                    </a:p>
                  </a:txBody>
                  <a:tcPr/>
                </a:tc>
                <a:tc>
                  <a:txBody>
                    <a:bodyPr/>
                    <a:lstStyle/>
                    <a:p>
                      <a:r>
                        <a:rPr lang="en-US" sz="1600" dirty="0" err="1"/>
                        <a:t>ProductDetail</a:t>
                      </a:r>
                      <a:endParaRPr lang="en-US" sz="1600" dirty="0"/>
                    </a:p>
                  </a:txBody>
                  <a:tcPr/>
                </a:tc>
                <a:extLst>
                  <a:ext uri="{0D108BD9-81ED-4DB2-BD59-A6C34878D82A}">
                    <a16:rowId xmlns:a16="http://schemas.microsoft.com/office/drawing/2014/main" val="4239549432"/>
                  </a:ext>
                </a:extLst>
              </a:tr>
              <a:tr h="370840">
                <a:tc>
                  <a:txBody>
                    <a:bodyPr/>
                    <a:lstStyle/>
                    <a:p>
                      <a:pPr marL="0" indent="0">
                        <a:buFont typeface="+mj-lt"/>
                        <a:buNone/>
                      </a:pPr>
                      <a:r>
                        <a:rPr lang="en-US" sz="1600" dirty="0" err="1"/>
                        <a:t>Quản</a:t>
                      </a:r>
                      <a:r>
                        <a:rPr lang="en-US" sz="1600" dirty="0"/>
                        <a:t> </a:t>
                      </a:r>
                      <a:r>
                        <a:rPr lang="en-US" sz="1600" dirty="0" err="1"/>
                        <a:t>lý</a:t>
                      </a:r>
                      <a:r>
                        <a:rPr lang="en-US" sz="1600" dirty="0"/>
                        <a:t> </a:t>
                      </a:r>
                      <a:r>
                        <a:rPr lang="en-US" sz="1600" dirty="0" err="1"/>
                        <a:t>Giỏ</a:t>
                      </a:r>
                      <a:r>
                        <a:rPr lang="en-US" sz="1600" dirty="0"/>
                        <a:t> </a:t>
                      </a:r>
                      <a:r>
                        <a:rPr lang="en-US" sz="1600" dirty="0" err="1"/>
                        <a:t>hàng</a:t>
                      </a:r>
                      <a:endParaRPr lang="en-US" sz="1600" dirty="0"/>
                    </a:p>
                    <a:p>
                      <a:pPr marL="285750" indent="-285750">
                        <a:buFontTx/>
                        <a:buChar char="-"/>
                      </a:pPr>
                      <a:r>
                        <a:rPr lang="en-US" sz="1600" dirty="0" err="1"/>
                        <a:t>Giỏ</a:t>
                      </a:r>
                      <a:r>
                        <a:rPr lang="en-US" sz="1600" dirty="0"/>
                        <a:t> </a:t>
                      </a:r>
                      <a:r>
                        <a:rPr lang="en-US" sz="1600" dirty="0" err="1"/>
                        <a:t>hàng</a:t>
                      </a:r>
                      <a:r>
                        <a:rPr lang="en-US" sz="1600" dirty="0"/>
                        <a:t> </a:t>
                      </a:r>
                      <a:r>
                        <a:rPr lang="en-US" sz="1600" dirty="0" err="1"/>
                        <a:t>đơn</a:t>
                      </a:r>
                      <a:r>
                        <a:rPr lang="en-US" sz="1600" dirty="0"/>
                        <a:t> </a:t>
                      </a:r>
                      <a:r>
                        <a:rPr lang="en-US" sz="1600" dirty="0" err="1"/>
                        <a:t>giản</a:t>
                      </a:r>
                      <a:endParaRPr lang="en-US" sz="1600" dirty="0"/>
                    </a:p>
                    <a:p>
                      <a:pPr marL="285750" indent="-285750">
                        <a:buFontTx/>
                        <a:buChar char="-"/>
                      </a:pPr>
                      <a:r>
                        <a:rPr lang="en-US" sz="1600" dirty="0" err="1"/>
                        <a:t>Giỏ</a:t>
                      </a:r>
                      <a:r>
                        <a:rPr lang="en-US" sz="1600" dirty="0"/>
                        <a:t> </a:t>
                      </a:r>
                      <a:r>
                        <a:rPr lang="en-US" sz="1600" dirty="0" err="1"/>
                        <a:t>hàng</a:t>
                      </a:r>
                      <a:r>
                        <a:rPr lang="en-US" sz="1600" dirty="0"/>
                        <a:t> </a:t>
                      </a:r>
                      <a:r>
                        <a:rPr lang="en-US" sz="1600" dirty="0" err="1"/>
                        <a:t>nâng</a:t>
                      </a:r>
                      <a:r>
                        <a:rPr lang="en-US" sz="1600" dirty="0"/>
                        <a:t> </a:t>
                      </a:r>
                      <a:r>
                        <a:rPr lang="en-US" sz="1600" dirty="0" err="1"/>
                        <a:t>cao</a:t>
                      </a:r>
                      <a:endParaRPr lang="en-US" sz="1600" dirty="0"/>
                    </a:p>
                  </a:txBody>
                  <a:tcPr/>
                </a:tc>
                <a:tc>
                  <a:txBody>
                    <a:bodyPr/>
                    <a:lstStyle/>
                    <a:p>
                      <a:r>
                        <a:rPr lang="en-US" sz="1600" dirty="0" err="1"/>
                        <a:t>CartController</a:t>
                      </a:r>
                      <a:endParaRPr lang="en-US" sz="1600" dirty="0"/>
                    </a:p>
                  </a:txBody>
                  <a:tcPr/>
                </a:tc>
                <a:tc>
                  <a:txBody>
                    <a:bodyPr/>
                    <a:lstStyle/>
                    <a:p>
                      <a:r>
                        <a:rPr lang="en-US" sz="1600" dirty="0"/>
                        <a:t>Index</a:t>
                      </a:r>
                    </a:p>
                  </a:txBody>
                  <a:tcPr/>
                </a:tc>
                <a:extLst>
                  <a:ext uri="{0D108BD9-81ED-4DB2-BD59-A6C34878D82A}">
                    <a16:rowId xmlns:a16="http://schemas.microsoft.com/office/drawing/2014/main" val="3577613969"/>
                  </a:ext>
                </a:extLst>
              </a:tr>
              <a:tr h="370840">
                <a:tc>
                  <a:txBody>
                    <a:bodyPr/>
                    <a:lstStyle/>
                    <a:p>
                      <a:pPr marL="0" indent="0">
                        <a:buFont typeface="+mj-lt"/>
                        <a:buNone/>
                      </a:pPr>
                      <a:r>
                        <a:rPr lang="en-US" sz="1600" dirty="0" err="1"/>
                        <a:t>Đặt</a:t>
                      </a:r>
                      <a:r>
                        <a:rPr lang="en-US" sz="1600" dirty="0"/>
                        <a:t> </a:t>
                      </a:r>
                      <a:r>
                        <a:rPr lang="en-US" sz="1600" dirty="0" err="1"/>
                        <a:t>hàng</a:t>
                      </a:r>
                      <a:endParaRPr lang="en-US" sz="1600" dirty="0"/>
                    </a:p>
                  </a:txBody>
                  <a:tcPr/>
                </a:tc>
                <a:tc>
                  <a:txBody>
                    <a:bodyPr/>
                    <a:lstStyle/>
                    <a:p>
                      <a:r>
                        <a:rPr lang="en-US" sz="1600" dirty="0" err="1"/>
                        <a:t>OrderController</a:t>
                      </a:r>
                      <a:endParaRPr lang="en-US" sz="1600" dirty="0"/>
                    </a:p>
                  </a:txBody>
                  <a:tcPr/>
                </a:tc>
                <a:tc>
                  <a:txBody>
                    <a:bodyPr/>
                    <a:lstStyle/>
                    <a:p>
                      <a:r>
                        <a:rPr lang="en-US" sz="1600" dirty="0"/>
                        <a:t>Checkout</a:t>
                      </a:r>
                    </a:p>
                  </a:txBody>
                  <a:tcPr/>
                </a:tc>
                <a:extLst>
                  <a:ext uri="{0D108BD9-81ED-4DB2-BD59-A6C34878D82A}">
                    <a16:rowId xmlns:a16="http://schemas.microsoft.com/office/drawing/2014/main" val="3536066557"/>
                  </a:ext>
                </a:extLst>
              </a:tr>
              <a:tr h="370840">
                <a:tc>
                  <a:txBody>
                    <a:bodyPr/>
                    <a:lstStyle/>
                    <a:p>
                      <a:pPr marL="0" indent="0">
                        <a:buFont typeface="+mj-lt"/>
                        <a:buNone/>
                      </a:pPr>
                      <a:r>
                        <a:rPr lang="en-US" sz="1600" dirty="0" err="1"/>
                        <a:t>Xác</a:t>
                      </a:r>
                      <a:r>
                        <a:rPr lang="en-US" sz="1600" dirty="0"/>
                        <a:t> </a:t>
                      </a:r>
                      <a:r>
                        <a:rPr lang="en-US" sz="1600" dirty="0" err="1"/>
                        <a:t>nhận</a:t>
                      </a:r>
                      <a:r>
                        <a:rPr lang="en-US" sz="1600" dirty="0"/>
                        <a:t> </a:t>
                      </a:r>
                      <a:r>
                        <a:rPr lang="en-US" sz="1600" dirty="0" err="1"/>
                        <a:t>đơn</a:t>
                      </a:r>
                      <a:r>
                        <a:rPr lang="en-US" sz="1600" dirty="0"/>
                        <a:t> </a:t>
                      </a:r>
                      <a:r>
                        <a:rPr lang="en-US" sz="1600" dirty="0" err="1"/>
                        <a:t>hàng</a:t>
                      </a:r>
                      <a:endParaRPr lang="en-US" sz="1600" dirty="0"/>
                    </a:p>
                  </a:txBody>
                  <a:tcPr/>
                </a:tc>
                <a:tc>
                  <a:txBody>
                    <a:bodyPr/>
                    <a:lstStyle/>
                    <a:p>
                      <a:r>
                        <a:rPr lang="en-US" sz="1600" dirty="0" err="1"/>
                        <a:t>OrderController</a:t>
                      </a:r>
                      <a:endParaRPr lang="en-US" sz="1600" dirty="0"/>
                    </a:p>
                  </a:txBody>
                  <a:tcPr/>
                </a:tc>
                <a:tc>
                  <a:txBody>
                    <a:bodyPr/>
                    <a:lstStyle/>
                    <a:p>
                      <a:r>
                        <a:rPr lang="en-US" sz="1600" dirty="0" err="1"/>
                        <a:t>OrderSuccess</a:t>
                      </a:r>
                      <a:endParaRPr lang="en-US" sz="1600" dirty="0"/>
                    </a:p>
                  </a:txBody>
                  <a:tcPr/>
                </a:tc>
                <a:extLst>
                  <a:ext uri="{0D108BD9-81ED-4DB2-BD59-A6C34878D82A}">
                    <a16:rowId xmlns:a16="http://schemas.microsoft.com/office/drawing/2014/main" val="2849316894"/>
                  </a:ext>
                </a:extLst>
              </a:tr>
              <a:tr h="370840">
                <a:tc>
                  <a:txBody>
                    <a:bodyPr/>
                    <a:lstStyle/>
                    <a:p>
                      <a:pPr marL="0" marR="0" lvl="0" indent="0" algn="l" defTabSz="914126" rtl="0" eaLnBrk="1" fontAlgn="auto" latinLnBrk="0" hangingPunct="1">
                        <a:lnSpc>
                          <a:spcPct val="100000"/>
                        </a:lnSpc>
                        <a:spcBef>
                          <a:spcPts val="0"/>
                        </a:spcBef>
                        <a:spcAft>
                          <a:spcPts val="0"/>
                        </a:spcAft>
                        <a:buClrTx/>
                        <a:buSzTx/>
                        <a:buFont typeface="+mj-lt"/>
                        <a:buNone/>
                        <a:tabLst/>
                        <a:defRPr/>
                      </a:pPr>
                      <a:r>
                        <a:rPr lang="en-US" sz="1600" dirty="0" err="1"/>
                        <a:t>Tra</a:t>
                      </a:r>
                      <a:r>
                        <a:rPr lang="en-US" sz="1600" dirty="0"/>
                        <a:t> </a:t>
                      </a:r>
                      <a:r>
                        <a:rPr lang="en-US" sz="1600" dirty="0" err="1"/>
                        <a:t>cứu</a:t>
                      </a:r>
                      <a:r>
                        <a:rPr lang="en-US" sz="1600" dirty="0"/>
                        <a:t> </a:t>
                      </a:r>
                      <a:r>
                        <a:rPr lang="en-US" sz="1600" dirty="0" err="1"/>
                        <a:t>Lịch</a:t>
                      </a:r>
                      <a:r>
                        <a:rPr lang="en-US" sz="1600" dirty="0"/>
                        <a:t> </a:t>
                      </a:r>
                      <a:r>
                        <a:rPr lang="en-US" sz="1600" dirty="0" err="1"/>
                        <a:t>sử</a:t>
                      </a:r>
                      <a:r>
                        <a:rPr lang="en-US" sz="1600" dirty="0"/>
                        <a:t> </a:t>
                      </a:r>
                      <a:r>
                        <a:rPr lang="en-US" sz="1600" dirty="0" err="1"/>
                        <a:t>mua</a:t>
                      </a:r>
                      <a:r>
                        <a:rPr lang="en-US" sz="1600" dirty="0"/>
                        <a:t> </a:t>
                      </a:r>
                      <a:r>
                        <a:rPr lang="en-US" sz="1600" dirty="0" err="1"/>
                        <a:t>hàng</a:t>
                      </a:r>
                      <a:endParaRPr lang="en-US" sz="1600" dirty="0"/>
                    </a:p>
                  </a:txBody>
                  <a:tcPr/>
                </a:tc>
                <a:tc>
                  <a:txBody>
                    <a:bodyPr/>
                    <a:lstStyle/>
                    <a:p>
                      <a:r>
                        <a:rPr lang="en-US" sz="1600" dirty="0" err="1"/>
                        <a:t>OrderController</a:t>
                      </a:r>
                      <a:endParaRPr lang="en-US" sz="1600" dirty="0"/>
                    </a:p>
                  </a:txBody>
                  <a:tcPr/>
                </a:tc>
                <a:tc>
                  <a:txBody>
                    <a:bodyPr/>
                    <a:lstStyle/>
                    <a:p>
                      <a:r>
                        <a:rPr lang="en-US" sz="1600" dirty="0" err="1"/>
                        <a:t>OrderHistory</a:t>
                      </a:r>
                      <a:endParaRPr lang="en-US" sz="1600" dirty="0"/>
                    </a:p>
                  </a:txBody>
                  <a:tcPr/>
                </a:tc>
                <a:extLst>
                  <a:ext uri="{0D108BD9-81ED-4DB2-BD59-A6C34878D82A}">
                    <a16:rowId xmlns:a16="http://schemas.microsoft.com/office/drawing/2014/main" val="1452127190"/>
                  </a:ext>
                </a:extLst>
              </a:tr>
              <a:tr h="370840">
                <a:tc>
                  <a:txBody>
                    <a:bodyPr/>
                    <a:lstStyle/>
                    <a:p>
                      <a:pPr marL="0" indent="0">
                        <a:buFont typeface="+mj-lt"/>
                        <a:buNone/>
                      </a:pPr>
                      <a:r>
                        <a:rPr lang="en-US" sz="1600" dirty="0"/>
                        <a:t>Thanh </a:t>
                      </a:r>
                      <a:r>
                        <a:rPr lang="en-US" sz="1600" dirty="0" err="1"/>
                        <a:t>toán</a:t>
                      </a:r>
                      <a:r>
                        <a:rPr lang="en-US" sz="1600" dirty="0"/>
                        <a:t> </a:t>
                      </a:r>
                      <a:r>
                        <a:rPr lang="en-US" sz="1600" dirty="0" err="1"/>
                        <a:t>bằng</a:t>
                      </a:r>
                      <a:r>
                        <a:rPr lang="en-US" sz="1600" dirty="0"/>
                        <a:t> </a:t>
                      </a:r>
                      <a:r>
                        <a:rPr lang="en-US" sz="1600" dirty="0" err="1"/>
                        <a:t>Paypal</a:t>
                      </a:r>
                      <a:r>
                        <a:rPr lang="en-US" sz="1600" dirty="0"/>
                        <a:t> (optional)</a:t>
                      </a:r>
                    </a:p>
                  </a:txBody>
                  <a:tcPr/>
                </a:tc>
                <a:tc>
                  <a:txBody>
                    <a:bodyPr/>
                    <a:lstStyle/>
                    <a:p>
                      <a:r>
                        <a:rPr lang="en-US" sz="1600" dirty="0" err="1"/>
                        <a:t>PaypalController</a:t>
                      </a:r>
                      <a:endParaRPr lang="en-US" sz="1600" dirty="0"/>
                    </a:p>
                  </a:txBody>
                  <a:tcPr/>
                </a:tc>
                <a:tc>
                  <a:txBody>
                    <a:bodyPr/>
                    <a:lstStyle/>
                    <a:p>
                      <a:r>
                        <a:rPr lang="en-US" sz="1600" dirty="0" err="1"/>
                        <a:t>PaymentWithPaypal</a:t>
                      </a:r>
                      <a:endParaRPr lang="en-US" sz="1600" dirty="0"/>
                    </a:p>
                  </a:txBody>
                  <a:tcPr/>
                </a:tc>
                <a:extLst>
                  <a:ext uri="{0D108BD9-81ED-4DB2-BD59-A6C34878D82A}">
                    <a16:rowId xmlns:a16="http://schemas.microsoft.com/office/drawing/2014/main" val="3867740187"/>
                  </a:ext>
                </a:extLst>
              </a:tr>
            </a:tbl>
          </a:graphicData>
        </a:graphic>
      </p:graphicFrame>
    </p:spTree>
    <p:extLst>
      <p:ext uri="{BB962C8B-B14F-4D97-AF65-F5344CB8AC3E}">
        <p14:creationId xmlns:p14="http://schemas.microsoft.com/office/powerpoint/2010/main" val="1750756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976DE-E665-3F90-84C7-CAFC032C46AA}"/>
              </a:ext>
            </a:extLst>
          </p:cNvPr>
          <p:cNvSpPr>
            <a:spLocks noGrp="1"/>
          </p:cNvSpPr>
          <p:nvPr>
            <p:ph type="title"/>
          </p:nvPr>
        </p:nvSpPr>
        <p:spPr>
          <a:xfrm>
            <a:off x="74612" y="87868"/>
            <a:ext cx="12039600" cy="674132"/>
          </a:xfrm>
        </p:spPr>
        <p:txBody>
          <a:bodyPr>
            <a:noAutofit/>
          </a:bodyPr>
          <a:lstStyle/>
          <a:p>
            <a:r>
              <a:rPr lang="en-US" sz="4400" dirty="0"/>
              <a:t>1. Trang Customer Layout</a:t>
            </a:r>
          </a:p>
        </p:txBody>
      </p:sp>
      <p:sp>
        <p:nvSpPr>
          <p:cNvPr id="4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2737" y="3258717"/>
            <a:ext cx="4480560" cy="18283"/>
          </a:xfrm>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 name="connsiteX0" fmla="*/ 0 w 4480560"/>
              <a:gd name="connsiteY0" fmla="*/ 0 h 18283"/>
              <a:gd name="connsiteX1" fmla="*/ 595274 w 4480560"/>
              <a:gd name="connsiteY1" fmla="*/ 0 h 18283"/>
              <a:gd name="connsiteX2" fmla="*/ 1100938 w 4480560"/>
              <a:gd name="connsiteY2" fmla="*/ 0 h 18283"/>
              <a:gd name="connsiteX3" fmla="*/ 1830629 w 4480560"/>
              <a:gd name="connsiteY3" fmla="*/ 0 h 18283"/>
              <a:gd name="connsiteX4" fmla="*/ 2425903 w 4480560"/>
              <a:gd name="connsiteY4" fmla="*/ 0 h 18283"/>
              <a:gd name="connsiteX5" fmla="*/ 3021178 w 4480560"/>
              <a:gd name="connsiteY5" fmla="*/ 0 h 18283"/>
              <a:gd name="connsiteX6" fmla="*/ 3750869 w 4480560"/>
              <a:gd name="connsiteY6" fmla="*/ 0 h 18283"/>
              <a:gd name="connsiteX7" fmla="*/ 4480560 w 4480560"/>
              <a:gd name="connsiteY7" fmla="*/ 0 h 18283"/>
              <a:gd name="connsiteX8" fmla="*/ 4480560 w 4480560"/>
              <a:gd name="connsiteY8" fmla="*/ 18283 h 18283"/>
              <a:gd name="connsiteX9" fmla="*/ 3930091 w 4480560"/>
              <a:gd name="connsiteY9" fmla="*/ 18283 h 18283"/>
              <a:gd name="connsiteX10" fmla="*/ 3290011 w 4480560"/>
              <a:gd name="connsiteY10" fmla="*/ 18283 h 18283"/>
              <a:gd name="connsiteX11" fmla="*/ 2649931 w 4480560"/>
              <a:gd name="connsiteY11" fmla="*/ 18283 h 18283"/>
              <a:gd name="connsiteX12" fmla="*/ 2054657 w 4480560"/>
              <a:gd name="connsiteY12" fmla="*/ 18283 h 18283"/>
              <a:gd name="connsiteX13" fmla="*/ 1324966 w 4480560"/>
              <a:gd name="connsiteY13" fmla="*/ 18283 h 18283"/>
              <a:gd name="connsiteX14" fmla="*/ 595274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2398" y="6776"/>
                  <a:pt x="4480263" y="12574"/>
                  <a:pt x="4480560" y="18283"/>
                </a:cubicBezTo>
                <a:cubicBezTo>
                  <a:pt x="4305601" y="41515"/>
                  <a:pt x="4025154" y="26457"/>
                  <a:pt x="3840480" y="18283"/>
                </a:cubicBezTo>
                <a:cubicBezTo>
                  <a:pt x="3668919" y="-12336"/>
                  <a:pt x="3556555" y="-12679"/>
                  <a:pt x="3290011" y="18283"/>
                </a:cubicBezTo>
                <a:cubicBezTo>
                  <a:pt x="2991827" y="18167"/>
                  <a:pt x="2862038" y="-22527"/>
                  <a:pt x="2560320" y="18283"/>
                </a:cubicBezTo>
                <a:cubicBezTo>
                  <a:pt x="2273396" y="37371"/>
                  <a:pt x="2159701" y="39993"/>
                  <a:pt x="1965046" y="18283"/>
                </a:cubicBezTo>
                <a:cubicBezTo>
                  <a:pt x="1785994" y="29183"/>
                  <a:pt x="1686680" y="52315"/>
                  <a:pt x="1459382" y="18283"/>
                </a:cubicBezTo>
                <a:cubicBezTo>
                  <a:pt x="1260610" y="4965"/>
                  <a:pt x="913962" y="31527"/>
                  <a:pt x="774497" y="18283"/>
                </a:cubicBezTo>
                <a:cubicBezTo>
                  <a:pt x="689426" y="1848"/>
                  <a:pt x="378264" y="6318"/>
                  <a:pt x="0" y="18283"/>
                </a:cubicBezTo>
                <a:cubicBezTo>
                  <a:pt x="65" y="12033"/>
                  <a:pt x="-93" y="4430"/>
                  <a:pt x="0" y="0"/>
                </a:cubicBezTo>
                <a:close/>
              </a:path>
              <a:path w="4480560" h="18283"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501" y="6202"/>
                  <a:pt x="4480230" y="10215"/>
                  <a:pt x="4480560" y="18283"/>
                </a:cubicBezTo>
                <a:cubicBezTo>
                  <a:pt x="4261480" y="-5436"/>
                  <a:pt x="4206199" y="33096"/>
                  <a:pt x="3930091" y="18283"/>
                </a:cubicBezTo>
                <a:cubicBezTo>
                  <a:pt x="3666932" y="-10907"/>
                  <a:pt x="3493645" y="19371"/>
                  <a:pt x="3290011" y="18283"/>
                </a:cubicBezTo>
                <a:cubicBezTo>
                  <a:pt x="3137078" y="-36465"/>
                  <a:pt x="2894690" y="-13381"/>
                  <a:pt x="2649931" y="18283"/>
                </a:cubicBezTo>
                <a:cubicBezTo>
                  <a:pt x="2413020" y="25861"/>
                  <a:pt x="2225991" y="-5992"/>
                  <a:pt x="2054657" y="18283"/>
                </a:cubicBezTo>
                <a:cubicBezTo>
                  <a:pt x="1886877" y="42108"/>
                  <a:pt x="1548763" y="49957"/>
                  <a:pt x="1324966" y="18283"/>
                </a:cubicBezTo>
                <a:cubicBezTo>
                  <a:pt x="1040995" y="6464"/>
                  <a:pt x="786929" y="-13088"/>
                  <a:pt x="595274" y="18283"/>
                </a:cubicBezTo>
                <a:cubicBezTo>
                  <a:pt x="371401" y="37398"/>
                  <a:pt x="168483" y="27734"/>
                  <a:pt x="0" y="18283"/>
                </a:cubicBezTo>
                <a:cubicBezTo>
                  <a:pt x="-757" y="9900"/>
                  <a:pt x="1321" y="3818"/>
                  <a:pt x="0" y="0"/>
                </a:cubicBezTo>
                <a:close/>
              </a:path>
              <a:path w="4480560" h="18283"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2288" y="6637"/>
                  <a:pt x="4481597" y="12514"/>
                  <a:pt x="4480560" y="18283"/>
                </a:cubicBezTo>
                <a:cubicBezTo>
                  <a:pt x="4299745" y="12592"/>
                  <a:pt x="4055484" y="58791"/>
                  <a:pt x="3840480" y="18283"/>
                </a:cubicBezTo>
                <a:cubicBezTo>
                  <a:pt x="3665362" y="18971"/>
                  <a:pt x="3548412" y="11099"/>
                  <a:pt x="3290011" y="18283"/>
                </a:cubicBezTo>
                <a:cubicBezTo>
                  <a:pt x="3037450" y="41490"/>
                  <a:pt x="2862123" y="47734"/>
                  <a:pt x="2560320" y="18283"/>
                </a:cubicBezTo>
                <a:cubicBezTo>
                  <a:pt x="2308793" y="11723"/>
                  <a:pt x="2153402" y="-21404"/>
                  <a:pt x="1965046" y="18283"/>
                </a:cubicBezTo>
                <a:cubicBezTo>
                  <a:pt x="1778601" y="30511"/>
                  <a:pt x="1672011" y="28407"/>
                  <a:pt x="1459382" y="18283"/>
                </a:cubicBezTo>
                <a:cubicBezTo>
                  <a:pt x="1212351" y="-5289"/>
                  <a:pt x="906131" y="17426"/>
                  <a:pt x="774497" y="18283"/>
                </a:cubicBezTo>
                <a:cubicBezTo>
                  <a:pt x="636671" y="-42716"/>
                  <a:pt x="331670" y="6272"/>
                  <a:pt x="0" y="18283"/>
                </a:cubicBezTo>
                <a:cubicBezTo>
                  <a:pt x="-1001" y="12215"/>
                  <a:pt x="10" y="439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1301" y="6085"/>
                          <a:pt x="4481091" y="12392"/>
                          <a:pt x="4480560" y="18283"/>
                        </a:cubicBezTo>
                        <a:cubicBezTo>
                          <a:pt x="4314132" y="14919"/>
                          <a:pt x="4028383" y="36627"/>
                          <a:pt x="3840480" y="18283"/>
                        </a:cubicBezTo>
                        <a:cubicBezTo>
                          <a:pt x="3652577" y="-61"/>
                          <a:pt x="3547615" y="2843"/>
                          <a:pt x="3290011" y="18283"/>
                        </a:cubicBezTo>
                        <a:cubicBezTo>
                          <a:pt x="3032407" y="33723"/>
                          <a:pt x="2830268" y="8714"/>
                          <a:pt x="2560320" y="18283"/>
                        </a:cubicBezTo>
                        <a:cubicBezTo>
                          <a:pt x="2290372" y="27852"/>
                          <a:pt x="2147422" y="6723"/>
                          <a:pt x="1965046" y="18283"/>
                        </a:cubicBezTo>
                        <a:cubicBezTo>
                          <a:pt x="1782670" y="29843"/>
                          <a:pt x="1689791" y="40675"/>
                          <a:pt x="1459382" y="18283"/>
                        </a:cubicBezTo>
                        <a:cubicBezTo>
                          <a:pt x="1228973" y="-4109"/>
                          <a:pt x="915486" y="36496"/>
                          <a:pt x="774497" y="18283"/>
                        </a:cubicBezTo>
                        <a:cubicBezTo>
                          <a:pt x="633508" y="70"/>
                          <a:pt x="361442" y="-11112"/>
                          <a:pt x="0" y="18283"/>
                        </a:cubicBezTo>
                        <a:cubicBezTo>
                          <a:pt x="-563" y="11432"/>
                          <a:pt x="-159" y="4269"/>
                          <a:pt x="0" y="0"/>
                        </a:cubicBezTo>
                        <a:close/>
                      </a:path>
                      <a:path w="4480560" h="18283"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452" y="6702"/>
                          <a:pt x="4480053" y="10739"/>
                          <a:pt x="4480560" y="18283"/>
                        </a:cubicBezTo>
                        <a:cubicBezTo>
                          <a:pt x="4279652" y="-6855"/>
                          <a:pt x="4200762" y="41561"/>
                          <a:pt x="3930091" y="18283"/>
                        </a:cubicBezTo>
                        <a:cubicBezTo>
                          <a:pt x="3659420" y="-4995"/>
                          <a:pt x="3456052" y="22289"/>
                          <a:pt x="3290011" y="18283"/>
                        </a:cubicBezTo>
                        <a:cubicBezTo>
                          <a:pt x="3123970" y="14277"/>
                          <a:pt x="2882392" y="32813"/>
                          <a:pt x="2649931" y="18283"/>
                        </a:cubicBezTo>
                        <a:cubicBezTo>
                          <a:pt x="2417470" y="3753"/>
                          <a:pt x="2238426" y="7332"/>
                          <a:pt x="2054657" y="18283"/>
                        </a:cubicBezTo>
                        <a:cubicBezTo>
                          <a:pt x="1870888" y="29234"/>
                          <a:pt x="1566368" y="45035"/>
                          <a:pt x="1324966" y="18283"/>
                        </a:cubicBezTo>
                        <a:cubicBezTo>
                          <a:pt x="1083564" y="-8469"/>
                          <a:pt x="787410" y="10941"/>
                          <a:pt x="595274" y="18283"/>
                        </a:cubicBezTo>
                        <a:cubicBezTo>
                          <a:pt x="403138" y="25625"/>
                          <a:pt x="169622" y="10494"/>
                          <a:pt x="0" y="18283"/>
                        </a:cubicBezTo>
                        <a:cubicBezTo>
                          <a:pt x="-310" y="10292"/>
                          <a:pt x="802" y="37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ontent Placeholder 2">
            <a:extLst>
              <a:ext uri="{FF2B5EF4-FFF2-40B4-BE49-F238E27FC236}">
                <a16:creationId xmlns:a16="http://schemas.microsoft.com/office/drawing/2014/main" id="{595E72A1-679F-D2B1-EF6D-4B6062F50812}"/>
              </a:ext>
            </a:extLst>
          </p:cNvPr>
          <p:cNvSpPr>
            <a:spLocks noGrp="1"/>
          </p:cNvSpPr>
          <p:nvPr>
            <p:ph idx="1"/>
          </p:nvPr>
        </p:nvSpPr>
        <p:spPr>
          <a:xfrm>
            <a:off x="5385857" y="990600"/>
            <a:ext cx="6553200" cy="838200"/>
          </a:xfrm>
        </p:spPr>
        <p:txBody>
          <a:bodyPr anchor="ctr">
            <a:normAutofit lnSpcReduction="10000"/>
          </a:bodyPr>
          <a:lstStyle/>
          <a:p>
            <a:r>
              <a:rPr lang="en-US" sz="2000" dirty="0"/>
              <a:t>Trong </a:t>
            </a:r>
            <a:r>
              <a:rPr lang="en-US" sz="2000" dirty="0">
                <a:solidFill>
                  <a:srgbClr val="FFFF00"/>
                </a:solidFill>
              </a:rPr>
              <a:t>View\Shared, </a:t>
            </a:r>
            <a:r>
              <a:rPr lang="en-US" sz="2000" dirty="0" err="1">
                <a:solidFill>
                  <a:srgbClr val="FFFF00"/>
                </a:solidFill>
              </a:rPr>
              <a:t>dựa</a:t>
            </a:r>
            <a:r>
              <a:rPr lang="en-US" sz="2000" dirty="0">
                <a:solidFill>
                  <a:srgbClr val="FFFF00"/>
                </a:solidFill>
              </a:rPr>
              <a:t> </a:t>
            </a:r>
            <a:r>
              <a:rPr lang="en-US" sz="2000" dirty="0" err="1">
                <a:solidFill>
                  <a:srgbClr val="FFFF00"/>
                </a:solidFill>
              </a:rPr>
              <a:t>trên</a:t>
            </a:r>
            <a:r>
              <a:rPr lang="en-US" sz="2000" dirty="0">
                <a:solidFill>
                  <a:srgbClr val="FFFF00"/>
                </a:solidFill>
              </a:rPr>
              <a:t> </a:t>
            </a:r>
            <a:r>
              <a:rPr lang="en-US" sz="2000" dirty="0" err="1">
                <a:solidFill>
                  <a:srgbClr val="FFFF00"/>
                </a:solidFill>
              </a:rPr>
              <a:t>trang</a:t>
            </a:r>
            <a:r>
              <a:rPr lang="en-US" sz="2000" dirty="0">
                <a:solidFill>
                  <a:srgbClr val="FFFF00"/>
                </a:solidFill>
              </a:rPr>
              <a:t> _</a:t>
            </a:r>
            <a:r>
              <a:rPr lang="en-US" sz="2000" dirty="0" err="1">
                <a:solidFill>
                  <a:srgbClr val="FFFF00"/>
                </a:solidFill>
              </a:rPr>
              <a:t>Layout.cshtml</a:t>
            </a:r>
            <a:r>
              <a:rPr lang="en-US" sz="2000" dirty="0">
                <a:solidFill>
                  <a:srgbClr val="FFFF00"/>
                </a:solidFill>
              </a:rPr>
              <a:t> </a:t>
            </a:r>
            <a:r>
              <a:rPr lang="en-US" sz="2000" dirty="0" err="1">
                <a:solidFill>
                  <a:srgbClr val="FFFF00"/>
                </a:solidFill>
              </a:rPr>
              <a:t>để</a:t>
            </a:r>
            <a:r>
              <a:rPr lang="en-US" sz="2000" dirty="0">
                <a:solidFill>
                  <a:srgbClr val="FFFF00"/>
                </a:solidFill>
              </a:rPr>
              <a:t> </a:t>
            </a:r>
            <a:r>
              <a:rPr lang="en-US" sz="2000" dirty="0" err="1"/>
              <a:t>tạo</a:t>
            </a:r>
            <a:r>
              <a:rPr lang="en-US" sz="2000" dirty="0"/>
              <a:t> </a:t>
            </a:r>
            <a:r>
              <a:rPr lang="en-US" sz="2000" dirty="0" err="1"/>
              <a:t>trang</a:t>
            </a:r>
            <a:r>
              <a:rPr lang="en-US" sz="2000" dirty="0"/>
              <a:t> </a:t>
            </a:r>
            <a:r>
              <a:rPr lang="en-US" sz="2000" dirty="0">
                <a:solidFill>
                  <a:srgbClr val="FFFF00"/>
                </a:solidFill>
              </a:rPr>
              <a:t>_</a:t>
            </a:r>
            <a:r>
              <a:rPr lang="en-US" sz="2000" dirty="0" err="1">
                <a:solidFill>
                  <a:srgbClr val="FFFF00"/>
                </a:solidFill>
              </a:rPr>
              <a:t>CustomerLayout.cshtml</a:t>
            </a:r>
            <a:r>
              <a:rPr lang="en-US" sz="2000" dirty="0">
                <a:solidFill>
                  <a:srgbClr val="FFFF00"/>
                </a:solidFill>
              </a:rPr>
              <a:t> </a:t>
            </a:r>
            <a:r>
              <a:rPr lang="en-US" sz="2000" dirty="0" err="1"/>
              <a:t>theo</a:t>
            </a:r>
            <a:r>
              <a:rPr lang="en-US" sz="2000" dirty="0"/>
              <a:t> </a:t>
            </a:r>
            <a:r>
              <a:rPr lang="en-US" sz="2000" dirty="0" err="1"/>
              <a:t>biểu</a:t>
            </a:r>
            <a:r>
              <a:rPr lang="en-US" sz="2000" dirty="0"/>
              <a:t> </a:t>
            </a:r>
            <a:r>
              <a:rPr lang="en-US" sz="2000" dirty="0" err="1"/>
              <a:t>mẫu</a:t>
            </a:r>
            <a:r>
              <a:rPr lang="en-US" sz="2000" dirty="0"/>
              <a:t> </a:t>
            </a:r>
            <a:r>
              <a:rPr lang="en-US" sz="2000" dirty="0" err="1"/>
              <a:t>tham</a:t>
            </a:r>
            <a:r>
              <a:rPr lang="en-US" sz="2000" dirty="0"/>
              <a:t> </a:t>
            </a:r>
            <a:r>
              <a:rPr lang="en-US" sz="2000" dirty="0" err="1"/>
              <a:t>khảo</a:t>
            </a:r>
            <a:r>
              <a:rPr lang="en-US" sz="2000" dirty="0"/>
              <a:t> (</a:t>
            </a:r>
            <a:r>
              <a:rPr lang="en-US" sz="2000" dirty="0" err="1"/>
              <a:t>lấy</a:t>
            </a:r>
            <a:r>
              <a:rPr lang="en-US" sz="2000" dirty="0"/>
              <a:t> </a:t>
            </a:r>
            <a:r>
              <a:rPr lang="en-US" sz="2000" dirty="0" err="1"/>
              <a:t>từ</a:t>
            </a:r>
            <a:r>
              <a:rPr lang="en-US" sz="2000" dirty="0"/>
              <a:t> </a:t>
            </a:r>
            <a:r>
              <a:rPr lang="en-US" sz="2000" dirty="0" err="1"/>
              <a:t>dự</a:t>
            </a:r>
            <a:r>
              <a:rPr lang="en-US" sz="2000" dirty="0"/>
              <a:t> </a:t>
            </a:r>
            <a:r>
              <a:rPr lang="en-US" sz="2000" dirty="0" err="1"/>
              <a:t>án</a:t>
            </a:r>
            <a:r>
              <a:rPr lang="en-US" sz="2000" dirty="0"/>
              <a:t> FE sang)</a:t>
            </a:r>
          </a:p>
        </p:txBody>
      </p:sp>
      <p:sp>
        <p:nvSpPr>
          <p:cNvPr id="3" name="TextBox 2">
            <a:extLst>
              <a:ext uri="{FF2B5EF4-FFF2-40B4-BE49-F238E27FC236}">
                <a16:creationId xmlns:a16="http://schemas.microsoft.com/office/drawing/2014/main" id="{DF859FBD-B23B-9F35-CAF4-32ADE6896152}"/>
              </a:ext>
            </a:extLst>
          </p:cNvPr>
          <p:cNvSpPr txBox="1"/>
          <p:nvPr/>
        </p:nvSpPr>
        <p:spPr>
          <a:xfrm>
            <a:off x="5256212" y="6248400"/>
            <a:ext cx="6400800" cy="369332"/>
          </a:xfrm>
          <a:prstGeom prst="rect">
            <a:avLst/>
          </a:prstGeom>
          <a:noFill/>
        </p:spPr>
        <p:txBody>
          <a:bodyPr wrap="square" rtlCol="0">
            <a:spAutoFit/>
          </a:bodyPr>
          <a:lstStyle/>
          <a:p>
            <a:r>
              <a:rPr lang="en-US" dirty="0"/>
              <a:t>Link Video </a:t>
            </a:r>
            <a:r>
              <a:rPr lang="en-US" dirty="0" err="1"/>
              <a:t>hướng</a:t>
            </a:r>
            <a:r>
              <a:rPr lang="en-US" dirty="0"/>
              <a:t> </a:t>
            </a:r>
            <a:r>
              <a:rPr lang="en-US" dirty="0" err="1"/>
              <a:t>dẫn</a:t>
            </a:r>
            <a:r>
              <a:rPr lang="en-US" dirty="0"/>
              <a:t>: </a:t>
            </a:r>
          </a:p>
        </p:txBody>
      </p:sp>
      <p:graphicFrame>
        <p:nvGraphicFramePr>
          <p:cNvPr id="4" name="Table 3">
            <a:extLst>
              <a:ext uri="{FF2B5EF4-FFF2-40B4-BE49-F238E27FC236}">
                <a16:creationId xmlns:a16="http://schemas.microsoft.com/office/drawing/2014/main" id="{70757341-2408-1D60-9F6F-AC57F021964A}"/>
              </a:ext>
            </a:extLst>
          </p:cNvPr>
          <p:cNvGraphicFramePr>
            <a:graphicFrameLocks noGrp="1"/>
          </p:cNvGraphicFramePr>
          <p:nvPr>
            <p:extLst>
              <p:ext uri="{D42A27DB-BD31-4B8C-83A1-F6EECF244321}">
                <p14:modId xmlns:p14="http://schemas.microsoft.com/office/powerpoint/2010/main" val="116898506"/>
              </p:ext>
            </p:extLst>
          </p:nvPr>
        </p:nvGraphicFramePr>
        <p:xfrm>
          <a:off x="5408612" y="2013382"/>
          <a:ext cx="6553200" cy="3930218"/>
        </p:xfrm>
        <a:graphic>
          <a:graphicData uri="http://schemas.openxmlformats.org/drawingml/2006/table">
            <a:tbl>
              <a:tblPr firstRow="1" bandRow="1">
                <a:tableStyleId>{073A0DAA-6AF3-43AB-8588-CEC1D06C72B9}</a:tableStyleId>
              </a:tblPr>
              <a:tblGrid>
                <a:gridCol w="1372484">
                  <a:extLst>
                    <a:ext uri="{9D8B030D-6E8A-4147-A177-3AD203B41FA5}">
                      <a16:colId xmlns:a16="http://schemas.microsoft.com/office/drawing/2014/main" val="285875749"/>
                    </a:ext>
                  </a:extLst>
                </a:gridCol>
                <a:gridCol w="3275716">
                  <a:extLst>
                    <a:ext uri="{9D8B030D-6E8A-4147-A177-3AD203B41FA5}">
                      <a16:colId xmlns:a16="http://schemas.microsoft.com/office/drawing/2014/main" val="2882471911"/>
                    </a:ext>
                  </a:extLst>
                </a:gridCol>
                <a:gridCol w="1905000">
                  <a:extLst>
                    <a:ext uri="{9D8B030D-6E8A-4147-A177-3AD203B41FA5}">
                      <a16:colId xmlns:a16="http://schemas.microsoft.com/office/drawing/2014/main" val="3686659855"/>
                    </a:ext>
                  </a:extLst>
                </a:gridCol>
              </a:tblGrid>
              <a:tr h="424443">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849180">
                <a:tc>
                  <a:txBody>
                    <a:bodyPr/>
                    <a:lstStyle/>
                    <a:p>
                      <a:r>
                        <a:rPr lang="en-US" sz="1400" dirty="0" err="1"/>
                        <a:t>Phần</a:t>
                      </a:r>
                      <a:r>
                        <a:rPr lang="en-US" sz="1400" dirty="0"/>
                        <a:t> Header</a:t>
                      </a: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Chứa</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thanh</a:t>
                      </a:r>
                      <a:r>
                        <a:rPr lang="en-US" sz="1400" b="0" kern="1200" dirty="0">
                          <a:solidFill>
                            <a:schemeClr val="bg1"/>
                          </a:solidFill>
                          <a:latin typeface="+mn-lt"/>
                          <a:ea typeface="+mn-ea"/>
                          <a:cs typeface="+mn-cs"/>
                        </a:rPr>
                        <a:t> banner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thanh</a:t>
                      </a:r>
                      <a:r>
                        <a:rPr lang="en-US" sz="1400" b="0" kern="1200" dirty="0">
                          <a:solidFill>
                            <a:schemeClr val="bg1"/>
                          </a:solidFill>
                          <a:latin typeface="+mn-lt"/>
                          <a:ea typeface="+mn-ea"/>
                          <a:cs typeface="+mn-cs"/>
                        </a:rPr>
                        <a:t> Menu.</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a:solidFill>
                            <a:schemeClr val="bg1"/>
                          </a:solidFill>
                          <a:latin typeface="+mn-lt"/>
                          <a:ea typeface="+mn-ea"/>
                          <a:cs typeface="+mn-cs"/>
                        </a:rPr>
                        <a:t>Thanh menu bao </a:t>
                      </a:r>
                      <a:r>
                        <a:rPr lang="en-US" sz="1400" b="0" kern="1200" dirty="0" err="1">
                          <a:solidFill>
                            <a:schemeClr val="bg1"/>
                          </a:solidFill>
                          <a:latin typeface="+mn-lt"/>
                          <a:ea typeface="+mn-ea"/>
                          <a:cs typeface="+mn-cs"/>
                        </a:rPr>
                        <a:t>gồm</a:t>
                      </a:r>
                      <a:r>
                        <a:rPr lang="en-US" sz="1400" b="0" kern="1200" dirty="0">
                          <a:solidFill>
                            <a:schemeClr val="bg1"/>
                          </a:solidFill>
                          <a:latin typeface="+mn-lt"/>
                          <a:ea typeface="+mn-ea"/>
                          <a:cs typeface="+mn-cs"/>
                        </a:rPr>
                        <a:t>: logo, menu Category,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menu </a:t>
                      </a:r>
                      <a:r>
                        <a:rPr lang="en-US" sz="1400" b="0" kern="1200" dirty="0" err="1">
                          <a:solidFill>
                            <a:schemeClr val="bg1"/>
                          </a:solidFill>
                          <a:latin typeface="+mn-lt"/>
                          <a:ea typeface="+mn-ea"/>
                          <a:cs typeface="+mn-cs"/>
                        </a:rPr>
                        <a:t>Cá</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nhân</a:t>
                      </a:r>
                      <a:endParaRPr lang="vi-VN" sz="14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err="1"/>
                        <a:t>Để</a:t>
                      </a:r>
                      <a:r>
                        <a:rPr lang="en-US" sz="1400" dirty="0"/>
                        <a:t> </a:t>
                      </a:r>
                      <a:r>
                        <a:rPr lang="en-US" sz="1400" dirty="0" err="1"/>
                        <a:t>trong</a:t>
                      </a:r>
                      <a:r>
                        <a:rPr lang="en-US" sz="1400" dirty="0"/>
                        <a:t> </a:t>
                      </a:r>
                      <a:r>
                        <a:rPr lang="en-US" sz="1400" dirty="0" err="1"/>
                        <a:t>trang</a:t>
                      </a:r>
                      <a:r>
                        <a:rPr lang="en-US" sz="1400" dirty="0"/>
                        <a:t> _</a:t>
                      </a:r>
                      <a:r>
                        <a:rPr lang="en-US" sz="1400" dirty="0" err="1"/>
                        <a:t>CustomerLayout</a:t>
                      </a:r>
                      <a:endParaRPr lang="en-US" sz="1400" dirty="0"/>
                    </a:p>
                  </a:txBody>
                  <a:tcPr/>
                </a:tc>
                <a:extLst>
                  <a:ext uri="{0D108BD9-81ED-4DB2-BD59-A6C34878D82A}">
                    <a16:rowId xmlns:a16="http://schemas.microsoft.com/office/drawing/2014/main" val="3665041597"/>
                  </a:ext>
                </a:extLst>
              </a:tr>
              <a:tr h="601503">
                <a:tc>
                  <a:txBody>
                    <a:bodyPr/>
                    <a:lstStyle/>
                    <a:p>
                      <a:r>
                        <a:rPr lang="en-US" sz="1400" dirty="0"/>
                        <a:t>Menu Category</a:t>
                      </a: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Hiển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thị</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mục</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dưới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dạng</a:t>
                      </a:r>
                      <a:r>
                        <a:rPr lang="en-US" sz="1400" b="0" kern="1200" dirty="0">
                          <a:solidFill>
                            <a:schemeClr val="bg1"/>
                          </a:solidFill>
                          <a:latin typeface="+mn-lt"/>
                          <a:ea typeface="+mn-ea"/>
                          <a:cs typeface="+mn-cs"/>
                        </a:rPr>
                        <a:t> menu</a:t>
                      </a:r>
                      <a:endParaRPr lang="vi-VN" sz="14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err="1"/>
                        <a:t>Tách</a:t>
                      </a:r>
                      <a:r>
                        <a:rPr lang="en-US" sz="1400" dirty="0"/>
                        <a:t> </a:t>
                      </a:r>
                      <a:r>
                        <a:rPr lang="en-US" sz="1400" dirty="0" err="1"/>
                        <a:t>thành</a:t>
                      </a:r>
                      <a:r>
                        <a:rPr lang="en-US" sz="1400" dirty="0"/>
                        <a:t> Partial View</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a:solidFill>
                            <a:schemeClr val="bg1"/>
                          </a:solidFill>
                          <a:latin typeface="+mn-lt"/>
                          <a:ea typeface="+mn-ea"/>
                          <a:cs typeface="+mn-cs"/>
                        </a:rPr>
                        <a:t>_</a:t>
                      </a:r>
                      <a:r>
                        <a:rPr lang="en-US" sz="1400" b="0" kern="1200" dirty="0" err="1">
                          <a:solidFill>
                            <a:schemeClr val="bg1"/>
                          </a:solidFill>
                          <a:latin typeface="+mn-lt"/>
                          <a:ea typeface="+mn-ea"/>
                          <a:cs typeface="+mn-cs"/>
                        </a:rPr>
                        <a:t>CategoriesPV.cshtml</a:t>
                      </a:r>
                      <a:endParaRPr lang="vi-VN" sz="14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1347442">
                <a:tc>
                  <a:txBody>
                    <a:bodyPr/>
                    <a:lstStyle/>
                    <a:p>
                      <a:r>
                        <a:rPr lang="en-US" sz="1400" dirty="0"/>
                        <a:t>Menu </a:t>
                      </a:r>
                      <a:r>
                        <a:rPr lang="en-US" sz="1400" dirty="0" err="1"/>
                        <a:t>cá</a:t>
                      </a:r>
                      <a:r>
                        <a:rPr lang="en-US" sz="1400" dirty="0"/>
                        <a:t> </a:t>
                      </a:r>
                      <a:r>
                        <a:rPr lang="en-US" sz="1400" dirty="0" err="1"/>
                        <a:t>nhân</a:t>
                      </a:r>
                      <a:endParaRPr lang="en-US" sz="1400" dirty="0"/>
                    </a:p>
                  </a:txBody>
                  <a:tcPr/>
                </a:tc>
                <a:tc>
                  <a:txBody>
                    <a:bodyPr/>
                    <a:lstStyle/>
                    <a:p>
                      <a:r>
                        <a:rPr lang="en-US" sz="1400" dirty="0"/>
                        <a:t>Cho </a:t>
                      </a:r>
                      <a:r>
                        <a:rPr lang="en-US" sz="1400" dirty="0" err="1"/>
                        <a:t>phép</a:t>
                      </a:r>
                      <a:r>
                        <a:rPr lang="en-US" sz="1400" dirty="0"/>
                        <a:t> </a:t>
                      </a:r>
                      <a:r>
                        <a:rPr lang="en-US" sz="1400" dirty="0" err="1"/>
                        <a:t>người</a:t>
                      </a:r>
                      <a:r>
                        <a:rPr lang="en-US" sz="1400" dirty="0"/>
                        <a:t> </a:t>
                      </a:r>
                      <a:r>
                        <a:rPr lang="en-US" sz="1400" dirty="0" err="1"/>
                        <a:t>dùng</a:t>
                      </a:r>
                      <a:endParaRPr lang="en-US" sz="1400" dirty="0"/>
                    </a:p>
                    <a:p>
                      <a:r>
                        <a:rPr lang="en-US" sz="1400" dirty="0" err="1">
                          <a:highlight>
                            <a:srgbClr val="FFFF00"/>
                          </a:highlight>
                        </a:rPr>
                        <a:t>Nhấn</a:t>
                      </a:r>
                      <a:r>
                        <a:rPr lang="en-US" sz="1400" dirty="0">
                          <a:highlight>
                            <a:srgbClr val="FFFF00"/>
                          </a:highlight>
                        </a:rPr>
                        <a:t> </a:t>
                      </a:r>
                      <a:r>
                        <a:rPr lang="en-US" sz="1400" dirty="0" err="1">
                          <a:highlight>
                            <a:srgbClr val="FFFF00"/>
                          </a:highlight>
                        </a:rPr>
                        <a:t>biểu</a:t>
                      </a:r>
                      <a:r>
                        <a:rPr lang="en-US" sz="1400" dirty="0">
                          <a:highlight>
                            <a:srgbClr val="FFFF00"/>
                          </a:highlight>
                        </a:rPr>
                        <a:t> </a:t>
                      </a:r>
                      <a:r>
                        <a:rPr lang="en-US" sz="1400" dirty="0" err="1">
                          <a:highlight>
                            <a:srgbClr val="FFFF00"/>
                          </a:highlight>
                        </a:rPr>
                        <a:t>tượng</a:t>
                      </a:r>
                      <a:r>
                        <a:rPr lang="en-US" sz="1400" dirty="0">
                          <a:highlight>
                            <a:srgbClr val="FFFF00"/>
                          </a:highlight>
                        </a:rPr>
                        <a:t> </a:t>
                      </a:r>
                      <a:r>
                        <a:rPr lang="en-US" sz="1400" dirty="0" err="1">
                          <a:highlight>
                            <a:srgbClr val="FFFF00"/>
                          </a:highlight>
                        </a:rPr>
                        <a:t>Tài</a:t>
                      </a:r>
                      <a:r>
                        <a:rPr lang="en-US" sz="1400" dirty="0">
                          <a:highlight>
                            <a:srgbClr val="FFFF00"/>
                          </a:highlight>
                        </a:rPr>
                        <a:t> </a:t>
                      </a:r>
                      <a:r>
                        <a:rPr lang="en-US" sz="1400" dirty="0" err="1">
                          <a:highlight>
                            <a:srgbClr val="FFFF00"/>
                          </a:highlight>
                        </a:rPr>
                        <a:t>khoản</a:t>
                      </a:r>
                      <a:r>
                        <a:rPr lang="en-US" sz="1400" dirty="0"/>
                        <a:t>: </a:t>
                      </a:r>
                      <a:r>
                        <a:rPr lang="en-US" sz="1400" dirty="0" err="1"/>
                        <a:t>hiển</a:t>
                      </a:r>
                      <a:r>
                        <a:rPr lang="en-US" sz="1400" dirty="0"/>
                        <a:t> </a:t>
                      </a:r>
                      <a:r>
                        <a:rPr lang="en-US" sz="1400" dirty="0" err="1"/>
                        <a:t>thị</a:t>
                      </a:r>
                      <a:r>
                        <a:rPr lang="en-US" sz="1400" dirty="0"/>
                        <a:t> </a:t>
                      </a:r>
                      <a:r>
                        <a:rPr lang="en-US" sz="1400" dirty="0" err="1"/>
                        <a:t>trang</a:t>
                      </a:r>
                      <a:r>
                        <a:rPr lang="en-US" sz="1400" dirty="0"/>
                        <a:t> </a:t>
                      </a:r>
                      <a:r>
                        <a:rPr lang="en-US" sz="1400" dirty="0" err="1"/>
                        <a:t>cho</a:t>
                      </a:r>
                      <a:r>
                        <a:rPr lang="en-US" sz="1400" dirty="0"/>
                        <a:t> </a:t>
                      </a:r>
                      <a:r>
                        <a:rPr lang="en-US" sz="1400" dirty="0" err="1"/>
                        <a:t>phép</a:t>
                      </a:r>
                      <a:r>
                        <a:rPr lang="en-US" sz="1400" dirty="0"/>
                        <a:t> </a:t>
                      </a:r>
                      <a:r>
                        <a:rPr lang="en-US" sz="1400" dirty="0" err="1"/>
                        <a:t>Đăng</a:t>
                      </a:r>
                      <a:r>
                        <a:rPr lang="en-US" sz="1400" dirty="0"/>
                        <a:t> </a:t>
                      </a:r>
                      <a:r>
                        <a:rPr lang="en-US" sz="1400" dirty="0" err="1"/>
                        <a:t>ký</a:t>
                      </a:r>
                      <a:r>
                        <a:rPr lang="en-US" sz="1400" dirty="0"/>
                        <a:t> / </a:t>
                      </a:r>
                      <a:r>
                        <a:rPr lang="en-US" sz="1400" dirty="0" err="1"/>
                        <a:t>Đăng</a:t>
                      </a:r>
                      <a:r>
                        <a:rPr lang="en-US" sz="1400" dirty="0"/>
                        <a:t> </a:t>
                      </a:r>
                      <a:r>
                        <a:rPr lang="en-US" sz="1400" dirty="0" err="1"/>
                        <a:t>nhập</a:t>
                      </a:r>
                      <a:endParaRPr lang="en-US" sz="1400" dirty="0"/>
                    </a:p>
                    <a:p>
                      <a:r>
                        <a:rPr lang="en-US" sz="1400" dirty="0" err="1">
                          <a:highlight>
                            <a:srgbClr val="FFFF00"/>
                          </a:highlight>
                        </a:rPr>
                        <a:t>Nhấn</a:t>
                      </a:r>
                      <a:r>
                        <a:rPr lang="en-US" sz="1400" dirty="0">
                          <a:highlight>
                            <a:srgbClr val="FFFF00"/>
                          </a:highlight>
                        </a:rPr>
                        <a:t> </a:t>
                      </a:r>
                      <a:r>
                        <a:rPr lang="en-US" sz="1400" dirty="0" err="1">
                          <a:highlight>
                            <a:srgbClr val="FFFF00"/>
                          </a:highlight>
                        </a:rPr>
                        <a:t>biểu</a:t>
                      </a:r>
                      <a:r>
                        <a:rPr lang="en-US" sz="1400" dirty="0">
                          <a:highlight>
                            <a:srgbClr val="FFFF00"/>
                          </a:highlight>
                        </a:rPr>
                        <a:t> </a:t>
                      </a:r>
                      <a:r>
                        <a:rPr lang="en-US" sz="1400" dirty="0" err="1">
                          <a:highlight>
                            <a:srgbClr val="FFFF00"/>
                          </a:highlight>
                        </a:rPr>
                        <a:t>tượng</a:t>
                      </a:r>
                      <a:r>
                        <a:rPr lang="en-US" sz="1400" dirty="0">
                          <a:highlight>
                            <a:srgbClr val="FFFF00"/>
                          </a:highlight>
                        </a:rPr>
                        <a:t> </a:t>
                      </a:r>
                      <a:r>
                        <a:rPr lang="en-US" sz="1400" dirty="0" err="1">
                          <a:highlight>
                            <a:srgbClr val="FFFF00"/>
                          </a:highlight>
                        </a:rPr>
                        <a:t>giỏ</a:t>
                      </a:r>
                      <a:r>
                        <a:rPr lang="en-US" sz="1400" dirty="0">
                          <a:highlight>
                            <a:srgbClr val="FFFF00"/>
                          </a:highlight>
                        </a:rPr>
                        <a:t> </a:t>
                      </a:r>
                      <a:r>
                        <a:rPr lang="en-US" sz="1400" dirty="0" err="1">
                          <a:highlight>
                            <a:srgbClr val="FFFF00"/>
                          </a:highlight>
                        </a:rPr>
                        <a:t>hàng</a:t>
                      </a:r>
                      <a:r>
                        <a:rPr lang="en-US" sz="1400" dirty="0">
                          <a:highlight>
                            <a:srgbClr val="FFFF00"/>
                          </a:highlight>
                        </a:rPr>
                        <a:t> </a:t>
                      </a:r>
                      <a:r>
                        <a:rPr lang="en-US" sz="1400" dirty="0" err="1">
                          <a:highlight>
                            <a:srgbClr val="FFFF00"/>
                          </a:highlight>
                        </a:rPr>
                        <a:t>trên</a:t>
                      </a:r>
                      <a:r>
                        <a:rPr lang="en-US" sz="1400" dirty="0">
                          <a:highlight>
                            <a:srgbClr val="FFFF00"/>
                          </a:highlight>
                        </a:rPr>
                        <a:t> menu</a:t>
                      </a:r>
                      <a:r>
                        <a:rPr lang="en-US" sz="1400" dirty="0"/>
                        <a:t>: </a:t>
                      </a:r>
                      <a:r>
                        <a:rPr lang="en-US" sz="1400" dirty="0" err="1"/>
                        <a:t>chuyển</a:t>
                      </a:r>
                      <a:r>
                        <a:rPr lang="en-US" sz="1400" dirty="0"/>
                        <a:t> qua </a:t>
                      </a:r>
                      <a:r>
                        <a:rPr lang="en-US" sz="1400" dirty="0" err="1"/>
                        <a:t>trang</a:t>
                      </a:r>
                      <a:r>
                        <a:rPr lang="en-US" sz="1400" dirty="0"/>
                        <a:t> </a:t>
                      </a:r>
                      <a:r>
                        <a:rPr lang="en-US" sz="1400" dirty="0" err="1"/>
                        <a:t>Giỏ</a:t>
                      </a:r>
                      <a:r>
                        <a:rPr lang="en-US" sz="1400" dirty="0"/>
                        <a:t> </a:t>
                      </a:r>
                      <a:r>
                        <a:rPr lang="en-US" sz="1400" dirty="0" err="1"/>
                        <a:t>hàng</a:t>
                      </a:r>
                      <a:endParaRPr lang="en-US" sz="14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dirty="0" err="1"/>
                        <a:t>Để</a:t>
                      </a:r>
                      <a:r>
                        <a:rPr lang="en-US" sz="1400" dirty="0"/>
                        <a:t> </a:t>
                      </a:r>
                      <a:r>
                        <a:rPr lang="en-US" sz="1400" dirty="0" err="1"/>
                        <a:t>trong</a:t>
                      </a:r>
                      <a:r>
                        <a:rPr lang="en-US" sz="1400" dirty="0"/>
                        <a:t> </a:t>
                      </a:r>
                      <a:r>
                        <a:rPr lang="en-US" sz="1400" dirty="0" err="1"/>
                        <a:t>trang</a:t>
                      </a:r>
                      <a:r>
                        <a:rPr lang="en-US" sz="1400" dirty="0"/>
                        <a:t> _</a:t>
                      </a:r>
                      <a:r>
                        <a:rPr lang="en-US" sz="1400" dirty="0" err="1"/>
                        <a:t>CustomerLayout</a:t>
                      </a:r>
                      <a:endParaRPr lang="en-US" sz="1400" dirty="0"/>
                    </a:p>
                  </a:txBody>
                  <a:tcPr/>
                </a:tc>
                <a:extLst>
                  <a:ext uri="{0D108BD9-81ED-4DB2-BD59-A6C34878D82A}">
                    <a16:rowId xmlns:a16="http://schemas.microsoft.com/office/drawing/2014/main" val="1611195140"/>
                  </a:ext>
                </a:extLst>
              </a:tr>
              <a:tr h="707650">
                <a:tc>
                  <a:txBody>
                    <a:bodyPr/>
                    <a:lstStyle/>
                    <a:p>
                      <a:r>
                        <a:rPr lang="en-US" sz="1400" dirty="0"/>
                        <a:t>Footer</a:t>
                      </a: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400" dirty="0"/>
                        <a:t>Thông tin </a:t>
                      </a:r>
                      <a:r>
                        <a:rPr lang="en-US" sz="1400" dirty="0" err="1"/>
                        <a:t>đề</a:t>
                      </a:r>
                      <a:r>
                        <a:rPr lang="en-US" sz="1400" dirty="0"/>
                        <a:t> </a:t>
                      </a:r>
                      <a:r>
                        <a:rPr lang="en-US" sz="1400" dirty="0" err="1"/>
                        <a:t>tài</a:t>
                      </a:r>
                      <a:r>
                        <a:rPr lang="en-US" sz="1400" dirty="0"/>
                        <a:t>, </a:t>
                      </a:r>
                      <a:r>
                        <a:rPr lang="en-US" sz="1400" dirty="0" err="1"/>
                        <a:t>các</a:t>
                      </a:r>
                      <a:r>
                        <a:rPr lang="en-US" sz="1400" dirty="0"/>
                        <a:t> </a:t>
                      </a:r>
                      <a:r>
                        <a:rPr lang="en-US" sz="1400" dirty="0" err="1"/>
                        <a:t>thành</a:t>
                      </a:r>
                      <a:r>
                        <a:rPr lang="en-US" sz="1400" dirty="0"/>
                        <a:t> </a:t>
                      </a:r>
                      <a:r>
                        <a:rPr lang="en-US" sz="1400" dirty="0" err="1"/>
                        <a:t>viên</a:t>
                      </a:r>
                      <a:endParaRPr lang="en-US" sz="1400" dirty="0"/>
                    </a:p>
                  </a:txBody>
                  <a:tcPr/>
                </a:tc>
                <a:tc>
                  <a:txBody>
                    <a:bodyPr/>
                    <a:lstStyle/>
                    <a:p>
                      <a:r>
                        <a:rPr lang="en-US" sz="1400" dirty="0" err="1"/>
                        <a:t>Để</a:t>
                      </a:r>
                      <a:r>
                        <a:rPr lang="en-US" sz="1400" dirty="0"/>
                        <a:t> </a:t>
                      </a:r>
                      <a:r>
                        <a:rPr lang="en-US" sz="1400" dirty="0" err="1"/>
                        <a:t>trong</a:t>
                      </a:r>
                      <a:r>
                        <a:rPr lang="en-US" sz="1400" dirty="0"/>
                        <a:t> </a:t>
                      </a:r>
                      <a:r>
                        <a:rPr lang="en-US" sz="1400" dirty="0" err="1"/>
                        <a:t>trang</a:t>
                      </a:r>
                      <a:r>
                        <a:rPr lang="en-US" sz="1400" dirty="0"/>
                        <a:t> _</a:t>
                      </a:r>
                      <a:r>
                        <a:rPr lang="en-US" sz="1400" dirty="0" err="1"/>
                        <a:t>CustomerLayout</a:t>
                      </a:r>
                      <a:endParaRPr lang="en-US" sz="1400" dirty="0"/>
                    </a:p>
                  </a:txBody>
                  <a:tcPr/>
                </a:tc>
                <a:extLst>
                  <a:ext uri="{0D108BD9-81ED-4DB2-BD59-A6C34878D82A}">
                    <a16:rowId xmlns:a16="http://schemas.microsoft.com/office/drawing/2014/main" val="503317695"/>
                  </a:ext>
                </a:extLst>
              </a:tr>
            </a:tbl>
          </a:graphicData>
        </a:graphic>
      </p:graphicFrame>
      <p:pic>
        <p:nvPicPr>
          <p:cNvPr id="5" name="Picture 4">
            <a:extLst>
              <a:ext uri="{FF2B5EF4-FFF2-40B4-BE49-F238E27FC236}">
                <a16:creationId xmlns:a16="http://schemas.microsoft.com/office/drawing/2014/main" id="{8E7BD0FD-7049-9144-3492-B8C4CE48836E}"/>
              </a:ext>
            </a:extLst>
          </p:cNvPr>
          <p:cNvPicPr>
            <a:picLocks noChangeAspect="1"/>
          </p:cNvPicPr>
          <p:nvPr/>
        </p:nvPicPr>
        <p:blipFill>
          <a:blip r:embed="rId3"/>
          <a:stretch>
            <a:fillRect/>
          </a:stretch>
        </p:blipFill>
        <p:spPr>
          <a:xfrm>
            <a:off x="74612" y="705911"/>
            <a:ext cx="4357375" cy="6131369"/>
          </a:xfrm>
          <a:prstGeom prst="rect">
            <a:avLst/>
          </a:prstGeom>
        </p:spPr>
      </p:pic>
    </p:spTree>
    <p:extLst>
      <p:ext uri="{BB962C8B-B14F-4D97-AF65-F5344CB8AC3E}">
        <p14:creationId xmlns:p14="http://schemas.microsoft.com/office/powerpoint/2010/main" val="129043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976DE-E665-3F90-84C7-CAFC032C46AA}"/>
              </a:ext>
            </a:extLst>
          </p:cNvPr>
          <p:cNvSpPr>
            <a:spLocks noGrp="1"/>
          </p:cNvSpPr>
          <p:nvPr>
            <p:ph type="title"/>
          </p:nvPr>
        </p:nvSpPr>
        <p:spPr>
          <a:xfrm>
            <a:off x="841028" y="548640"/>
            <a:ext cx="3599923" cy="3261360"/>
          </a:xfrm>
        </p:spPr>
        <p:txBody>
          <a:bodyPr>
            <a:normAutofit/>
          </a:bodyPr>
          <a:lstStyle/>
          <a:p>
            <a:r>
              <a:rPr lang="en-US" sz="5400" dirty="0"/>
              <a:t>2. </a:t>
            </a:r>
            <a:r>
              <a:rPr lang="en-US" sz="5400" dirty="0" err="1"/>
              <a:t>Tài</a:t>
            </a:r>
            <a:r>
              <a:rPr lang="en-US" sz="5400" dirty="0"/>
              <a:t> </a:t>
            </a:r>
            <a:r>
              <a:rPr lang="en-US" sz="5400" dirty="0" err="1"/>
              <a:t>khoản</a:t>
            </a:r>
            <a:endParaRPr lang="en-US" sz="5400" dirty="0"/>
          </a:p>
        </p:txBody>
      </p:sp>
      <p:sp>
        <p:nvSpPr>
          <p:cNvPr id="43" name="Content Placeholder 2">
            <a:extLst>
              <a:ext uri="{FF2B5EF4-FFF2-40B4-BE49-F238E27FC236}">
                <a16:creationId xmlns:a16="http://schemas.microsoft.com/office/drawing/2014/main" id="{595E72A1-679F-D2B1-EF6D-4B6062F50812}"/>
              </a:ext>
            </a:extLst>
          </p:cNvPr>
          <p:cNvSpPr>
            <a:spLocks noGrp="1"/>
          </p:cNvSpPr>
          <p:nvPr>
            <p:ph idx="1"/>
          </p:nvPr>
        </p:nvSpPr>
        <p:spPr>
          <a:xfrm>
            <a:off x="4875212" y="228600"/>
            <a:ext cx="6992116" cy="5751576"/>
          </a:xfrm>
        </p:spPr>
        <p:txBody>
          <a:bodyPr anchor="ctr">
            <a:normAutofit/>
          </a:bodyPr>
          <a:lstStyle/>
          <a:p>
            <a:r>
              <a:rPr lang="en-US" sz="2000" dirty="0" err="1"/>
              <a:t>Tạo</a:t>
            </a:r>
            <a:r>
              <a:rPr lang="en-US" sz="2000" dirty="0"/>
              <a:t> </a:t>
            </a:r>
            <a:r>
              <a:rPr lang="en-US" sz="2000" dirty="0" err="1"/>
              <a:t>AccountController</a:t>
            </a:r>
            <a:r>
              <a:rPr lang="en-US" sz="2000" dirty="0"/>
              <a:t> </a:t>
            </a:r>
            <a:r>
              <a:rPr lang="en-US" sz="2000" dirty="0" err="1"/>
              <a:t>với</a:t>
            </a:r>
            <a:r>
              <a:rPr lang="en-US" sz="2000" dirty="0"/>
              <a:t> </a:t>
            </a:r>
            <a:r>
              <a:rPr lang="en-US" sz="2000" dirty="0" err="1"/>
              <a:t>các</a:t>
            </a:r>
            <a:r>
              <a:rPr lang="en-US" sz="2000" dirty="0"/>
              <a:t> action </a:t>
            </a:r>
            <a:r>
              <a:rPr lang="en-US" sz="2000" dirty="0" err="1"/>
              <a:t>tương</a:t>
            </a:r>
            <a:r>
              <a:rPr lang="en-US" sz="2000" dirty="0"/>
              <a:t> </a:t>
            </a:r>
            <a:r>
              <a:rPr lang="en-US" sz="2000" dirty="0" err="1"/>
              <a:t>ứng</a:t>
            </a:r>
            <a:r>
              <a:rPr lang="en-US" sz="2000" dirty="0"/>
              <a:t> </a:t>
            </a:r>
            <a:r>
              <a:rPr lang="en-US" sz="2000" dirty="0" err="1"/>
              <a:t>với</a:t>
            </a:r>
            <a:r>
              <a:rPr lang="en-US" sz="2000" dirty="0"/>
              <a:t> </a:t>
            </a:r>
            <a:r>
              <a:rPr lang="en-US" sz="2000" dirty="0" err="1"/>
              <a:t>các</a:t>
            </a:r>
            <a:r>
              <a:rPr lang="en-US" sz="2000" dirty="0"/>
              <a:t> </a:t>
            </a:r>
            <a:r>
              <a:rPr lang="en-US" sz="2000" dirty="0" err="1"/>
              <a:t>chức</a:t>
            </a:r>
            <a:r>
              <a:rPr lang="en-US" sz="2000" dirty="0"/>
              <a:t> </a:t>
            </a:r>
            <a:r>
              <a:rPr lang="en-US" sz="2000" dirty="0" err="1"/>
              <a:t>năng</a:t>
            </a:r>
            <a:r>
              <a:rPr lang="en-US" sz="2000" dirty="0"/>
              <a:t> </a:t>
            </a:r>
            <a:r>
              <a:rPr lang="en-US" sz="2000" dirty="0" err="1"/>
              <a:t>của</a:t>
            </a:r>
            <a:r>
              <a:rPr lang="en-US" sz="2000" dirty="0"/>
              <a:t> </a:t>
            </a:r>
            <a:r>
              <a:rPr lang="en-US" sz="2000" dirty="0" err="1"/>
              <a:t>Tài</a:t>
            </a:r>
            <a:r>
              <a:rPr lang="en-US" sz="2000" dirty="0"/>
              <a:t> </a:t>
            </a:r>
            <a:r>
              <a:rPr lang="en-US" sz="2000" dirty="0" err="1"/>
              <a:t>khoản</a:t>
            </a:r>
            <a:r>
              <a:rPr lang="en-US" sz="2000" dirty="0"/>
              <a:t> </a:t>
            </a:r>
            <a:r>
              <a:rPr lang="en-US" sz="2000" dirty="0" err="1"/>
              <a:t>cá</a:t>
            </a:r>
            <a:r>
              <a:rPr lang="en-US" sz="2000" dirty="0"/>
              <a:t> </a:t>
            </a:r>
            <a:r>
              <a:rPr lang="en-US" sz="2000" dirty="0" err="1"/>
              <a:t>nhân</a:t>
            </a:r>
            <a:r>
              <a:rPr lang="en-US" sz="2000" dirty="0"/>
              <a:t>:</a:t>
            </a:r>
          </a:p>
          <a:p>
            <a:pPr lvl="1"/>
            <a:r>
              <a:rPr lang="en-US" sz="1600" dirty="0">
                <a:solidFill>
                  <a:schemeClr val="bg2"/>
                </a:solidFill>
                <a:highlight>
                  <a:srgbClr val="FFFF00"/>
                </a:highlight>
              </a:rPr>
              <a:t>Register</a:t>
            </a:r>
            <a:r>
              <a:rPr lang="en-US" sz="1600" dirty="0">
                <a:solidFill>
                  <a:srgbClr val="FFFF00"/>
                </a:solidFill>
              </a:rPr>
              <a:t>: </a:t>
            </a:r>
            <a:r>
              <a:rPr lang="en-US" sz="1600" dirty="0" err="1"/>
              <a:t>đăng</a:t>
            </a:r>
            <a:r>
              <a:rPr lang="en-US" sz="1600" dirty="0"/>
              <a:t> </a:t>
            </a:r>
            <a:r>
              <a:rPr lang="en-US" sz="1600" dirty="0" err="1"/>
              <a:t>ký</a:t>
            </a:r>
            <a:r>
              <a:rPr lang="en-US" sz="1600" dirty="0"/>
              <a:t> </a:t>
            </a:r>
            <a:r>
              <a:rPr lang="en-US" sz="1600" dirty="0" err="1"/>
              <a:t>tài</a:t>
            </a:r>
            <a:r>
              <a:rPr lang="en-US" sz="1600" dirty="0"/>
              <a:t> </a:t>
            </a:r>
            <a:r>
              <a:rPr lang="en-US" sz="1600" dirty="0" err="1"/>
              <a:t>khoản</a:t>
            </a:r>
            <a:r>
              <a:rPr lang="en-US" sz="1600" dirty="0"/>
              <a:t> (</a:t>
            </a:r>
            <a:r>
              <a:rPr lang="en-US" sz="1600" dirty="0" err="1"/>
              <a:t>gồm</a:t>
            </a:r>
            <a:r>
              <a:rPr lang="en-US" sz="1600" dirty="0"/>
              <a:t> 1 action </a:t>
            </a:r>
            <a:r>
              <a:rPr lang="en-US" sz="1600" dirty="0" err="1"/>
              <a:t>dạng</a:t>
            </a:r>
            <a:r>
              <a:rPr lang="en-US" sz="1600" dirty="0"/>
              <a:t> POST)</a:t>
            </a:r>
          </a:p>
          <a:p>
            <a:pPr lvl="1"/>
            <a:r>
              <a:rPr lang="en-US" sz="1600" dirty="0">
                <a:solidFill>
                  <a:schemeClr val="bg2"/>
                </a:solidFill>
                <a:highlight>
                  <a:srgbClr val="FFFF00"/>
                </a:highlight>
              </a:rPr>
              <a:t>Login</a:t>
            </a:r>
            <a:r>
              <a:rPr lang="en-US" sz="1600" dirty="0">
                <a:solidFill>
                  <a:srgbClr val="FFFF00"/>
                </a:solidFill>
              </a:rPr>
              <a:t>: </a:t>
            </a:r>
            <a:r>
              <a:rPr lang="en-US" sz="1600" dirty="0" err="1"/>
              <a:t>đăng</a:t>
            </a:r>
            <a:r>
              <a:rPr lang="en-US" sz="1600" dirty="0"/>
              <a:t> </a:t>
            </a:r>
            <a:r>
              <a:rPr lang="en-US" sz="1600" dirty="0" err="1"/>
              <a:t>nhập</a:t>
            </a:r>
            <a:r>
              <a:rPr lang="en-US" sz="1600" dirty="0"/>
              <a:t> </a:t>
            </a:r>
            <a:r>
              <a:rPr lang="en-US" sz="1600" dirty="0" err="1"/>
              <a:t>vào</a:t>
            </a:r>
            <a:r>
              <a:rPr lang="en-US" sz="1600" dirty="0"/>
              <a:t> </a:t>
            </a:r>
            <a:r>
              <a:rPr lang="en-US" sz="1600" dirty="0" err="1"/>
              <a:t>tài</a:t>
            </a:r>
            <a:r>
              <a:rPr lang="en-US" sz="1600" dirty="0"/>
              <a:t> </a:t>
            </a:r>
            <a:r>
              <a:rPr lang="en-US" sz="1600" dirty="0" err="1"/>
              <a:t>khoản</a:t>
            </a:r>
            <a:r>
              <a:rPr lang="en-US" sz="1600" dirty="0"/>
              <a:t> (</a:t>
            </a:r>
            <a:r>
              <a:rPr lang="en-US" sz="1600" dirty="0" err="1"/>
              <a:t>gồm</a:t>
            </a:r>
            <a:r>
              <a:rPr lang="en-US" sz="1600" dirty="0"/>
              <a:t> 1 action </a:t>
            </a:r>
            <a:r>
              <a:rPr lang="en-US" sz="1600" dirty="0" err="1"/>
              <a:t>dạng</a:t>
            </a:r>
            <a:r>
              <a:rPr lang="en-US" sz="1600" dirty="0"/>
              <a:t> POST)</a:t>
            </a:r>
          </a:p>
          <a:p>
            <a:pPr lvl="1"/>
            <a:r>
              <a:rPr lang="en-US" sz="1600" dirty="0">
                <a:solidFill>
                  <a:schemeClr val="bg2"/>
                </a:solidFill>
                <a:highlight>
                  <a:srgbClr val="FFFF00"/>
                </a:highlight>
              </a:rPr>
              <a:t>Logout</a:t>
            </a:r>
            <a:r>
              <a:rPr lang="en-US" sz="1600" dirty="0"/>
              <a:t>: </a:t>
            </a:r>
            <a:r>
              <a:rPr lang="en-US" sz="1600" dirty="0" err="1"/>
              <a:t>đăng</a:t>
            </a:r>
            <a:r>
              <a:rPr lang="en-US" sz="1600" dirty="0"/>
              <a:t> </a:t>
            </a:r>
            <a:r>
              <a:rPr lang="en-US" sz="1600" dirty="0" err="1"/>
              <a:t>xuất</a:t>
            </a:r>
            <a:r>
              <a:rPr lang="en-US" sz="1600" dirty="0"/>
              <a:t> </a:t>
            </a:r>
            <a:r>
              <a:rPr lang="en-US" sz="1600" dirty="0" err="1"/>
              <a:t>tài</a:t>
            </a:r>
            <a:r>
              <a:rPr lang="en-US" sz="1600" dirty="0"/>
              <a:t> </a:t>
            </a:r>
            <a:r>
              <a:rPr lang="en-US" sz="1600" dirty="0" err="1"/>
              <a:t>khoản</a:t>
            </a:r>
            <a:endParaRPr lang="en-US" sz="1600" dirty="0"/>
          </a:p>
          <a:p>
            <a:pPr lvl="1"/>
            <a:r>
              <a:rPr lang="en-US" sz="1600" dirty="0" err="1">
                <a:solidFill>
                  <a:schemeClr val="bg2"/>
                </a:solidFill>
                <a:highlight>
                  <a:srgbClr val="FFFF00"/>
                </a:highlight>
              </a:rPr>
              <a:t>ProfileInfo</a:t>
            </a:r>
            <a:r>
              <a:rPr lang="en-US" sz="1600" dirty="0">
                <a:solidFill>
                  <a:schemeClr val="bg2"/>
                </a:solidFill>
                <a:highlight>
                  <a:srgbClr val="FFFF00"/>
                </a:highlight>
              </a:rPr>
              <a:t>: </a:t>
            </a:r>
            <a:r>
              <a:rPr lang="en-US" sz="1600" dirty="0" err="1"/>
              <a:t>hiển</a:t>
            </a:r>
            <a:r>
              <a:rPr lang="en-US" sz="1600" dirty="0"/>
              <a:t> </a:t>
            </a:r>
            <a:r>
              <a:rPr lang="en-US" sz="1600" dirty="0" err="1"/>
              <a:t>thị</a:t>
            </a:r>
            <a:r>
              <a:rPr lang="en-US" sz="1600" dirty="0"/>
              <a:t> </a:t>
            </a:r>
            <a:r>
              <a:rPr lang="en-US" sz="1600" dirty="0" err="1"/>
              <a:t>thông</a:t>
            </a:r>
            <a:r>
              <a:rPr lang="en-US" sz="1600" dirty="0"/>
              <a:t> tin </a:t>
            </a:r>
            <a:r>
              <a:rPr lang="en-US" sz="1600" dirty="0" err="1"/>
              <a:t>tài</a:t>
            </a:r>
            <a:r>
              <a:rPr lang="en-US" sz="1600" dirty="0"/>
              <a:t> </a:t>
            </a:r>
            <a:r>
              <a:rPr lang="en-US" sz="1600" dirty="0" err="1"/>
              <a:t>khoản</a:t>
            </a:r>
            <a:r>
              <a:rPr lang="en-US" sz="1600" dirty="0"/>
              <a:t> </a:t>
            </a:r>
            <a:r>
              <a:rPr lang="en-US" sz="1600" dirty="0" err="1"/>
              <a:t>người</a:t>
            </a:r>
            <a:r>
              <a:rPr lang="en-US" sz="1600" dirty="0"/>
              <a:t> dung, </a:t>
            </a:r>
            <a:r>
              <a:rPr lang="en-US" sz="1600" dirty="0" err="1"/>
              <a:t>cho</a:t>
            </a:r>
            <a:r>
              <a:rPr lang="en-US" sz="1600" dirty="0"/>
              <a:t> </a:t>
            </a:r>
            <a:r>
              <a:rPr lang="en-US" sz="1600" dirty="0" err="1"/>
              <a:t>phép</a:t>
            </a:r>
            <a:r>
              <a:rPr lang="en-US" sz="1600" dirty="0"/>
              <a:t> </a:t>
            </a:r>
            <a:r>
              <a:rPr lang="en-US" sz="1600" dirty="0" err="1"/>
              <a:t>người</a:t>
            </a:r>
            <a:r>
              <a:rPr lang="en-US" sz="1600" dirty="0"/>
              <a:t> dung </a:t>
            </a:r>
            <a:r>
              <a:rPr lang="en-US" sz="1600" dirty="0" err="1"/>
              <a:t>Thay</a:t>
            </a:r>
            <a:r>
              <a:rPr lang="en-US" sz="1600" dirty="0"/>
              <a:t> </a:t>
            </a:r>
            <a:r>
              <a:rPr lang="en-US" sz="1600" dirty="0" err="1"/>
              <a:t>đổi</a:t>
            </a:r>
            <a:r>
              <a:rPr lang="en-US" sz="1600" dirty="0"/>
              <a:t> </a:t>
            </a:r>
            <a:r>
              <a:rPr lang="en-US" sz="1600" dirty="0" err="1"/>
              <a:t>thông</a:t>
            </a:r>
            <a:r>
              <a:rPr lang="en-US" sz="1600" dirty="0"/>
              <a:t> tin </a:t>
            </a:r>
            <a:r>
              <a:rPr lang="en-US" sz="1600" dirty="0" err="1"/>
              <a:t>và</a:t>
            </a:r>
            <a:r>
              <a:rPr lang="en-US" sz="1600" dirty="0"/>
              <a:t> </a:t>
            </a:r>
            <a:r>
              <a:rPr lang="en-US" sz="1600" dirty="0" err="1"/>
              <a:t>Đổi</a:t>
            </a:r>
            <a:r>
              <a:rPr lang="en-US" sz="1600" dirty="0"/>
              <a:t> </a:t>
            </a:r>
            <a:r>
              <a:rPr lang="en-US" sz="1600" dirty="0" err="1"/>
              <a:t>mật</a:t>
            </a:r>
            <a:r>
              <a:rPr lang="en-US" sz="1600" dirty="0"/>
              <a:t> </a:t>
            </a:r>
            <a:r>
              <a:rPr lang="en-US" sz="1600" dirty="0" err="1"/>
              <a:t>khẩu</a:t>
            </a:r>
            <a:endParaRPr lang="en-US" sz="1600" dirty="0"/>
          </a:p>
          <a:p>
            <a:pPr lvl="1"/>
            <a:r>
              <a:rPr lang="en-US" sz="1600" dirty="0" err="1">
                <a:solidFill>
                  <a:schemeClr val="bg2"/>
                </a:solidFill>
                <a:highlight>
                  <a:srgbClr val="FFFF00"/>
                </a:highlight>
              </a:rPr>
              <a:t>UpdateProfile</a:t>
            </a:r>
            <a:r>
              <a:rPr lang="en-US" sz="1600" dirty="0"/>
              <a:t>: </a:t>
            </a:r>
            <a:r>
              <a:rPr lang="en-US" sz="1600" dirty="0" err="1"/>
              <a:t>cập</a:t>
            </a:r>
            <a:r>
              <a:rPr lang="en-US" sz="1600" dirty="0"/>
              <a:t> </a:t>
            </a:r>
            <a:r>
              <a:rPr lang="en-US" sz="1600" dirty="0" err="1"/>
              <a:t>nhật</a:t>
            </a:r>
            <a:r>
              <a:rPr lang="en-US" sz="1600" dirty="0"/>
              <a:t> </a:t>
            </a:r>
            <a:r>
              <a:rPr lang="en-US" sz="1600" dirty="0" err="1"/>
              <a:t>thông</a:t>
            </a:r>
            <a:r>
              <a:rPr lang="en-US" sz="1600" dirty="0"/>
              <a:t> tin </a:t>
            </a:r>
            <a:r>
              <a:rPr lang="en-US" sz="1600" dirty="0" err="1"/>
              <a:t>tài</a:t>
            </a:r>
            <a:r>
              <a:rPr lang="en-US" sz="1600" dirty="0"/>
              <a:t> </a:t>
            </a:r>
            <a:r>
              <a:rPr lang="en-US" sz="1600" dirty="0" err="1"/>
              <a:t>khoản</a:t>
            </a:r>
            <a:endParaRPr lang="en-US" sz="1600" dirty="0"/>
          </a:p>
          <a:p>
            <a:pPr lvl="1"/>
            <a:r>
              <a:rPr lang="en-US" sz="1600" dirty="0" err="1">
                <a:solidFill>
                  <a:schemeClr val="bg2"/>
                </a:solidFill>
                <a:highlight>
                  <a:srgbClr val="FFFF00"/>
                </a:highlight>
              </a:rPr>
              <a:t>ChangePassword</a:t>
            </a:r>
            <a:r>
              <a:rPr lang="en-US" sz="1600" dirty="0"/>
              <a:t>: </a:t>
            </a:r>
            <a:r>
              <a:rPr lang="en-US" sz="1600" dirty="0" err="1"/>
              <a:t>đổi</a:t>
            </a:r>
            <a:r>
              <a:rPr lang="en-US" sz="1600" dirty="0"/>
              <a:t> </a:t>
            </a:r>
            <a:r>
              <a:rPr lang="en-US" sz="1600" dirty="0" err="1"/>
              <a:t>mật</a:t>
            </a:r>
            <a:r>
              <a:rPr lang="en-US" sz="1600" dirty="0"/>
              <a:t> </a:t>
            </a:r>
            <a:r>
              <a:rPr lang="en-US" sz="1600" dirty="0" err="1"/>
              <a:t>khẩu</a:t>
            </a:r>
            <a:r>
              <a:rPr lang="en-US" sz="1600" dirty="0"/>
              <a:t> </a:t>
            </a:r>
            <a:r>
              <a:rPr lang="en-US" sz="1600" dirty="0" err="1"/>
              <a:t>đăng</a:t>
            </a:r>
            <a:r>
              <a:rPr lang="en-US" sz="1600" dirty="0"/>
              <a:t> </a:t>
            </a:r>
            <a:r>
              <a:rPr lang="en-US" sz="1600" dirty="0" err="1"/>
              <a:t>nhập</a:t>
            </a:r>
            <a:endParaRPr lang="en-US" sz="1600" dirty="0"/>
          </a:p>
          <a:p>
            <a:r>
              <a:rPr lang="en-US" sz="2200" dirty="0"/>
              <a:t>Trong </a:t>
            </a:r>
            <a:r>
              <a:rPr lang="en-US" sz="2200" dirty="0">
                <a:solidFill>
                  <a:srgbClr val="FFFF00"/>
                </a:solidFill>
              </a:rPr>
              <a:t>View\Account</a:t>
            </a:r>
            <a:r>
              <a:rPr lang="en-US" sz="2200" dirty="0"/>
              <a:t>, </a:t>
            </a:r>
            <a:r>
              <a:rPr lang="en-US" sz="2200" dirty="0" err="1"/>
              <a:t>tạo</a:t>
            </a:r>
            <a:r>
              <a:rPr lang="en-US" sz="2200" dirty="0"/>
              <a:t> </a:t>
            </a:r>
            <a:r>
              <a:rPr lang="en-US" sz="2200" dirty="0" err="1"/>
              <a:t>các</a:t>
            </a:r>
            <a:r>
              <a:rPr lang="en-US" sz="2200" dirty="0"/>
              <a:t> file View </a:t>
            </a:r>
            <a:r>
              <a:rPr lang="en-US" sz="2200" dirty="0" err="1"/>
              <a:t>tương</a:t>
            </a:r>
            <a:r>
              <a:rPr lang="en-US" sz="2200" dirty="0"/>
              <a:t> </a:t>
            </a:r>
            <a:r>
              <a:rPr lang="en-US" sz="2200" dirty="0" err="1"/>
              <a:t>ứng</a:t>
            </a:r>
            <a:r>
              <a:rPr lang="en-US" sz="2200" dirty="0"/>
              <a:t> </a:t>
            </a:r>
            <a:r>
              <a:rPr lang="en-US" sz="2200" dirty="0" err="1"/>
              <a:t>với</a:t>
            </a:r>
            <a:r>
              <a:rPr lang="en-US" sz="2200" dirty="0"/>
              <a:t> </a:t>
            </a:r>
            <a:r>
              <a:rPr lang="en-US" sz="2200" dirty="0" err="1"/>
              <a:t>các</a:t>
            </a:r>
            <a:r>
              <a:rPr lang="en-US" sz="2200" dirty="0"/>
              <a:t> action</a:t>
            </a:r>
          </a:p>
          <a:p>
            <a:pPr lvl="1"/>
            <a:r>
              <a:rPr lang="en-US" sz="1600" dirty="0" err="1">
                <a:solidFill>
                  <a:schemeClr val="bg2"/>
                </a:solidFill>
                <a:highlight>
                  <a:srgbClr val="FFFF00"/>
                </a:highlight>
              </a:rPr>
              <a:t>Register.cshtml</a:t>
            </a:r>
            <a:r>
              <a:rPr lang="en-US" sz="1600" dirty="0"/>
              <a:t>: </a:t>
            </a:r>
            <a:r>
              <a:rPr lang="en-US" sz="1600" dirty="0" err="1"/>
              <a:t>hiển</a:t>
            </a:r>
            <a:r>
              <a:rPr lang="en-US" sz="1600" dirty="0"/>
              <a:t> </a:t>
            </a:r>
            <a:r>
              <a:rPr lang="en-US" sz="1600" dirty="0" err="1"/>
              <a:t>thị</a:t>
            </a:r>
            <a:r>
              <a:rPr lang="en-US" sz="1600" dirty="0"/>
              <a:t> </a:t>
            </a:r>
            <a:r>
              <a:rPr lang="en-US" sz="1600" dirty="0" err="1"/>
              <a:t>trang</a:t>
            </a:r>
            <a:r>
              <a:rPr lang="en-US" sz="1600" dirty="0"/>
              <a:t> </a:t>
            </a:r>
            <a:r>
              <a:rPr lang="en-US" sz="1600" dirty="0" err="1"/>
              <a:t>Đăng</a:t>
            </a:r>
            <a:r>
              <a:rPr lang="en-US" sz="1600" dirty="0"/>
              <a:t> </a:t>
            </a:r>
            <a:r>
              <a:rPr lang="en-US" sz="1600" dirty="0" err="1"/>
              <a:t>ký</a:t>
            </a:r>
            <a:endParaRPr lang="en-US" sz="1600" dirty="0"/>
          </a:p>
          <a:p>
            <a:pPr lvl="1"/>
            <a:r>
              <a:rPr lang="en-US" sz="1600" dirty="0" err="1">
                <a:solidFill>
                  <a:schemeClr val="bg2"/>
                </a:solidFill>
                <a:highlight>
                  <a:srgbClr val="FFFF00"/>
                </a:highlight>
              </a:rPr>
              <a:t>Login.cshtml</a:t>
            </a:r>
            <a:r>
              <a:rPr lang="en-US" sz="1600" dirty="0"/>
              <a:t>: </a:t>
            </a:r>
            <a:r>
              <a:rPr lang="en-US" sz="1600" dirty="0" err="1"/>
              <a:t>hiển</a:t>
            </a:r>
            <a:r>
              <a:rPr lang="en-US" sz="1600" dirty="0"/>
              <a:t> </a:t>
            </a:r>
            <a:r>
              <a:rPr lang="en-US" sz="1600" dirty="0" err="1"/>
              <a:t>thị</a:t>
            </a:r>
            <a:r>
              <a:rPr lang="en-US" sz="1600" dirty="0"/>
              <a:t> </a:t>
            </a:r>
            <a:r>
              <a:rPr lang="en-US" sz="1600" dirty="0" err="1"/>
              <a:t>trang</a:t>
            </a:r>
            <a:r>
              <a:rPr lang="en-US" sz="1600" dirty="0"/>
              <a:t> </a:t>
            </a:r>
            <a:r>
              <a:rPr lang="en-US" sz="1600" dirty="0" err="1"/>
              <a:t>Đăng</a:t>
            </a:r>
            <a:r>
              <a:rPr lang="en-US" sz="1600" dirty="0"/>
              <a:t> </a:t>
            </a:r>
            <a:r>
              <a:rPr lang="en-US" sz="1600" dirty="0" err="1"/>
              <a:t>nhập</a:t>
            </a:r>
            <a:endParaRPr lang="en-US" sz="1600" dirty="0"/>
          </a:p>
          <a:p>
            <a:pPr lvl="1"/>
            <a:r>
              <a:rPr lang="en-US" sz="1600" dirty="0" err="1">
                <a:solidFill>
                  <a:schemeClr val="bg2"/>
                </a:solidFill>
                <a:highlight>
                  <a:srgbClr val="FFFF00"/>
                </a:highlight>
              </a:rPr>
              <a:t>ProfileInfo.cshtml</a:t>
            </a:r>
            <a:r>
              <a:rPr lang="en-US" sz="1600" dirty="0"/>
              <a:t>: </a:t>
            </a:r>
            <a:r>
              <a:rPr lang="en-US" sz="1600" dirty="0" err="1"/>
              <a:t>hiển</a:t>
            </a:r>
            <a:r>
              <a:rPr lang="en-US" sz="1600" dirty="0"/>
              <a:t> </a:t>
            </a:r>
            <a:r>
              <a:rPr lang="en-US" sz="1600" dirty="0" err="1"/>
              <a:t>thị</a:t>
            </a:r>
            <a:r>
              <a:rPr lang="en-US" sz="1600" dirty="0"/>
              <a:t> </a:t>
            </a:r>
            <a:r>
              <a:rPr lang="en-US" sz="1600" dirty="0" err="1"/>
              <a:t>trang</a:t>
            </a:r>
            <a:r>
              <a:rPr lang="en-US" sz="1600" dirty="0"/>
              <a:t> Thông tin </a:t>
            </a:r>
            <a:r>
              <a:rPr lang="en-US" sz="1600" dirty="0" err="1"/>
              <a:t>tài</a:t>
            </a:r>
            <a:r>
              <a:rPr lang="en-US" sz="1600" dirty="0"/>
              <a:t> </a:t>
            </a:r>
            <a:r>
              <a:rPr lang="en-US" sz="1600" dirty="0" err="1"/>
              <a:t>khoản</a:t>
            </a:r>
            <a:endParaRPr lang="en-US" sz="1600" dirty="0"/>
          </a:p>
        </p:txBody>
      </p:sp>
      <p:sp>
        <p:nvSpPr>
          <p:cNvPr id="3" name="TextBox 2">
            <a:extLst>
              <a:ext uri="{FF2B5EF4-FFF2-40B4-BE49-F238E27FC236}">
                <a16:creationId xmlns:a16="http://schemas.microsoft.com/office/drawing/2014/main" id="{DF859FBD-B23B-9F35-CAF4-32ADE6896152}"/>
              </a:ext>
            </a:extLst>
          </p:cNvPr>
          <p:cNvSpPr txBox="1"/>
          <p:nvPr/>
        </p:nvSpPr>
        <p:spPr>
          <a:xfrm>
            <a:off x="1370012" y="6011587"/>
            <a:ext cx="8839200" cy="369332"/>
          </a:xfrm>
          <a:prstGeom prst="rect">
            <a:avLst/>
          </a:prstGeom>
          <a:noFill/>
        </p:spPr>
        <p:txBody>
          <a:bodyPr wrap="square" rtlCol="0">
            <a:spAutoFit/>
          </a:bodyPr>
          <a:lstStyle/>
          <a:p>
            <a:r>
              <a:rPr lang="en-US" dirty="0"/>
              <a:t>Link Video </a:t>
            </a:r>
            <a:r>
              <a:rPr lang="en-US" dirty="0" err="1"/>
              <a:t>hướng</a:t>
            </a:r>
            <a:r>
              <a:rPr lang="en-US" dirty="0"/>
              <a:t> </a:t>
            </a:r>
            <a:r>
              <a:rPr lang="en-US" dirty="0" err="1"/>
              <a:t>dẫn</a:t>
            </a:r>
            <a:r>
              <a:rPr lang="en-US" dirty="0"/>
              <a:t>:</a:t>
            </a:r>
          </a:p>
        </p:txBody>
      </p:sp>
    </p:spTree>
    <p:extLst>
      <p:ext uri="{BB962C8B-B14F-4D97-AF65-F5344CB8AC3E}">
        <p14:creationId xmlns:p14="http://schemas.microsoft.com/office/powerpoint/2010/main" val="4242965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7543800" cy="1327150"/>
          </a:xfrm>
        </p:spPr>
        <p:txBody>
          <a:bodyPr>
            <a:noAutofit/>
          </a:bodyPr>
          <a:lstStyle/>
          <a:p>
            <a:r>
              <a:rPr lang="en-US" sz="3600" dirty="0"/>
              <a:t>2.1 Trang </a:t>
            </a:r>
            <a:r>
              <a:rPr lang="en-US" sz="3600" dirty="0" err="1"/>
              <a:t>Đăng</a:t>
            </a:r>
            <a:r>
              <a:rPr lang="en-US" sz="3600" dirty="0"/>
              <a:t> </a:t>
            </a:r>
            <a:r>
              <a:rPr lang="en-US" sz="3600" dirty="0" err="1"/>
              <a:t>ký</a:t>
            </a:r>
            <a:r>
              <a:rPr lang="en-US" sz="3600" dirty="0"/>
              <a:t> </a:t>
            </a:r>
            <a:r>
              <a:rPr lang="en-US" sz="3600" dirty="0" err="1"/>
              <a:t>tài</a:t>
            </a:r>
            <a:r>
              <a:rPr lang="en-US" sz="3600" dirty="0"/>
              <a:t> </a:t>
            </a:r>
            <a:r>
              <a:rPr lang="en-US" sz="3600" dirty="0" err="1"/>
              <a:t>khoản</a:t>
            </a:r>
            <a:r>
              <a:rPr lang="en-US" sz="3600" dirty="0"/>
              <a:t> - </a:t>
            </a: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pic>
        <p:nvPicPr>
          <p:cNvPr id="8" name="Picture 7">
            <a:extLst>
              <a:ext uri="{FF2B5EF4-FFF2-40B4-BE49-F238E27FC236}">
                <a16:creationId xmlns:a16="http://schemas.microsoft.com/office/drawing/2014/main" id="{B459092E-856B-8B32-8878-B540DA430F59}"/>
              </a:ext>
            </a:extLst>
          </p:cNvPr>
          <p:cNvPicPr>
            <a:picLocks noChangeAspect="1"/>
          </p:cNvPicPr>
          <p:nvPr/>
        </p:nvPicPr>
        <p:blipFill>
          <a:blip r:embed="rId2"/>
          <a:stretch>
            <a:fillRect/>
          </a:stretch>
        </p:blipFill>
        <p:spPr>
          <a:xfrm>
            <a:off x="2208212" y="1371600"/>
            <a:ext cx="7772400" cy="4774136"/>
          </a:xfrm>
          <a:prstGeom prst="rect">
            <a:avLst/>
          </a:prstGeom>
        </p:spPr>
      </p:pic>
    </p:spTree>
    <p:extLst>
      <p:ext uri="{BB962C8B-B14F-4D97-AF65-F5344CB8AC3E}">
        <p14:creationId xmlns:p14="http://schemas.microsoft.com/office/powerpoint/2010/main" val="20034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1" y="120650"/>
            <a:ext cx="7787745" cy="869950"/>
          </a:xfrm>
        </p:spPr>
        <p:txBody>
          <a:bodyPr>
            <a:noAutofit/>
          </a:bodyPr>
          <a:lstStyle/>
          <a:p>
            <a:r>
              <a:rPr lang="en-US" sz="3600" dirty="0"/>
              <a:t>2.1 Trang </a:t>
            </a:r>
            <a:r>
              <a:rPr lang="en-US" sz="3600" dirty="0" err="1"/>
              <a:t>Đăng</a:t>
            </a:r>
            <a:r>
              <a:rPr lang="en-US" sz="3600" dirty="0"/>
              <a:t> </a:t>
            </a:r>
            <a:r>
              <a:rPr lang="en-US" sz="3600" dirty="0" err="1"/>
              <a:t>ký</a:t>
            </a:r>
            <a:r>
              <a:rPr lang="en-US" sz="3600" dirty="0"/>
              <a:t> </a:t>
            </a:r>
            <a:r>
              <a:rPr lang="en-US" sz="3600" dirty="0" err="1"/>
              <a:t>tài</a:t>
            </a:r>
            <a:r>
              <a:rPr lang="en-US" sz="3600" dirty="0"/>
              <a:t> </a:t>
            </a:r>
            <a:r>
              <a:rPr lang="en-US" sz="3600" dirty="0" err="1"/>
              <a:t>khoản</a:t>
            </a:r>
            <a:r>
              <a:rPr lang="en-US" sz="3600" dirty="0"/>
              <a:t> - </a:t>
            </a:r>
            <a:r>
              <a:rPr lang="en-US" sz="2400" dirty="0"/>
              <a:t>Model</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2174308503"/>
              </p:ext>
            </p:extLst>
          </p:nvPr>
        </p:nvGraphicFramePr>
        <p:xfrm>
          <a:off x="85724" y="3509228"/>
          <a:ext cx="2579688" cy="3272571"/>
        </p:xfrm>
        <a:graphic>
          <a:graphicData uri="http://schemas.openxmlformats.org/drawingml/2006/table">
            <a:tbl>
              <a:tblPr firstRow="1" bandRow="1">
                <a:tableStyleId>{073A0DAA-6AF3-43AB-8588-CEC1D06C72B9}</a:tableStyleId>
              </a:tblPr>
              <a:tblGrid>
                <a:gridCol w="2579688">
                  <a:extLst>
                    <a:ext uri="{9D8B030D-6E8A-4147-A177-3AD203B41FA5}">
                      <a16:colId xmlns:a16="http://schemas.microsoft.com/office/drawing/2014/main" val="3746387964"/>
                    </a:ext>
                  </a:extLst>
                </a:gridCol>
              </a:tblGrid>
              <a:tr h="572127">
                <a:tc>
                  <a:txBody>
                    <a:bodyPr/>
                    <a:lstStyle/>
                    <a:p>
                      <a:r>
                        <a:rPr lang="en-US" dirty="0" err="1"/>
                        <a:t>ViewModel</a:t>
                      </a:r>
                      <a:r>
                        <a:rPr lang="en-US" dirty="0"/>
                        <a:t> </a:t>
                      </a:r>
                    </a:p>
                  </a:txBody>
                  <a:tcPr/>
                </a:tc>
                <a:extLst>
                  <a:ext uri="{0D108BD9-81ED-4DB2-BD59-A6C34878D82A}">
                    <a16:rowId xmlns:a16="http://schemas.microsoft.com/office/drawing/2014/main" val="2981023087"/>
                  </a:ext>
                </a:extLst>
              </a:tr>
              <a:tr h="2700444">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1" kern="1200" dirty="0" err="1">
                          <a:solidFill>
                            <a:schemeClr val="bg1"/>
                          </a:solidFill>
                          <a:highlight>
                            <a:srgbClr val="FFFF00"/>
                          </a:highlight>
                          <a:latin typeface="+mn-lt"/>
                          <a:ea typeface="+mn-ea"/>
                          <a:cs typeface="+mn-cs"/>
                        </a:rPr>
                        <a:t>RegisterVM.cs</a:t>
                      </a:r>
                      <a:r>
                        <a:rPr lang="en-US" sz="1600" b="1" kern="1200" dirty="0">
                          <a:solidFill>
                            <a:schemeClr val="bg1"/>
                          </a:solidFill>
                          <a:highlight>
                            <a:srgbClr val="FFFF00"/>
                          </a:highlight>
                          <a:latin typeface="+mn-lt"/>
                          <a:ea typeface="+mn-ea"/>
                          <a:cs typeface="+mn-cs"/>
                        </a:rPr>
                        <a:t>: </a:t>
                      </a: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trường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trên</a:t>
                      </a:r>
                      <a:r>
                        <a:rPr lang="en-US" sz="1600" b="0" kern="1200" dirty="0">
                          <a:solidFill>
                            <a:schemeClr val="bg1"/>
                          </a:solidFill>
                          <a:latin typeface="+mn-lt"/>
                          <a:ea typeface="+mn-ea"/>
                          <a:cs typeface="+mn-cs"/>
                        </a:rPr>
                        <a:t> form </a:t>
                      </a:r>
                      <a:r>
                        <a:rPr lang="en-US" sz="1600" b="0" kern="1200" dirty="0" err="1">
                          <a:solidFill>
                            <a:schemeClr val="bg1"/>
                          </a:solidFill>
                          <a:highlight>
                            <a:srgbClr val="FFFF00"/>
                          </a:highlight>
                          <a:latin typeface="+mn-lt"/>
                          <a:ea typeface="+mn-ea"/>
                          <a:cs typeface="+mn-cs"/>
                        </a:rPr>
                        <a:t>Đăng</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ký</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latin typeface="+mn-lt"/>
                          <a:ea typeface="+mn-ea"/>
                          <a:cs typeface="+mn-cs"/>
                        </a:rPr>
                        <a:t>và</a:t>
                      </a:r>
                      <a:r>
                        <a:rPr lang="en-US" sz="1600" b="0" kern="1200" dirty="0">
                          <a:solidFill>
                            <a:schemeClr val="bg1"/>
                          </a:solidFill>
                          <a:latin typeface="+mn-lt"/>
                          <a:ea typeface="+mn-ea"/>
                          <a:cs typeface="+mn-cs"/>
                        </a:rPr>
                        <a:t> </a:t>
                      </a:r>
                      <a:r>
                        <a:rPr lang="en-US" sz="1600" b="0" kern="1200" dirty="0">
                          <a:solidFill>
                            <a:schemeClr val="bg1"/>
                          </a:solidFill>
                          <a:highlight>
                            <a:srgbClr val="FFFF00"/>
                          </a:highlight>
                          <a:latin typeface="+mn-lt"/>
                          <a:ea typeface="+mn-ea"/>
                          <a:cs typeface="+mn-cs"/>
                        </a:rPr>
                        <a:t>Thông tin </a:t>
                      </a:r>
                      <a:r>
                        <a:rPr lang="en-US" sz="1600" b="0" kern="1200" dirty="0" err="1">
                          <a:solidFill>
                            <a:schemeClr val="bg1"/>
                          </a:solidFill>
                          <a:highlight>
                            <a:srgbClr val="FFFF00"/>
                          </a:highlight>
                          <a:latin typeface="+mn-lt"/>
                          <a:ea typeface="+mn-ea"/>
                          <a:cs typeface="+mn-cs"/>
                        </a:rPr>
                        <a:t>tài</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khoản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kết</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hợp</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của</a:t>
                      </a:r>
                      <a:r>
                        <a:rPr lang="en-US" sz="1600" b="0" kern="1200" dirty="0">
                          <a:solidFill>
                            <a:schemeClr val="bg1"/>
                          </a:solidFill>
                          <a:latin typeface="+mn-lt"/>
                          <a:ea typeface="+mn-ea"/>
                          <a:cs typeface="+mn-cs"/>
                        </a:rPr>
                        <a:t> User + Customer)</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Thực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hiện</a:t>
                      </a:r>
                      <a:r>
                        <a:rPr lang="en-US" sz="1600" b="0" kern="1200" dirty="0">
                          <a:solidFill>
                            <a:schemeClr val="bg1"/>
                          </a:solidFill>
                          <a:latin typeface="+mn-lt"/>
                          <a:ea typeface="+mn-ea"/>
                          <a:cs typeface="+mn-cs"/>
                        </a:rPr>
                        <a:t> </a:t>
                      </a:r>
                      <a:r>
                        <a:rPr lang="en-US" sz="1600" b="0" kern="1200" dirty="0">
                          <a:solidFill>
                            <a:schemeClr val="bg1"/>
                          </a:solidFill>
                          <a:highlight>
                            <a:srgbClr val="FFFF00"/>
                          </a:highlight>
                          <a:latin typeface="+mn-lt"/>
                          <a:ea typeface="+mn-ea"/>
                          <a:cs typeface="+mn-cs"/>
                        </a:rPr>
                        <a:t>Data Annotation </a:t>
                      </a:r>
                      <a:r>
                        <a:rPr lang="en-US" sz="1600" b="0" kern="1200" dirty="0" err="1">
                          <a:solidFill>
                            <a:schemeClr val="bg1"/>
                          </a:solidFill>
                          <a:latin typeface="+mn-lt"/>
                          <a:ea typeface="+mn-ea"/>
                          <a:cs typeface="+mn-cs"/>
                        </a:rPr>
                        <a:t>cho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trường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trên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highlight>
                            <a:srgbClr val="FFFF00"/>
                          </a:highlight>
                          <a:latin typeface="+mn-lt"/>
                          <a:ea typeface="+mn-ea"/>
                          <a:cs typeface="+mn-cs"/>
                        </a:rPr>
                        <a:t>Đăng</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ký</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tài</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khoản</a:t>
                      </a:r>
                      <a:endParaRPr lang="en-US" sz="1600" b="0" kern="1200" dirty="0">
                        <a:solidFill>
                          <a:schemeClr val="bg1"/>
                        </a:solidFill>
                        <a:highlight>
                          <a:srgbClr val="FFFF00"/>
                        </a:highlight>
                        <a:latin typeface="+mn-lt"/>
                        <a:ea typeface="+mn-ea"/>
                        <a:cs typeface="+mn-cs"/>
                      </a:endParaRPr>
                    </a:p>
                  </a:txBody>
                  <a:tcPr/>
                </a:tc>
                <a:extLst>
                  <a:ext uri="{0D108BD9-81ED-4DB2-BD59-A6C34878D82A}">
                    <a16:rowId xmlns:a16="http://schemas.microsoft.com/office/drawing/2014/main" val="395742809"/>
                  </a:ext>
                </a:extLst>
              </a:tr>
            </a:tbl>
          </a:graphicData>
        </a:graphic>
      </p:graphicFrame>
      <p:graphicFrame>
        <p:nvGraphicFramePr>
          <p:cNvPr id="3" name="Table 2">
            <a:extLst>
              <a:ext uri="{FF2B5EF4-FFF2-40B4-BE49-F238E27FC236}">
                <a16:creationId xmlns:a16="http://schemas.microsoft.com/office/drawing/2014/main" id="{FE51DCF3-5461-340F-6546-72AA1ECCF239}"/>
              </a:ext>
            </a:extLst>
          </p:cNvPr>
          <p:cNvGraphicFramePr>
            <a:graphicFrameLocks noGrp="1"/>
          </p:cNvGraphicFramePr>
          <p:nvPr>
            <p:extLst>
              <p:ext uri="{D42A27DB-BD31-4B8C-83A1-F6EECF244321}">
                <p14:modId xmlns:p14="http://schemas.microsoft.com/office/powerpoint/2010/main" val="3691560564"/>
              </p:ext>
            </p:extLst>
          </p:nvPr>
        </p:nvGraphicFramePr>
        <p:xfrm>
          <a:off x="85724" y="1066800"/>
          <a:ext cx="2579688" cy="2286000"/>
        </p:xfrm>
        <a:graphic>
          <a:graphicData uri="http://schemas.openxmlformats.org/drawingml/2006/table">
            <a:tbl>
              <a:tblPr firstRow="1" bandRow="1">
                <a:tableStyleId>{073A0DAA-6AF3-43AB-8588-CEC1D06C72B9}</a:tableStyleId>
              </a:tblPr>
              <a:tblGrid>
                <a:gridCol w="2579688">
                  <a:extLst>
                    <a:ext uri="{9D8B030D-6E8A-4147-A177-3AD203B41FA5}">
                      <a16:colId xmlns:a16="http://schemas.microsoft.com/office/drawing/2014/main" val="1033166439"/>
                    </a:ext>
                  </a:extLst>
                </a:gridCol>
              </a:tblGrid>
              <a:tr h="603564">
                <a:tc>
                  <a:txBody>
                    <a:bodyPr/>
                    <a:lstStyle/>
                    <a:p>
                      <a:r>
                        <a:rPr lang="en-US" dirty="0"/>
                        <a:t>Model </a:t>
                      </a:r>
                    </a:p>
                  </a:txBody>
                  <a:tcPr/>
                </a:tc>
                <a:extLst>
                  <a:ext uri="{0D108BD9-81ED-4DB2-BD59-A6C34878D82A}">
                    <a16:rowId xmlns:a16="http://schemas.microsoft.com/office/drawing/2014/main" val="4075280154"/>
                  </a:ext>
                </a:extLst>
              </a:tr>
              <a:tr h="1682436">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b="0" kern="1200" dirty="0" err="1">
                          <a:solidFill>
                            <a:schemeClr val="bg1"/>
                          </a:solidFill>
                          <a:latin typeface="+mn-lt"/>
                          <a:ea typeface="+mn-ea"/>
                          <a:cs typeface="+mn-cs"/>
                        </a:rPr>
                        <a:t>Sử</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dụng</a:t>
                      </a:r>
                      <a:r>
                        <a:rPr lang="en-US" sz="1800" b="0" kern="1200" dirty="0">
                          <a:solidFill>
                            <a:schemeClr val="bg1"/>
                          </a:solidFill>
                          <a:latin typeface="+mn-lt"/>
                          <a:ea typeface="+mn-ea"/>
                          <a:cs typeface="+mn-cs"/>
                        </a:rPr>
                        <a:t> 02 </a:t>
                      </a:r>
                      <a:r>
                        <a:rPr lang="en-US" sz="1800" b="0" kern="1200" dirty="0" err="1">
                          <a:solidFill>
                            <a:schemeClr val="bg1"/>
                          </a:solidFill>
                          <a:latin typeface="+mn-lt"/>
                          <a:ea typeface="+mn-ea"/>
                          <a:cs typeface="+mn-cs"/>
                        </a:rPr>
                        <a:t>lớp</a:t>
                      </a:r>
                      <a:r>
                        <a:rPr lang="en-US" sz="1800" b="0" kern="1200" dirty="0">
                          <a:solidFill>
                            <a:schemeClr val="bg1"/>
                          </a:solidFill>
                          <a:latin typeface="+mn-lt"/>
                          <a:ea typeface="+mn-ea"/>
                          <a:cs typeface="+mn-cs"/>
                        </a:rPr>
                        <a:t> model</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highlight>
                            <a:srgbClr val="FFFF00"/>
                          </a:highlight>
                          <a:latin typeface="+mn-lt"/>
                          <a:ea typeface="+mn-ea"/>
                          <a:cs typeface="+mn-cs"/>
                        </a:rPr>
                        <a:t>User.cs</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tài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khoản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người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dùng</a:t>
                      </a:r>
                      <a:endParaRPr lang="en-US" sz="16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highlight>
                            <a:srgbClr val="FFFF00"/>
                          </a:highlight>
                          <a:latin typeface="+mn-lt"/>
                          <a:ea typeface="+mn-ea"/>
                          <a:cs typeface="+mn-cs"/>
                        </a:rPr>
                        <a:t>Customer.cs</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cá</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nhân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của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Khách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hàng</a:t>
                      </a:r>
                      <a:endParaRPr lang="en-US" sz="1600" b="0" kern="1200" dirty="0">
                        <a:solidFill>
                          <a:schemeClr val="bg1"/>
                        </a:solidFill>
                        <a:latin typeface="+mn-lt"/>
                        <a:ea typeface="+mn-ea"/>
                        <a:cs typeface="+mn-cs"/>
                      </a:endParaRPr>
                    </a:p>
                  </a:txBody>
                  <a:tcPr/>
                </a:tc>
                <a:extLst>
                  <a:ext uri="{0D108BD9-81ED-4DB2-BD59-A6C34878D82A}">
                    <a16:rowId xmlns:a16="http://schemas.microsoft.com/office/drawing/2014/main" val="3408187948"/>
                  </a:ext>
                </a:extLst>
              </a:tr>
            </a:tbl>
          </a:graphicData>
        </a:graphic>
      </p:graphicFrame>
      <p:pic>
        <p:nvPicPr>
          <p:cNvPr id="5" name="Picture 4">
            <a:extLst>
              <a:ext uri="{FF2B5EF4-FFF2-40B4-BE49-F238E27FC236}">
                <a16:creationId xmlns:a16="http://schemas.microsoft.com/office/drawing/2014/main" id="{400C12D1-4605-633C-1330-D3AFEFE5B59E}"/>
              </a:ext>
            </a:extLst>
          </p:cNvPr>
          <p:cNvPicPr>
            <a:picLocks noChangeAspect="1"/>
          </p:cNvPicPr>
          <p:nvPr/>
        </p:nvPicPr>
        <p:blipFill>
          <a:blip r:embed="rId2"/>
          <a:stretch>
            <a:fillRect/>
          </a:stretch>
        </p:blipFill>
        <p:spPr>
          <a:xfrm>
            <a:off x="7847013" y="76200"/>
            <a:ext cx="4267199" cy="3107755"/>
          </a:xfrm>
          <a:prstGeom prst="rect">
            <a:avLst/>
          </a:prstGeom>
        </p:spPr>
      </p:pic>
      <p:pic>
        <p:nvPicPr>
          <p:cNvPr id="7" name="Picture 6">
            <a:extLst>
              <a:ext uri="{FF2B5EF4-FFF2-40B4-BE49-F238E27FC236}">
                <a16:creationId xmlns:a16="http://schemas.microsoft.com/office/drawing/2014/main" id="{128B7AF4-1DB8-3532-B8ED-51051A0A65FA}"/>
              </a:ext>
            </a:extLst>
          </p:cNvPr>
          <p:cNvPicPr>
            <a:picLocks noChangeAspect="1"/>
          </p:cNvPicPr>
          <p:nvPr/>
        </p:nvPicPr>
        <p:blipFill>
          <a:blip r:embed="rId3"/>
          <a:stretch>
            <a:fillRect/>
          </a:stretch>
        </p:blipFill>
        <p:spPr>
          <a:xfrm>
            <a:off x="7847013" y="3276600"/>
            <a:ext cx="4267199" cy="3505200"/>
          </a:xfrm>
          <a:prstGeom prst="rect">
            <a:avLst/>
          </a:prstGeom>
        </p:spPr>
      </p:pic>
      <p:pic>
        <p:nvPicPr>
          <p:cNvPr id="9" name="Picture 8">
            <a:extLst>
              <a:ext uri="{FF2B5EF4-FFF2-40B4-BE49-F238E27FC236}">
                <a16:creationId xmlns:a16="http://schemas.microsoft.com/office/drawing/2014/main" id="{42CA61CB-933E-1A41-ED09-000DFA118713}"/>
              </a:ext>
            </a:extLst>
          </p:cNvPr>
          <p:cNvPicPr>
            <a:picLocks noChangeAspect="1"/>
          </p:cNvPicPr>
          <p:nvPr/>
        </p:nvPicPr>
        <p:blipFill>
          <a:blip r:embed="rId4"/>
          <a:stretch>
            <a:fillRect/>
          </a:stretch>
        </p:blipFill>
        <p:spPr>
          <a:xfrm>
            <a:off x="2741612" y="1066800"/>
            <a:ext cx="5029201" cy="5715000"/>
          </a:xfrm>
          <a:prstGeom prst="rect">
            <a:avLst/>
          </a:prstGeom>
        </p:spPr>
      </p:pic>
    </p:spTree>
    <p:extLst>
      <p:ext uri="{BB962C8B-B14F-4D97-AF65-F5344CB8AC3E}">
        <p14:creationId xmlns:p14="http://schemas.microsoft.com/office/powerpoint/2010/main" val="2762851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844551"/>
          </a:xfrm>
        </p:spPr>
        <p:txBody>
          <a:bodyPr>
            <a:noAutofit/>
          </a:bodyPr>
          <a:lstStyle/>
          <a:p>
            <a:r>
              <a:rPr lang="en-US" sz="3600" dirty="0"/>
              <a:t>2.1 Trang </a:t>
            </a:r>
            <a:r>
              <a:rPr lang="en-US" sz="3600" dirty="0" err="1"/>
              <a:t>Đăng</a:t>
            </a:r>
            <a:r>
              <a:rPr lang="en-US" sz="3600" dirty="0"/>
              <a:t> </a:t>
            </a:r>
            <a:r>
              <a:rPr lang="en-US" sz="3600" dirty="0" err="1"/>
              <a:t>ký</a:t>
            </a:r>
            <a:r>
              <a:rPr lang="en-US" sz="3600" dirty="0"/>
              <a:t> </a:t>
            </a:r>
            <a:r>
              <a:rPr lang="en-US" sz="3600" dirty="0" err="1"/>
              <a:t>tài</a:t>
            </a:r>
            <a:r>
              <a:rPr lang="en-US" sz="3600" dirty="0"/>
              <a:t> </a:t>
            </a:r>
            <a:r>
              <a:rPr lang="en-US" sz="3600" dirty="0" err="1"/>
              <a:t>khoản</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3462662848"/>
              </p:ext>
            </p:extLst>
          </p:nvPr>
        </p:nvGraphicFramePr>
        <p:xfrm>
          <a:off x="76436" y="1143000"/>
          <a:ext cx="5865576" cy="3535680"/>
        </p:xfrm>
        <a:graphic>
          <a:graphicData uri="http://schemas.openxmlformats.org/drawingml/2006/table">
            <a:tbl>
              <a:tblPr firstRow="1" bandRow="1">
                <a:tableStyleId>{073A0DAA-6AF3-43AB-8588-CEC1D06C72B9}</a:tableStyleId>
              </a:tblPr>
              <a:tblGrid>
                <a:gridCol w="5865576">
                  <a:extLst>
                    <a:ext uri="{9D8B030D-6E8A-4147-A177-3AD203B41FA5}">
                      <a16:colId xmlns:a16="http://schemas.microsoft.com/office/drawing/2014/main" val="3776698516"/>
                    </a:ext>
                  </a:extLst>
                </a:gridCol>
              </a:tblGrid>
              <a:tr h="457200">
                <a:tc>
                  <a:txBody>
                    <a:bodyPr/>
                    <a:lstStyle/>
                    <a:p>
                      <a:r>
                        <a:rPr lang="en-US" sz="1600" dirty="0"/>
                        <a:t>Controller: </a:t>
                      </a:r>
                      <a:r>
                        <a:rPr lang="en-US" sz="1600" dirty="0" err="1"/>
                        <a:t>AccountController</a:t>
                      </a:r>
                      <a:endParaRPr lang="en-US" sz="1600" dirty="0"/>
                    </a:p>
                  </a:txBody>
                  <a:tcPr/>
                </a:tc>
                <a:extLst>
                  <a:ext uri="{0D108BD9-81ED-4DB2-BD59-A6C34878D82A}">
                    <a16:rowId xmlns:a16="http://schemas.microsoft.com/office/drawing/2014/main" val="2981023087"/>
                  </a:ext>
                </a:extLst>
              </a:tr>
              <a:tr h="2743200">
                <a:tc>
                  <a:txBody>
                    <a:bodyPr/>
                    <a:lstStyle/>
                    <a:p>
                      <a:pPr>
                        <a:spcBef>
                          <a:spcPts val="600"/>
                        </a:spcBef>
                      </a:pPr>
                      <a:r>
                        <a:rPr lang="en-US" sz="1800" dirty="0"/>
                        <a:t>Action </a:t>
                      </a:r>
                      <a:r>
                        <a:rPr lang="en-US" sz="1800" dirty="0">
                          <a:highlight>
                            <a:srgbClr val="FFFF00"/>
                          </a:highlight>
                        </a:rPr>
                        <a:t>Register</a:t>
                      </a:r>
                      <a:r>
                        <a:rPr lang="en-US" sz="1800" dirty="0"/>
                        <a:t> </a:t>
                      </a:r>
                      <a:r>
                        <a:rPr lang="en-US" sz="1800" dirty="0" err="1"/>
                        <a:t>sẽ</a:t>
                      </a:r>
                      <a:r>
                        <a:rPr lang="en-US" sz="1800" dirty="0"/>
                        <a:t> </a:t>
                      </a:r>
                      <a:r>
                        <a:rPr lang="en-US" sz="1800" dirty="0" err="1"/>
                        <a:t>thực</a:t>
                      </a:r>
                      <a:r>
                        <a:rPr lang="en-US" sz="1800" dirty="0"/>
                        <a:t> </a:t>
                      </a:r>
                      <a:r>
                        <a:rPr lang="en-US" sz="1800" dirty="0" err="1"/>
                        <a:t>hiện</a:t>
                      </a:r>
                      <a:r>
                        <a:rPr lang="en-US" sz="1800" dirty="0"/>
                        <a:t> </a:t>
                      </a:r>
                      <a:r>
                        <a:rPr lang="en-US" sz="1800" dirty="0" err="1"/>
                        <a:t>các</a:t>
                      </a:r>
                      <a:r>
                        <a:rPr lang="en-US" sz="1800" dirty="0"/>
                        <a:t> </a:t>
                      </a:r>
                      <a:r>
                        <a:rPr lang="en-US" sz="1800" dirty="0" err="1"/>
                        <a:t>phần</a:t>
                      </a:r>
                      <a:r>
                        <a:rPr lang="en-US" sz="1800" dirty="0"/>
                        <a:t> </a:t>
                      </a:r>
                      <a:r>
                        <a:rPr lang="en-US" sz="1800" dirty="0" err="1"/>
                        <a:t>sau</a:t>
                      </a:r>
                      <a:r>
                        <a:rPr lang="en-US" sz="1800" dirty="0"/>
                        <a:t>:</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form </a:t>
                      </a:r>
                      <a:r>
                        <a:rPr lang="en-US" sz="1600" b="0" kern="1200" dirty="0" err="1">
                          <a:solidFill>
                            <a:schemeClr val="bg1"/>
                          </a:solidFill>
                          <a:highlight>
                            <a:srgbClr val="FFFF00"/>
                          </a:highlight>
                          <a:latin typeface="+mn-lt"/>
                          <a:ea typeface="+mn-ea"/>
                          <a:cs typeface="+mn-cs"/>
                        </a:rPr>
                        <a:t>Đăng</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ký</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tài</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khoản</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latin typeface="+mn-lt"/>
                          <a:ea typeface="+mn-ea"/>
                          <a:cs typeface="+mn-cs"/>
                        </a:rPr>
                        <a:t>và</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người</a:t>
                      </a:r>
                      <a:r>
                        <a:rPr lang="en-US" sz="1600" b="0" kern="1200" dirty="0">
                          <a:solidFill>
                            <a:schemeClr val="bg1"/>
                          </a:solidFill>
                          <a:latin typeface="+mn-lt"/>
                          <a:ea typeface="+mn-ea"/>
                          <a:cs typeface="+mn-cs"/>
                        </a:rPr>
                        <a:t> dung </a:t>
                      </a:r>
                      <a:r>
                        <a:rPr lang="en-US" sz="1600" b="0" kern="1200" dirty="0" err="1">
                          <a:solidFill>
                            <a:schemeClr val="bg1"/>
                          </a:solidFill>
                          <a:latin typeface="+mn-lt"/>
                          <a:ea typeface="+mn-ea"/>
                          <a:cs typeface="+mn-cs"/>
                        </a:rPr>
                        <a:t>nhập</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vào</a:t>
                      </a:r>
                      <a:r>
                        <a:rPr lang="en-US" sz="1600" b="0" kern="1200" dirty="0">
                          <a:solidFill>
                            <a:schemeClr val="bg1"/>
                          </a:solidFill>
                          <a:latin typeface="+mn-lt"/>
                          <a:ea typeface="+mn-ea"/>
                          <a:cs typeface="+mn-cs"/>
                        </a:rPr>
                        <a:t> view model </a:t>
                      </a:r>
                      <a:r>
                        <a:rPr lang="en-US" sz="1600" b="0" kern="1200" dirty="0" err="1">
                          <a:solidFill>
                            <a:schemeClr val="bg1"/>
                          </a:solidFill>
                          <a:highlight>
                            <a:srgbClr val="FFFF00"/>
                          </a:highlight>
                          <a:latin typeface="+mn-lt"/>
                          <a:ea typeface="+mn-ea"/>
                          <a:cs typeface="+mn-cs"/>
                        </a:rPr>
                        <a:t>RegisterVM</a:t>
                      </a:r>
                      <a:endParaRPr lang="en-US" sz="1600" b="0" kern="1200" dirty="0">
                        <a:solidFill>
                          <a:schemeClr val="bg1"/>
                        </a:solidFill>
                        <a:highlight>
                          <a:srgbClr val="FFFF00"/>
                        </a:highlight>
                        <a:latin typeface="+mn-lt"/>
                        <a:ea typeface="+mn-ea"/>
                        <a:cs typeface="+mn-cs"/>
                      </a:endParaRP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Kiểm</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xem</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tên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đăng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nhập</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đã</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tồn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tại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chưa</a:t>
                      </a:r>
                      <a:endParaRPr lang="en-US" sz="16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Nếu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tồn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tại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rồi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thì</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báo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lỗi</a:t>
                      </a:r>
                      <a:endParaRPr lang="en-US" sz="16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Còn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chưa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tồn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tại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thì</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sẽ</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khởi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tạo</a:t>
                      </a:r>
                      <a:r>
                        <a:rPr lang="en-US" sz="1600" b="0" kern="1200" dirty="0">
                          <a:solidFill>
                            <a:schemeClr val="bg1"/>
                          </a:solidFill>
                          <a:latin typeface="+mn-lt"/>
                          <a:ea typeface="+mn-ea"/>
                          <a:cs typeface="+mn-cs"/>
                        </a:rPr>
                        <a:t>:</a:t>
                      </a:r>
                    </a:p>
                    <a:p>
                      <a:pPr marL="742813" marR="0" lvl="1"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400" b="0" kern="1200" dirty="0">
                          <a:solidFill>
                            <a:schemeClr val="bg1"/>
                          </a:solidFill>
                          <a:latin typeface="+mn-lt"/>
                          <a:ea typeface="+mn-ea"/>
                          <a:cs typeface="+mn-cs"/>
                        </a:rPr>
                        <a:t>01 </a:t>
                      </a:r>
                      <a:r>
                        <a:rPr lang="en-US" sz="1400" b="0" kern="1200" dirty="0" err="1">
                          <a:solidFill>
                            <a:schemeClr val="bg1"/>
                          </a:solidFill>
                          <a:latin typeface="+mn-lt"/>
                          <a:ea typeface="+mn-ea"/>
                          <a:cs typeface="+mn-cs"/>
                        </a:rPr>
                        <a:t>bản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ghi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thông</a:t>
                      </a:r>
                      <a:r>
                        <a:rPr lang="en-US" sz="1400" b="0" kern="1200" dirty="0">
                          <a:solidFill>
                            <a:schemeClr val="bg1"/>
                          </a:solidFill>
                          <a:latin typeface="+mn-lt"/>
                          <a:ea typeface="+mn-ea"/>
                          <a:cs typeface="+mn-cs"/>
                        </a:rPr>
                        <a:t> tin </a:t>
                      </a:r>
                      <a:r>
                        <a:rPr lang="en-US" sz="1400" b="0" kern="1200" dirty="0" err="1">
                          <a:solidFill>
                            <a:schemeClr val="bg1"/>
                          </a:solidFill>
                          <a:latin typeface="+mn-lt"/>
                          <a:ea typeface="+mn-ea"/>
                          <a:cs typeface="+mn-cs"/>
                        </a:rPr>
                        <a:t>tài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khoản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bảng</a:t>
                      </a:r>
                      <a:r>
                        <a:rPr lang="en-US" sz="1400" b="0" kern="1200" dirty="0">
                          <a:solidFill>
                            <a:schemeClr val="bg1"/>
                          </a:solidFill>
                          <a:latin typeface="+mn-lt"/>
                          <a:ea typeface="+mn-ea"/>
                          <a:cs typeface="+mn-cs"/>
                        </a:rPr>
                        <a:t> User</a:t>
                      </a:r>
                    </a:p>
                    <a:p>
                      <a:pPr marL="742813" marR="0" lvl="1"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400" b="0" kern="1200" dirty="0">
                          <a:solidFill>
                            <a:schemeClr val="bg1"/>
                          </a:solidFill>
                          <a:latin typeface="+mn-lt"/>
                          <a:ea typeface="+mn-ea"/>
                          <a:cs typeface="+mn-cs"/>
                        </a:rPr>
                        <a:t>01 </a:t>
                      </a:r>
                      <a:r>
                        <a:rPr lang="en-US" sz="1400" b="0" kern="1200" dirty="0" err="1">
                          <a:solidFill>
                            <a:schemeClr val="bg1"/>
                          </a:solidFill>
                          <a:latin typeface="+mn-lt"/>
                          <a:ea typeface="+mn-ea"/>
                          <a:cs typeface="+mn-cs"/>
                        </a:rPr>
                        <a:t>bản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ghi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thông</a:t>
                      </a:r>
                      <a:r>
                        <a:rPr lang="en-US" sz="1400" b="0" kern="1200" dirty="0">
                          <a:solidFill>
                            <a:schemeClr val="bg1"/>
                          </a:solidFill>
                          <a:latin typeface="+mn-lt"/>
                          <a:ea typeface="+mn-ea"/>
                          <a:cs typeface="+mn-cs"/>
                        </a:rPr>
                        <a:t> tin </a:t>
                      </a:r>
                      <a:r>
                        <a:rPr lang="en-US" sz="1400" b="0" kern="1200" dirty="0" err="1">
                          <a:solidFill>
                            <a:schemeClr val="bg1"/>
                          </a:solidFill>
                          <a:latin typeface="+mn-lt"/>
                          <a:ea typeface="+mn-ea"/>
                          <a:cs typeface="+mn-cs"/>
                        </a:rPr>
                        <a:t>khách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bảng</a:t>
                      </a:r>
                      <a:r>
                        <a:rPr lang="en-US" sz="1400" b="0" kern="1200" dirty="0">
                          <a:solidFill>
                            <a:schemeClr val="bg1"/>
                          </a:solidFill>
                          <a:latin typeface="+mn-lt"/>
                          <a:ea typeface="+mn-ea"/>
                          <a:cs typeface="+mn-cs"/>
                        </a:rPr>
                        <a:t> Customer</a:t>
                      </a:r>
                    </a:p>
                    <a:p>
                      <a:pPr marL="742813" marR="0" lvl="1"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thông</a:t>
                      </a:r>
                      <a:r>
                        <a:rPr lang="en-US" sz="1400" b="0" kern="1200" dirty="0">
                          <a:solidFill>
                            <a:schemeClr val="bg1"/>
                          </a:solidFill>
                          <a:latin typeface="+mn-lt"/>
                          <a:ea typeface="+mn-ea"/>
                          <a:cs typeface="+mn-cs"/>
                        </a:rPr>
                        <a:t> tin </a:t>
                      </a:r>
                      <a:r>
                        <a:rPr lang="en-US" sz="1400" b="0" kern="1200" dirty="0" err="1">
                          <a:solidFill>
                            <a:schemeClr val="bg1"/>
                          </a:solidFill>
                          <a:latin typeface="+mn-lt"/>
                          <a:ea typeface="+mn-ea"/>
                          <a:cs typeface="+mn-cs"/>
                        </a:rPr>
                        <a:t>cả</a:t>
                      </a:r>
                      <a:r>
                        <a:rPr lang="en-US" sz="1400" b="0" kern="1200" dirty="0">
                          <a:solidFill>
                            <a:schemeClr val="bg1"/>
                          </a:solidFill>
                          <a:latin typeface="+mn-lt"/>
                          <a:ea typeface="+mn-ea"/>
                          <a:cs typeface="+mn-cs"/>
                        </a:rPr>
                        <a:t> 2 </a:t>
                      </a:r>
                      <a:r>
                        <a:rPr lang="en-US" sz="1400" b="0" kern="1200" dirty="0" err="1">
                          <a:solidFill>
                            <a:schemeClr val="bg1"/>
                          </a:solidFill>
                          <a:latin typeface="+mn-lt"/>
                          <a:ea typeface="+mn-ea"/>
                          <a:cs typeface="+mn-cs"/>
                        </a:rPr>
                        <a:t>vào</a:t>
                      </a:r>
                      <a:r>
                        <a:rPr lang="en-US" sz="1400" b="0" kern="1200" dirty="0">
                          <a:solidFill>
                            <a:schemeClr val="bg1"/>
                          </a:solidFill>
                          <a:latin typeface="+mn-lt"/>
                          <a:ea typeface="+mn-ea"/>
                          <a:cs typeface="+mn-cs"/>
                        </a:rPr>
                        <a:t> DB</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a:solidFill>
                            <a:schemeClr val="bg1"/>
                          </a:solidFill>
                          <a:latin typeface="+mn-lt"/>
                          <a:ea typeface="+mn-ea"/>
                          <a:cs typeface="+mn-cs"/>
                        </a:rPr>
                        <a:t>Sau </a:t>
                      </a:r>
                      <a:r>
                        <a:rPr lang="en-US" sz="1600" b="0" kern="1200" dirty="0" err="1">
                          <a:solidFill>
                            <a:schemeClr val="bg1"/>
                          </a:solidFill>
                          <a:latin typeface="+mn-lt"/>
                          <a:ea typeface="+mn-ea"/>
                          <a:cs typeface="+mn-cs"/>
                        </a:rPr>
                        <a:t>khi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xong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thì</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sẽ</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chuyển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hướng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về</a:t>
                      </a:r>
                      <a:r>
                        <a:rPr lang="en-US" sz="1600" b="0" kern="1200" dirty="0">
                          <a:solidFill>
                            <a:schemeClr val="bg1"/>
                          </a:solidFill>
                          <a:latin typeface="+mn-lt"/>
                          <a:ea typeface="+mn-ea"/>
                          <a:cs typeface="+mn-cs"/>
                        </a:rPr>
                        <a:t> Trang </a:t>
                      </a:r>
                      <a:r>
                        <a:rPr lang="en-US" sz="1600" b="0" kern="1200" dirty="0" err="1">
                          <a:solidFill>
                            <a:schemeClr val="bg1"/>
                          </a:solidFill>
                          <a:latin typeface="+mn-lt"/>
                          <a:ea typeface="+mn-ea"/>
                          <a:cs typeface="+mn-cs"/>
                        </a:rPr>
                        <a:t>chủ</a:t>
                      </a:r>
                      <a:endParaRPr lang="en-US" sz="16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7" name="Picture 6">
            <a:extLst>
              <a:ext uri="{FF2B5EF4-FFF2-40B4-BE49-F238E27FC236}">
                <a16:creationId xmlns:a16="http://schemas.microsoft.com/office/drawing/2014/main" id="{CAE48E75-E537-245E-548D-3193E6F28A07}"/>
              </a:ext>
            </a:extLst>
          </p:cNvPr>
          <p:cNvPicPr>
            <a:picLocks noChangeAspect="1"/>
          </p:cNvPicPr>
          <p:nvPr/>
        </p:nvPicPr>
        <p:blipFill>
          <a:blip r:embed="rId3"/>
          <a:stretch>
            <a:fillRect/>
          </a:stretch>
        </p:blipFill>
        <p:spPr>
          <a:xfrm>
            <a:off x="6018212" y="76200"/>
            <a:ext cx="6096000" cy="6718213"/>
          </a:xfrm>
          <a:prstGeom prst="rect">
            <a:avLst/>
          </a:prstGeom>
        </p:spPr>
      </p:pic>
      <p:pic>
        <p:nvPicPr>
          <p:cNvPr id="9" name="Picture 8">
            <a:extLst>
              <a:ext uri="{FF2B5EF4-FFF2-40B4-BE49-F238E27FC236}">
                <a16:creationId xmlns:a16="http://schemas.microsoft.com/office/drawing/2014/main" id="{C3122F37-5CFD-CDA5-3F7F-47F851F41990}"/>
              </a:ext>
            </a:extLst>
          </p:cNvPr>
          <p:cNvPicPr>
            <a:picLocks noChangeAspect="1"/>
          </p:cNvPicPr>
          <p:nvPr/>
        </p:nvPicPr>
        <p:blipFill>
          <a:blip r:embed="rId4"/>
          <a:stretch>
            <a:fillRect/>
          </a:stretch>
        </p:blipFill>
        <p:spPr>
          <a:xfrm>
            <a:off x="989012" y="4856479"/>
            <a:ext cx="3657600" cy="1748722"/>
          </a:xfrm>
          <a:prstGeom prst="rect">
            <a:avLst/>
          </a:prstGeom>
        </p:spPr>
      </p:pic>
    </p:spTree>
    <p:extLst>
      <p:ext uri="{BB962C8B-B14F-4D97-AF65-F5344CB8AC3E}">
        <p14:creationId xmlns:p14="http://schemas.microsoft.com/office/powerpoint/2010/main" val="368602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152400"/>
            <a:ext cx="5715000" cy="838201"/>
          </a:xfrm>
        </p:spPr>
        <p:txBody>
          <a:bodyPr>
            <a:noAutofit/>
          </a:bodyPr>
          <a:lstStyle/>
          <a:p>
            <a:r>
              <a:rPr lang="en-US" sz="3600" dirty="0"/>
              <a:t>2.1 Trang </a:t>
            </a:r>
            <a:r>
              <a:rPr lang="en-US" sz="3600" dirty="0" err="1"/>
              <a:t>Đăng</a:t>
            </a:r>
            <a:r>
              <a:rPr lang="en-US" sz="3600" dirty="0"/>
              <a:t> </a:t>
            </a:r>
            <a:r>
              <a:rPr lang="en-US" sz="3600" dirty="0" err="1"/>
              <a:t>ký</a:t>
            </a:r>
            <a:r>
              <a:rPr lang="en-US" sz="3600" dirty="0"/>
              <a:t> </a:t>
            </a:r>
            <a:r>
              <a:rPr lang="en-US" sz="3600" dirty="0" err="1"/>
              <a:t>tài</a:t>
            </a:r>
            <a:r>
              <a:rPr lang="en-US" sz="3600" dirty="0"/>
              <a:t> </a:t>
            </a:r>
            <a:r>
              <a:rPr lang="en-US" sz="3600" dirty="0" err="1"/>
              <a:t>khoản</a:t>
            </a:r>
            <a:br>
              <a:rPr lang="en-US" sz="3600" dirty="0"/>
            </a:br>
            <a:r>
              <a:rPr lang="en-US" sz="2400" dirty="0"/>
              <a:t>View: </a:t>
            </a:r>
            <a:r>
              <a:rPr lang="en-US" sz="2400" dirty="0" err="1"/>
              <a:t>Register.cshtml</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3057680960"/>
              </p:ext>
            </p:extLst>
          </p:nvPr>
        </p:nvGraphicFramePr>
        <p:xfrm>
          <a:off x="5942012" y="76200"/>
          <a:ext cx="6172200" cy="990600"/>
        </p:xfrm>
        <a:graphic>
          <a:graphicData uri="http://schemas.openxmlformats.org/drawingml/2006/table">
            <a:tbl>
              <a:tblPr firstRow="1" bandRow="1">
                <a:tableStyleId>{073A0DAA-6AF3-43AB-8588-CEC1D06C72B9}</a:tableStyleId>
              </a:tblPr>
              <a:tblGrid>
                <a:gridCol w="6172200">
                  <a:extLst>
                    <a:ext uri="{9D8B030D-6E8A-4147-A177-3AD203B41FA5}">
                      <a16:colId xmlns:a16="http://schemas.microsoft.com/office/drawing/2014/main" val="3746387964"/>
                    </a:ext>
                  </a:extLst>
                </a:gridCol>
              </a:tblGrid>
              <a:tr h="373509">
                <a:tc>
                  <a:txBody>
                    <a:bodyPr/>
                    <a:lstStyle/>
                    <a:p>
                      <a:r>
                        <a:rPr lang="en-US" dirty="0"/>
                        <a:t>View: </a:t>
                      </a:r>
                      <a:r>
                        <a:rPr lang="en-US" dirty="0" err="1"/>
                        <a:t>Register.cshtml</a:t>
                      </a:r>
                      <a:endParaRPr lang="en-US" dirty="0"/>
                    </a:p>
                  </a:txBody>
                  <a:tcPr/>
                </a:tc>
                <a:extLst>
                  <a:ext uri="{0D108BD9-81ED-4DB2-BD59-A6C34878D82A}">
                    <a16:rowId xmlns:a16="http://schemas.microsoft.com/office/drawing/2014/main" val="2981023087"/>
                  </a:ext>
                </a:extLst>
              </a:tr>
              <a:tr h="617091">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trường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theo</a:t>
                      </a:r>
                      <a:r>
                        <a:rPr lang="en-US" sz="1600" b="0" kern="1200" dirty="0">
                          <a:solidFill>
                            <a:schemeClr val="bg1"/>
                          </a:solidFill>
                          <a:latin typeface="+mn-lt"/>
                          <a:ea typeface="+mn-ea"/>
                          <a:cs typeface="+mn-cs"/>
                        </a:rPr>
                        <a:t> view model </a:t>
                      </a:r>
                      <a:r>
                        <a:rPr lang="en-US" sz="1600" b="0" kern="1200" dirty="0" err="1">
                          <a:solidFill>
                            <a:schemeClr val="bg1"/>
                          </a:solidFill>
                          <a:highlight>
                            <a:srgbClr val="FFFF00"/>
                          </a:highlight>
                          <a:latin typeface="+mn-lt"/>
                          <a:ea typeface="+mn-ea"/>
                          <a:cs typeface="+mn-cs"/>
                        </a:rPr>
                        <a:t>RegisterVM</a:t>
                      </a:r>
                      <a:endParaRPr lang="vi-VN" sz="1600" b="0" kern="1200" dirty="0">
                        <a:solidFill>
                          <a:schemeClr val="bg1"/>
                        </a:solidFill>
                        <a:highlight>
                          <a:srgbClr val="FFFF00"/>
                        </a:highlight>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13" name="Picture 12">
            <a:extLst>
              <a:ext uri="{FF2B5EF4-FFF2-40B4-BE49-F238E27FC236}">
                <a16:creationId xmlns:a16="http://schemas.microsoft.com/office/drawing/2014/main" id="{71DF898E-7F43-963F-AC81-756F7C2FB6F3}"/>
              </a:ext>
            </a:extLst>
          </p:cNvPr>
          <p:cNvPicPr>
            <a:picLocks noChangeAspect="1"/>
          </p:cNvPicPr>
          <p:nvPr/>
        </p:nvPicPr>
        <p:blipFill>
          <a:blip r:embed="rId2"/>
          <a:stretch>
            <a:fillRect/>
          </a:stretch>
        </p:blipFill>
        <p:spPr>
          <a:xfrm>
            <a:off x="74612" y="1066800"/>
            <a:ext cx="5791200" cy="5715000"/>
          </a:xfrm>
          <a:prstGeom prst="rect">
            <a:avLst/>
          </a:prstGeom>
        </p:spPr>
      </p:pic>
      <p:pic>
        <p:nvPicPr>
          <p:cNvPr id="15" name="Picture 14">
            <a:extLst>
              <a:ext uri="{FF2B5EF4-FFF2-40B4-BE49-F238E27FC236}">
                <a16:creationId xmlns:a16="http://schemas.microsoft.com/office/drawing/2014/main" id="{A34801A5-551E-C487-929B-385145DC20C9}"/>
              </a:ext>
            </a:extLst>
          </p:cNvPr>
          <p:cNvPicPr>
            <a:picLocks noChangeAspect="1"/>
          </p:cNvPicPr>
          <p:nvPr/>
        </p:nvPicPr>
        <p:blipFill>
          <a:blip r:embed="rId3"/>
          <a:stretch>
            <a:fillRect/>
          </a:stretch>
        </p:blipFill>
        <p:spPr>
          <a:xfrm>
            <a:off x="5942012" y="1143000"/>
            <a:ext cx="6172200" cy="5638799"/>
          </a:xfrm>
          <a:prstGeom prst="rect">
            <a:avLst/>
          </a:prstGeom>
        </p:spPr>
      </p:pic>
    </p:spTree>
    <p:extLst>
      <p:ext uri="{BB962C8B-B14F-4D97-AF65-F5344CB8AC3E}">
        <p14:creationId xmlns:p14="http://schemas.microsoft.com/office/powerpoint/2010/main" val="233179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2039600" cy="1327150"/>
          </a:xfrm>
        </p:spPr>
        <p:txBody>
          <a:bodyPr>
            <a:noAutofit/>
          </a:bodyPr>
          <a:lstStyle/>
          <a:p>
            <a:r>
              <a:rPr lang="en-US" sz="3600" dirty="0"/>
              <a:t>2.2 </a:t>
            </a:r>
            <a:r>
              <a:rPr lang="en-US" sz="3600" dirty="0" err="1"/>
              <a:t>Đăng</a:t>
            </a:r>
            <a:r>
              <a:rPr lang="en-US" sz="3600" dirty="0"/>
              <a:t> </a:t>
            </a:r>
            <a:r>
              <a:rPr lang="en-US" sz="3600" dirty="0" err="1"/>
              <a:t>nhập</a:t>
            </a:r>
            <a:r>
              <a:rPr lang="en-US" sz="3600" dirty="0"/>
              <a:t> </a:t>
            </a:r>
            <a:r>
              <a:rPr lang="en-US" sz="3600" dirty="0" err="1"/>
              <a:t>tài</a:t>
            </a:r>
            <a:r>
              <a:rPr lang="en-US" sz="3600" dirty="0"/>
              <a:t> </a:t>
            </a:r>
            <a:r>
              <a:rPr lang="en-US" sz="3600" dirty="0" err="1"/>
              <a:t>khoản</a:t>
            </a:r>
            <a:br>
              <a:rPr lang="en-US" sz="3600" dirty="0"/>
            </a:b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CADCF672-4FC6-261B-8B76-AB379CE6899D}"/>
              </a:ext>
            </a:extLst>
          </p:cNvPr>
          <p:cNvPicPr>
            <a:picLocks noChangeAspect="1"/>
          </p:cNvPicPr>
          <p:nvPr/>
        </p:nvPicPr>
        <p:blipFill>
          <a:blip r:embed="rId2"/>
          <a:stretch>
            <a:fillRect/>
          </a:stretch>
        </p:blipFill>
        <p:spPr>
          <a:xfrm>
            <a:off x="2208212" y="1447800"/>
            <a:ext cx="7924800" cy="4757887"/>
          </a:xfrm>
          <a:prstGeom prst="rect">
            <a:avLst/>
          </a:prstGeom>
        </p:spPr>
      </p:pic>
    </p:spTree>
    <p:extLst>
      <p:ext uri="{BB962C8B-B14F-4D97-AF65-F5344CB8AC3E}">
        <p14:creationId xmlns:p14="http://schemas.microsoft.com/office/powerpoint/2010/main" val="3522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E1D3F-1FDE-8A5D-0FE3-BD9704B17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B062B-D4E8-DE55-C933-2017965341DA}"/>
              </a:ext>
            </a:extLst>
          </p:cNvPr>
          <p:cNvSpPr>
            <a:spLocks noGrp="1"/>
          </p:cNvSpPr>
          <p:nvPr>
            <p:ph type="title"/>
          </p:nvPr>
        </p:nvSpPr>
        <p:spPr>
          <a:xfrm>
            <a:off x="74611" y="120650"/>
            <a:ext cx="7787745" cy="869950"/>
          </a:xfrm>
        </p:spPr>
        <p:txBody>
          <a:bodyPr>
            <a:noAutofit/>
          </a:bodyPr>
          <a:lstStyle/>
          <a:p>
            <a:r>
              <a:rPr lang="en-US" sz="3600" dirty="0"/>
              <a:t>2.2 Trang </a:t>
            </a:r>
            <a:r>
              <a:rPr lang="en-US" sz="3600" dirty="0" err="1"/>
              <a:t>Đăng</a:t>
            </a:r>
            <a:r>
              <a:rPr lang="en-US" sz="3600" dirty="0"/>
              <a:t> </a:t>
            </a:r>
            <a:r>
              <a:rPr lang="en-US" sz="3600" dirty="0" err="1"/>
              <a:t>nhập</a:t>
            </a:r>
            <a:br>
              <a:rPr lang="en-US" sz="3600" dirty="0"/>
            </a:br>
            <a:r>
              <a:rPr lang="en-US" sz="2400" dirty="0"/>
              <a:t>Model</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D229F58E-037C-9EB4-7748-59620B7D58E8}"/>
              </a:ext>
            </a:extLst>
          </p:cNvPr>
          <p:cNvGraphicFramePr>
            <a:graphicFrameLocks noGrp="1"/>
          </p:cNvGraphicFramePr>
          <p:nvPr>
            <p:ph idx="1"/>
            <p:extLst>
              <p:ext uri="{D42A27DB-BD31-4B8C-83A1-F6EECF244321}">
                <p14:modId xmlns:p14="http://schemas.microsoft.com/office/powerpoint/2010/main" val="3638333063"/>
              </p:ext>
            </p:extLst>
          </p:nvPr>
        </p:nvGraphicFramePr>
        <p:xfrm>
          <a:off x="85724" y="1524000"/>
          <a:ext cx="2808288" cy="3581400"/>
        </p:xfrm>
        <a:graphic>
          <a:graphicData uri="http://schemas.openxmlformats.org/drawingml/2006/table">
            <a:tbl>
              <a:tblPr firstRow="1" bandRow="1">
                <a:tableStyleId>{073A0DAA-6AF3-43AB-8588-CEC1D06C72B9}</a:tableStyleId>
              </a:tblPr>
              <a:tblGrid>
                <a:gridCol w="2808288">
                  <a:extLst>
                    <a:ext uri="{9D8B030D-6E8A-4147-A177-3AD203B41FA5}">
                      <a16:colId xmlns:a16="http://schemas.microsoft.com/office/drawing/2014/main" val="3746387964"/>
                    </a:ext>
                  </a:extLst>
                </a:gridCol>
              </a:tblGrid>
              <a:tr h="409513">
                <a:tc>
                  <a:txBody>
                    <a:bodyPr/>
                    <a:lstStyle/>
                    <a:p>
                      <a:r>
                        <a:rPr lang="en-US" dirty="0" err="1"/>
                        <a:t>ViewModel</a:t>
                      </a:r>
                      <a:r>
                        <a:rPr lang="en-US" dirty="0"/>
                        <a:t>: </a:t>
                      </a:r>
                      <a:r>
                        <a:rPr lang="en-US" dirty="0" err="1"/>
                        <a:t>LoginVM.cs</a:t>
                      </a:r>
                      <a:endParaRPr lang="en-US" dirty="0"/>
                    </a:p>
                  </a:txBody>
                  <a:tcPr/>
                </a:tc>
                <a:extLst>
                  <a:ext uri="{0D108BD9-81ED-4DB2-BD59-A6C34878D82A}">
                    <a16:rowId xmlns:a16="http://schemas.microsoft.com/office/drawing/2014/main" val="2981023087"/>
                  </a:ext>
                </a:extLst>
              </a:tr>
              <a:tr h="3171887">
                <a:tc>
                  <a:txBody>
                    <a:body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2000" b="1" kern="1200" dirty="0" err="1">
                          <a:solidFill>
                            <a:schemeClr val="bg1"/>
                          </a:solidFill>
                          <a:highlight>
                            <a:srgbClr val="FFFF00"/>
                          </a:highlight>
                          <a:latin typeface="+mn-lt"/>
                          <a:ea typeface="+mn-ea"/>
                          <a:cs typeface="+mn-cs"/>
                        </a:rPr>
                        <a:t>LoginVM.cs</a:t>
                      </a:r>
                      <a:r>
                        <a:rPr lang="en-US" sz="2000" b="1" kern="1200" dirty="0">
                          <a:solidFill>
                            <a:schemeClr val="bg1"/>
                          </a:solidFill>
                          <a:highlight>
                            <a:srgbClr val="FFFF00"/>
                          </a:highlight>
                          <a:latin typeface="+mn-lt"/>
                          <a:ea typeface="+mn-ea"/>
                          <a:cs typeface="+mn-cs"/>
                        </a:rPr>
                        <a:t>: </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lưu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thông</a:t>
                      </a:r>
                      <a:r>
                        <a:rPr lang="en-US" sz="1800" b="0" kern="1200" dirty="0">
                          <a:solidFill>
                            <a:schemeClr val="bg1"/>
                          </a:solidFill>
                          <a:latin typeface="+mn-lt"/>
                          <a:ea typeface="+mn-ea"/>
                          <a:cs typeface="+mn-cs"/>
                        </a:rPr>
                        <a:t> tin </a:t>
                      </a:r>
                      <a:r>
                        <a:rPr lang="en-US" sz="1800" b="0" kern="1200" dirty="0" err="1">
                          <a:solidFill>
                            <a:schemeClr val="bg1"/>
                          </a:solidFill>
                          <a:latin typeface="+mn-lt"/>
                          <a:ea typeface="+mn-ea"/>
                          <a:cs typeface="+mn-cs"/>
                        </a:rPr>
                        <a:t>các</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trường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dữ</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liệu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trên</a:t>
                      </a:r>
                      <a:r>
                        <a:rPr lang="en-US" sz="1800" b="0" kern="1200" dirty="0">
                          <a:solidFill>
                            <a:schemeClr val="bg1"/>
                          </a:solidFill>
                          <a:latin typeface="+mn-lt"/>
                          <a:ea typeface="+mn-ea"/>
                          <a:cs typeface="+mn-cs"/>
                        </a:rPr>
                        <a:t> form </a:t>
                      </a:r>
                      <a:r>
                        <a:rPr lang="en-US" sz="1800" b="0" kern="1200" dirty="0" err="1">
                          <a:solidFill>
                            <a:schemeClr val="bg1"/>
                          </a:solidFill>
                          <a:highlight>
                            <a:srgbClr val="FFFF00"/>
                          </a:highlight>
                          <a:latin typeface="+mn-lt"/>
                          <a:ea typeface="+mn-ea"/>
                          <a:cs typeface="+mn-cs"/>
                        </a:rPr>
                        <a:t>Đăng</a:t>
                      </a:r>
                      <a:r>
                        <a:rPr lang="en-US" sz="1800" b="0" kern="1200" dirty="0">
                          <a:solidFill>
                            <a:schemeClr val="bg1"/>
                          </a:solidFill>
                          <a:highlight>
                            <a:srgbClr val="FFFF00"/>
                          </a:highlight>
                          <a:latin typeface="+mn-lt"/>
                          <a:ea typeface="+mn-ea"/>
                          <a:cs typeface="+mn-cs"/>
                        </a:rPr>
                        <a:t> </a:t>
                      </a:r>
                      <a:r>
                        <a:rPr lang="en-US" sz="1800" b="0" kern="1200" dirty="0" err="1">
                          <a:solidFill>
                            <a:schemeClr val="bg1"/>
                          </a:solidFill>
                          <a:highlight>
                            <a:srgbClr val="FFFF00"/>
                          </a:highlight>
                          <a:latin typeface="+mn-lt"/>
                          <a:ea typeface="+mn-ea"/>
                          <a:cs typeface="+mn-cs"/>
                        </a:rPr>
                        <a:t>nhập</a:t>
                      </a:r>
                      <a:r>
                        <a:rPr lang="en-US" sz="1800" b="0" kern="1200" dirty="0">
                          <a:solidFill>
                            <a:schemeClr val="bg1"/>
                          </a:solidFill>
                          <a:highlight>
                            <a:srgbClr val="FFFF00"/>
                          </a:highlight>
                          <a:latin typeface="+mn-lt"/>
                          <a:ea typeface="+mn-ea"/>
                          <a:cs typeface="+mn-cs"/>
                        </a:rPr>
                        <a:t> </a:t>
                      </a:r>
                      <a:r>
                        <a:rPr lang="en-US" sz="1800" b="0" kern="1200" dirty="0">
                          <a:solidFill>
                            <a:schemeClr val="bg1"/>
                          </a:solidFill>
                          <a:latin typeface="+mn-lt"/>
                          <a:ea typeface="+mn-ea"/>
                          <a:cs typeface="+mn-cs"/>
                        </a:rPr>
                        <a:t>(</a:t>
                      </a:r>
                      <a:r>
                        <a:rPr lang="en-US" sz="1800" b="0" kern="1200" dirty="0" err="1">
                          <a:solidFill>
                            <a:schemeClr val="bg1"/>
                          </a:solidFill>
                          <a:latin typeface="+mn-lt"/>
                          <a:ea typeface="+mn-ea"/>
                          <a:cs typeface="+mn-cs"/>
                        </a:rPr>
                        <a:t>một</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số</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trường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dữ</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liệu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của</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bảng</a:t>
                      </a:r>
                      <a:r>
                        <a:rPr lang="en-US" sz="1800" b="0" kern="1200" dirty="0">
                          <a:solidFill>
                            <a:schemeClr val="bg1"/>
                          </a:solidFill>
                          <a:latin typeface="+mn-lt"/>
                          <a:ea typeface="+mn-ea"/>
                          <a:cs typeface="+mn-cs"/>
                        </a:rPr>
                        <a:t> </a:t>
                      </a:r>
                      <a:r>
                        <a:rPr lang="en-US" sz="1800" b="0" kern="1200" dirty="0">
                          <a:solidFill>
                            <a:schemeClr val="bg1"/>
                          </a:solidFill>
                          <a:highlight>
                            <a:srgbClr val="FFFF00"/>
                          </a:highlight>
                          <a:latin typeface="+mn-lt"/>
                          <a:ea typeface="+mn-ea"/>
                          <a:cs typeface="+mn-cs"/>
                        </a:rPr>
                        <a:t>User</a:t>
                      </a:r>
                      <a:r>
                        <a:rPr lang="en-US" sz="1800" b="0" kern="1200" dirty="0">
                          <a:solidFill>
                            <a:schemeClr val="bg1"/>
                          </a:solidFill>
                          <a:latin typeface="+mn-lt"/>
                          <a:ea typeface="+mn-ea"/>
                          <a:cs typeface="+mn-cs"/>
                        </a:rPr>
                        <a:t>)</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Thực</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hiện</a:t>
                      </a:r>
                      <a:r>
                        <a:rPr lang="en-US" sz="1800" b="0" kern="1200" dirty="0">
                          <a:solidFill>
                            <a:schemeClr val="bg1"/>
                          </a:solidFill>
                          <a:latin typeface="+mn-lt"/>
                          <a:ea typeface="+mn-ea"/>
                          <a:cs typeface="+mn-cs"/>
                        </a:rPr>
                        <a:t> </a:t>
                      </a:r>
                      <a:r>
                        <a:rPr lang="en-US" sz="1800" b="0" kern="1200" dirty="0" err="1">
                          <a:solidFill>
                            <a:schemeClr val="bg1"/>
                          </a:solidFill>
                          <a:highlight>
                            <a:srgbClr val="FFFF00"/>
                          </a:highlight>
                          <a:latin typeface="+mn-lt"/>
                          <a:ea typeface="+mn-ea"/>
                          <a:cs typeface="+mn-cs"/>
                        </a:rPr>
                        <a:t>DataAnnotation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trên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các</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trường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dữ</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liệu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ánh</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xạ</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từ</a:t>
                      </a:r>
                      <a:r>
                        <a:rPr lang="en-US" sz="1800" b="0" kern="1200" dirty="0">
                          <a:solidFill>
                            <a:schemeClr val="bg1"/>
                          </a:solidFill>
                          <a:latin typeface="+mn-lt"/>
                          <a:ea typeface="+mn-ea"/>
                          <a:cs typeface="+mn-cs"/>
                        </a:rPr>
                        <a:t> </a:t>
                      </a:r>
                      <a:r>
                        <a:rPr lang="en-US" sz="1800" b="0" kern="1200" dirty="0">
                          <a:solidFill>
                            <a:schemeClr val="bg1"/>
                          </a:solidFill>
                          <a:highlight>
                            <a:srgbClr val="FFFF00"/>
                          </a:highlight>
                          <a:latin typeface="+mn-lt"/>
                          <a:ea typeface="+mn-ea"/>
                          <a:cs typeface="+mn-cs"/>
                        </a:rPr>
                        <a:t>User</a:t>
                      </a:r>
                    </a:p>
                  </a:txBody>
                  <a:tcPr/>
                </a:tc>
                <a:extLst>
                  <a:ext uri="{0D108BD9-81ED-4DB2-BD59-A6C34878D82A}">
                    <a16:rowId xmlns:a16="http://schemas.microsoft.com/office/drawing/2014/main" val="395742809"/>
                  </a:ext>
                </a:extLst>
              </a:tr>
            </a:tbl>
          </a:graphicData>
        </a:graphic>
      </p:graphicFrame>
      <p:pic>
        <p:nvPicPr>
          <p:cNvPr id="5" name="Picture 4">
            <a:extLst>
              <a:ext uri="{FF2B5EF4-FFF2-40B4-BE49-F238E27FC236}">
                <a16:creationId xmlns:a16="http://schemas.microsoft.com/office/drawing/2014/main" id="{FB1F767A-BC3D-C33E-FE54-8FD27B2EF045}"/>
              </a:ext>
            </a:extLst>
          </p:cNvPr>
          <p:cNvPicPr>
            <a:picLocks noChangeAspect="1"/>
          </p:cNvPicPr>
          <p:nvPr/>
        </p:nvPicPr>
        <p:blipFill>
          <a:blip r:embed="rId2"/>
          <a:stretch>
            <a:fillRect/>
          </a:stretch>
        </p:blipFill>
        <p:spPr>
          <a:xfrm>
            <a:off x="7097789" y="1524000"/>
            <a:ext cx="5005312" cy="3581400"/>
          </a:xfrm>
          <a:prstGeom prst="rect">
            <a:avLst/>
          </a:prstGeom>
        </p:spPr>
      </p:pic>
      <p:pic>
        <p:nvPicPr>
          <p:cNvPr id="4" name="Picture 3">
            <a:extLst>
              <a:ext uri="{FF2B5EF4-FFF2-40B4-BE49-F238E27FC236}">
                <a16:creationId xmlns:a16="http://schemas.microsoft.com/office/drawing/2014/main" id="{E254F0A7-7725-1188-4C7E-2FAE67FDE06C}"/>
              </a:ext>
            </a:extLst>
          </p:cNvPr>
          <p:cNvPicPr>
            <a:picLocks noChangeAspect="1"/>
          </p:cNvPicPr>
          <p:nvPr/>
        </p:nvPicPr>
        <p:blipFill>
          <a:blip r:embed="rId3"/>
          <a:stretch>
            <a:fillRect/>
          </a:stretch>
        </p:blipFill>
        <p:spPr>
          <a:xfrm>
            <a:off x="2970212" y="1524000"/>
            <a:ext cx="4051377" cy="3581400"/>
          </a:xfrm>
          <a:prstGeom prst="rect">
            <a:avLst/>
          </a:prstGeom>
        </p:spPr>
      </p:pic>
    </p:spTree>
    <p:extLst>
      <p:ext uri="{BB962C8B-B14F-4D97-AF65-F5344CB8AC3E}">
        <p14:creationId xmlns:p14="http://schemas.microsoft.com/office/powerpoint/2010/main" val="955522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CA87-BFC9-C012-EB6F-44495F880E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9204D1-F94C-8A12-EC6A-1BF91E97FEF5}"/>
              </a:ext>
            </a:extLst>
          </p:cNvPr>
          <p:cNvSpPr>
            <a:spLocks noGrp="1"/>
          </p:cNvSpPr>
          <p:nvPr>
            <p:ph type="title"/>
          </p:nvPr>
        </p:nvSpPr>
        <p:spPr>
          <a:xfrm>
            <a:off x="74612" y="120650"/>
            <a:ext cx="11963400" cy="844551"/>
          </a:xfrm>
        </p:spPr>
        <p:txBody>
          <a:bodyPr>
            <a:noAutofit/>
          </a:bodyPr>
          <a:lstStyle/>
          <a:p>
            <a:r>
              <a:rPr lang="en-US" sz="3600" dirty="0"/>
              <a:t>2.1 Trang </a:t>
            </a:r>
            <a:r>
              <a:rPr lang="en-US" sz="3600" dirty="0" err="1"/>
              <a:t>Đăng</a:t>
            </a:r>
            <a:r>
              <a:rPr lang="en-US" sz="3600" dirty="0"/>
              <a:t> </a:t>
            </a:r>
            <a:r>
              <a:rPr lang="en-US" sz="3600" dirty="0" err="1"/>
              <a:t>nhập</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B9BC3B13-4F40-8234-A72D-37D0DD197B4B}"/>
              </a:ext>
            </a:extLst>
          </p:cNvPr>
          <p:cNvGraphicFramePr>
            <a:graphicFrameLocks noGrp="1"/>
          </p:cNvGraphicFramePr>
          <p:nvPr>
            <p:ph idx="1"/>
            <p:extLst>
              <p:ext uri="{D42A27DB-BD31-4B8C-83A1-F6EECF244321}">
                <p14:modId xmlns:p14="http://schemas.microsoft.com/office/powerpoint/2010/main" val="4109064010"/>
              </p:ext>
            </p:extLst>
          </p:nvPr>
        </p:nvGraphicFramePr>
        <p:xfrm>
          <a:off x="76436" y="1143000"/>
          <a:ext cx="4722576" cy="5638800"/>
        </p:xfrm>
        <a:graphic>
          <a:graphicData uri="http://schemas.openxmlformats.org/drawingml/2006/table">
            <a:tbl>
              <a:tblPr firstRow="1" bandRow="1">
                <a:tableStyleId>{073A0DAA-6AF3-43AB-8588-CEC1D06C72B9}</a:tableStyleId>
              </a:tblPr>
              <a:tblGrid>
                <a:gridCol w="4722576">
                  <a:extLst>
                    <a:ext uri="{9D8B030D-6E8A-4147-A177-3AD203B41FA5}">
                      <a16:colId xmlns:a16="http://schemas.microsoft.com/office/drawing/2014/main" val="3776698516"/>
                    </a:ext>
                  </a:extLst>
                </a:gridCol>
              </a:tblGrid>
              <a:tr h="533400">
                <a:tc>
                  <a:txBody>
                    <a:bodyPr/>
                    <a:lstStyle/>
                    <a:p>
                      <a:r>
                        <a:rPr lang="en-US" sz="1600" dirty="0"/>
                        <a:t>Controller: </a:t>
                      </a:r>
                      <a:r>
                        <a:rPr lang="en-US" sz="1600" dirty="0" err="1"/>
                        <a:t>AccountController</a:t>
                      </a:r>
                      <a:endParaRPr lang="en-US" sz="1600" dirty="0"/>
                    </a:p>
                  </a:txBody>
                  <a:tcPr/>
                </a:tc>
                <a:extLst>
                  <a:ext uri="{0D108BD9-81ED-4DB2-BD59-A6C34878D82A}">
                    <a16:rowId xmlns:a16="http://schemas.microsoft.com/office/drawing/2014/main" val="2981023087"/>
                  </a:ext>
                </a:extLst>
              </a:tr>
              <a:tr h="5105400">
                <a:tc>
                  <a:txBody>
                    <a:bodyPr/>
                    <a:lstStyle/>
                    <a:p>
                      <a:pPr>
                        <a:spcBef>
                          <a:spcPts val="600"/>
                        </a:spcBef>
                      </a:pPr>
                      <a:r>
                        <a:rPr lang="en-US" sz="2000" dirty="0"/>
                        <a:t>Action </a:t>
                      </a:r>
                      <a:r>
                        <a:rPr lang="en-US" sz="2000" dirty="0">
                          <a:highlight>
                            <a:srgbClr val="FFFF00"/>
                          </a:highlight>
                        </a:rPr>
                        <a:t>Login</a:t>
                      </a:r>
                      <a:r>
                        <a:rPr lang="en-US" sz="2000" dirty="0"/>
                        <a:t> </a:t>
                      </a:r>
                      <a:r>
                        <a:rPr lang="en-US" sz="2000" dirty="0" err="1"/>
                        <a:t>sẽ</a:t>
                      </a:r>
                      <a:r>
                        <a:rPr lang="en-US" sz="2000" dirty="0"/>
                        <a:t> </a:t>
                      </a:r>
                      <a:r>
                        <a:rPr lang="en-US" sz="2000" dirty="0" err="1"/>
                        <a:t>thực</a:t>
                      </a:r>
                      <a:r>
                        <a:rPr lang="en-US" sz="2000" dirty="0"/>
                        <a:t> </a:t>
                      </a:r>
                      <a:r>
                        <a:rPr lang="en-US" sz="2000" dirty="0" err="1"/>
                        <a:t>hiện</a:t>
                      </a:r>
                      <a:r>
                        <a:rPr lang="en-US" sz="2000" dirty="0"/>
                        <a:t> </a:t>
                      </a:r>
                      <a:r>
                        <a:rPr lang="en-US" sz="2000" dirty="0" err="1"/>
                        <a:t>các</a:t>
                      </a:r>
                      <a:r>
                        <a:rPr lang="en-US" sz="2000" dirty="0"/>
                        <a:t> </a:t>
                      </a:r>
                      <a:r>
                        <a:rPr lang="en-US" sz="2000" dirty="0" err="1"/>
                        <a:t>phần</a:t>
                      </a:r>
                      <a:r>
                        <a:rPr lang="en-US" sz="2000" dirty="0"/>
                        <a:t> </a:t>
                      </a:r>
                      <a:r>
                        <a:rPr lang="en-US" sz="2000" dirty="0" err="1"/>
                        <a:t>sau</a:t>
                      </a:r>
                      <a:r>
                        <a:rPr lang="en-US" sz="2000" dirty="0"/>
                        <a:t>:</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Hiển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thị</a:t>
                      </a:r>
                      <a:r>
                        <a:rPr lang="en-US" sz="1800" b="0" kern="1200" dirty="0">
                          <a:solidFill>
                            <a:schemeClr val="bg1"/>
                          </a:solidFill>
                          <a:latin typeface="+mn-lt"/>
                          <a:ea typeface="+mn-ea"/>
                          <a:cs typeface="+mn-cs"/>
                        </a:rPr>
                        <a:t> form </a:t>
                      </a:r>
                      <a:r>
                        <a:rPr lang="en-US" sz="1800" b="0" kern="1200" dirty="0" err="1">
                          <a:solidFill>
                            <a:schemeClr val="bg1"/>
                          </a:solidFill>
                          <a:highlight>
                            <a:srgbClr val="FFFF00"/>
                          </a:highlight>
                          <a:latin typeface="+mn-lt"/>
                          <a:ea typeface="+mn-ea"/>
                          <a:cs typeface="+mn-cs"/>
                        </a:rPr>
                        <a:t>Đăng</a:t>
                      </a:r>
                      <a:r>
                        <a:rPr lang="en-US" sz="1800" b="0" kern="1200" dirty="0">
                          <a:solidFill>
                            <a:schemeClr val="bg1"/>
                          </a:solidFill>
                          <a:highlight>
                            <a:srgbClr val="FFFF00"/>
                          </a:highlight>
                          <a:latin typeface="+mn-lt"/>
                          <a:ea typeface="+mn-ea"/>
                          <a:cs typeface="+mn-cs"/>
                        </a:rPr>
                        <a:t> </a:t>
                      </a:r>
                      <a:r>
                        <a:rPr lang="en-US" sz="1800" b="0" kern="1200" dirty="0" err="1">
                          <a:solidFill>
                            <a:schemeClr val="bg1"/>
                          </a:solidFill>
                          <a:highlight>
                            <a:srgbClr val="FFFF00"/>
                          </a:highlight>
                          <a:latin typeface="+mn-lt"/>
                          <a:ea typeface="+mn-ea"/>
                          <a:cs typeface="+mn-cs"/>
                        </a:rPr>
                        <a:t>nhập</a:t>
                      </a:r>
                      <a:r>
                        <a:rPr lang="en-US" sz="1800" b="0" kern="1200" dirty="0">
                          <a:solidFill>
                            <a:schemeClr val="bg1"/>
                          </a:solidFill>
                          <a:highlight>
                            <a:srgbClr val="FFFF00"/>
                          </a:highlight>
                          <a:latin typeface="+mn-lt"/>
                          <a:ea typeface="+mn-ea"/>
                          <a:cs typeface="+mn-cs"/>
                        </a:rPr>
                        <a:t> </a:t>
                      </a:r>
                      <a:r>
                        <a:rPr lang="en-US" sz="1800" b="0" kern="1200" dirty="0" err="1">
                          <a:solidFill>
                            <a:schemeClr val="bg1"/>
                          </a:solidFill>
                          <a:latin typeface="+mn-lt"/>
                          <a:ea typeface="+mn-ea"/>
                          <a:cs typeface="+mn-cs"/>
                        </a:rPr>
                        <a:t>và</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lưu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thông</a:t>
                      </a:r>
                      <a:r>
                        <a:rPr lang="en-US" sz="1800" b="0" kern="1200" dirty="0">
                          <a:solidFill>
                            <a:schemeClr val="bg1"/>
                          </a:solidFill>
                          <a:latin typeface="+mn-lt"/>
                          <a:ea typeface="+mn-ea"/>
                          <a:cs typeface="+mn-cs"/>
                        </a:rPr>
                        <a:t> tin </a:t>
                      </a:r>
                      <a:r>
                        <a:rPr lang="en-US" sz="1800" b="0" kern="1200" dirty="0" err="1">
                          <a:solidFill>
                            <a:schemeClr val="bg1"/>
                          </a:solidFill>
                          <a:latin typeface="+mn-lt"/>
                          <a:ea typeface="+mn-ea"/>
                          <a:cs typeface="+mn-cs"/>
                        </a:rPr>
                        <a:t>người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dùng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nhập</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vào</a:t>
                      </a:r>
                      <a:r>
                        <a:rPr lang="en-US" sz="1800" b="0" kern="1200" dirty="0">
                          <a:solidFill>
                            <a:schemeClr val="bg1"/>
                          </a:solidFill>
                          <a:latin typeface="+mn-lt"/>
                          <a:ea typeface="+mn-ea"/>
                          <a:cs typeface="+mn-cs"/>
                        </a:rPr>
                        <a:t> view model </a:t>
                      </a:r>
                      <a:r>
                        <a:rPr lang="en-US" sz="1800" b="0" kern="1200" dirty="0" err="1">
                          <a:solidFill>
                            <a:schemeClr val="bg1"/>
                          </a:solidFill>
                          <a:highlight>
                            <a:srgbClr val="FFFF00"/>
                          </a:highlight>
                          <a:latin typeface="+mn-lt"/>
                          <a:ea typeface="+mn-ea"/>
                          <a:cs typeface="+mn-cs"/>
                        </a:rPr>
                        <a:t>LoginVM</a:t>
                      </a:r>
                      <a:endParaRPr lang="en-US" sz="1800" b="0" kern="1200" dirty="0">
                        <a:solidFill>
                          <a:schemeClr val="bg1"/>
                        </a:solidFill>
                        <a:highlight>
                          <a:srgbClr val="FFFF00"/>
                        </a:highlight>
                        <a:latin typeface="+mn-lt"/>
                        <a:ea typeface="+mn-ea"/>
                        <a:cs typeface="+mn-cs"/>
                      </a:endParaRP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Kiểm</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tra</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xem</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tài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khoản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đăng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nhập</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đã</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tồn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tại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chưa</a:t>
                      </a:r>
                      <a:endParaRPr lang="en-US" sz="18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Nếu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tài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khoản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đăng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nhập</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đúng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thì</a:t>
                      </a:r>
                      <a:r>
                        <a:rPr lang="en-US" sz="1800" b="0" kern="1200" dirty="0">
                          <a:solidFill>
                            <a:schemeClr val="bg1"/>
                          </a:solidFill>
                          <a:latin typeface="+mn-lt"/>
                          <a:ea typeface="+mn-ea"/>
                          <a:cs typeface="+mn-cs"/>
                        </a:rPr>
                        <a:t>:</a:t>
                      </a:r>
                    </a:p>
                    <a:p>
                      <a:pPr marL="742813" marR="0" lvl="1"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tài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khoản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đăng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nhập</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vào</a:t>
                      </a:r>
                      <a:r>
                        <a:rPr lang="en-US" sz="1600" b="0" kern="1200" dirty="0">
                          <a:solidFill>
                            <a:schemeClr val="bg1"/>
                          </a:solidFill>
                          <a:latin typeface="+mn-lt"/>
                          <a:ea typeface="+mn-ea"/>
                          <a:cs typeface="+mn-cs"/>
                        </a:rPr>
                        <a:t> session</a:t>
                      </a:r>
                    </a:p>
                    <a:p>
                      <a:pPr marL="742813" marR="0" lvl="1"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xác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thực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người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dùng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vào</a:t>
                      </a:r>
                      <a:r>
                        <a:rPr lang="en-US" sz="1600" b="0" kern="1200" dirty="0">
                          <a:solidFill>
                            <a:schemeClr val="bg1"/>
                          </a:solidFill>
                          <a:latin typeface="+mn-lt"/>
                          <a:ea typeface="+mn-ea"/>
                          <a:cs typeface="+mn-cs"/>
                        </a:rPr>
                        <a:t> Cookie</a:t>
                      </a:r>
                    </a:p>
                    <a:p>
                      <a:pPr marL="1199876" marR="0" lvl="2"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400" b="0" kern="1200" dirty="0" err="1">
                          <a:solidFill>
                            <a:schemeClr val="bg1"/>
                          </a:solidFill>
                          <a:highlight>
                            <a:srgbClr val="FFFF00"/>
                          </a:highlight>
                          <a:latin typeface="+mn-lt"/>
                          <a:ea typeface="+mn-ea"/>
                          <a:cs typeface="+mn-cs"/>
                        </a:rPr>
                        <a:t>SetAuthCookie</a:t>
                      </a:r>
                      <a:r>
                        <a:rPr lang="en-US" sz="1400" b="0" kern="1200" dirty="0">
                          <a:solidFill>
                            <a:schemeClr val="bg1"/>
                          </a:solidFill>
                          <a:highlight>
                            <a:srgbClr val="FFFF00"/>
                          </a:highlight>
                          <a:latin typeface="+mn-lt"/>
                          <a:ea typeface="+mn-ea"/>
                          <a:cs typeface="+mn-cs"/>
                        </a:rPr>
                        <a:t>(username, </a:t>
                      </a:r>
                      <a:r>
                        <a:rPr lang="en-US" sz="1400" b="0" kern="1200" dirty="0" err="1">
                          <a:solidFill>
                            <a:schemeClr val="bg1"/>
                          </a:solidFill>
                          <a:highlight>
                            <a:srgbClr val="FFFF00"/>
                          </a:highlight>
                          <a:latin typeface="+mn-lt"/>
                          <a:ea typeface="+mn-ea"/>
                          <a:cs typeface="+mn-cs"/>
                        </a:rPr>
                        <a:t>boolean</a:t>
                      </a:r>
                      <a:r>
                        <a:rPr lang="en-US" sz="1400" b="0" kern="1200" dirty="0">
                          <a:solidFill>
                            <a:schemeClr val="bg1"/>
                          </a:solidFill>
                          <a:highlight>
                            <a:srgbClr val="FFFF00"/>
                          </a:highlight>
                          <a:latin typeface="+mn-lt"/>
                          <a:ea typeface="+mn-ea"/>
                          <a:cs typeface="+mn-cs"/>
                        </a:rPr>
                        <a:t>): </a:t>
                      </a:r>
                    </a:p>
                    <a:p>
                      <a:pPr marL="1199876" marR="0" lvl="2"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400" b="0" kern="1200" dirty="0">
                          <a:solidFill>
                            <a:schemeClr val="bg1"/>
                          </a:solidFill>
                          <a:latin typeface="+mn-lt"/>
                          <a:ea typeface="+mn-ea"/>
                          <a:cs typeface="+mn-cs"/>
                        </a:rPr>
                        <a:t>Boolean = true: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cookie, </a:t>
                      </a:r>
                    </a:p>
                    <a:p>
                      <a:pPr marL="1199876" marR="0" lvl="2"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400" b="0" kern="1200" dirty="0">
                          <a:solidFill>
                            <a:schemeClr val="bg1"/>
                          </a:solidFill>
                          <a:latin typeface="+mn-lt"/>
                          <a:ea typeface="+mn-ea"/>
                          <a:cs typeface="+mn-cs"/>
                        </a:rPr>
                        <a:t>Boolean = false: </a:t>
                      </a:r>
                      <a:r>
                        <a:rPr lang="en-US" sz="1400" b="0" kern="1200" dirty="0" err="1">
                          <a:solidFill>
                            <a:schemeClr val="bg1"/>
                          </a:solidFill>
                          <a:latin typeface="+mn-lt"/>
                          <a:ea typeface="+mn-ea"/>
                          <a:cs typeface="+mn-cs"/>
                        </a:rPr>
                        <a:t>không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cookie </a:t>
                      </a:r>
                    </a:p>
                    <a:p>
                      <a:pPr marL="742813" marR="0" lvl="1"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600" b="0" kern="1200" dirty="0">
                          <a:solidFill>
                            <a:schemeClr val="bg1"/>
                          </a:solidFill>
                          <a:latin typeface="+mn-lt"/>
                          <a:ea typeface="+mn-ea"/>
                          <a:cs typeface="+mn-cs"/>
                        </a:rPr>
                        <a:t>Sau </a:t>
                      </a:r>
                      <a:r>
                        <a:rPr lang="en-US" sz="1600" b="0" kern="1200" dirty="0" err="1">
                          <a:solidFill>
                            <a:schemeClr val="bg1"/>
                          </a:solidFill>
                          <a:latin typeface="+mn-lt"/>
                          <a:ea typeface="+mn-ea"/>
                          <a:cs typeface="+mn-cs"/>
                        </a:rPr>
                        <a:t>khi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đăng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nhập</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sẽ</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chuyển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hướng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về</a:t>
                      </a:r>
                      <a:r>
                        <a:rPr lang="en-US" sz="1600" b="0" kern="1200" dirty="0">
                          <a:solidFill>
                            <a:schemeClr val="bg1"/>
                          </a:solidFill>
                          <a:latin typeface="+mn-lt"/>
                          <a:ea typeface="+mn-ea"/>
                          <a:cs typeface="+mn-cs"/>
                        </a:rPr>
                        <a:t> Trang </a:t>
                      </a:r>
                      <a:r>
                        <a:rPr lang="en-US" sz="1600" b="0" kern="1200" dirty="0" err="1">
                          <a:solidFill>
                            <a:schemeClr val="bg1"/>
                          </a:solidFill>
                          <a:latin typeface="+mn-lt"/>
                          <a:ea typeface="+mn-ea"/>
                          <a:cs typeface="+mn-cs"/>
                        </a:rPr>
                        <a:t>chủ</a:t>
                      </a:r>
                      <a:endParaRPr lang="en-US" sz="16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Nếu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tài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khoản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đăng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nhập</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sai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thì</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hiển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thị</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thông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báo</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lỗi</a:t>
                      </a:r>
                      <a:endParaRPr lang="en-US" sz="18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83764B1C-A072-E8F3-B7E6-9855C5F6FD0F}"/>
              </a:ext>
            </a:extLst>
          </p:cNvPr>
          <p:cNvPicPr>
            <a:picLocks noChangeAspect="1"/>
          </p:cNvPicPr>
          <p:nvPr/>
        </p:nvPicPr>
        <p:blipFill>
          <a:blip r:embed="rId3"/>
          <a:stretch>
            <a:fillRect/>
          </a:stretch>
        </p:blipFill>
        <p:spPr>
          <a:xfrm>
            <a:off x="4875212" y="381000"/>
            <a:ext cx="7237177" cy="6400800"/>
          </a:xfrm>
          <a:prstGeom prst="rect">
            <a:avLst/>
          </a:prstGeom>
        </p:spPr>
      </p:pic>
    </p:spTree>
    <p:extLst>
      <p:ext uri="{BB962C8B-B14F-4D97-AF65-F5344CB8AC3E}">
        <p14:creationId xmlns:p14="http://schemas.microsoft.com/office/powerpoint/2010/main" val="387440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52542-5051-76C8-2967-D480AF502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FA36A-F9FA-1F74-4B39-8038F83C1663}"/>
              </a:ext>
            </a:extLst>
          </p:cNvPr>
          <p:cNvSpPr>
            <a:spLocks noGrp="1"/>
          </p:cNvSpPr>
          <p:nvPr>
            <p:ph type="title"/>
          </p:nvPr>
        </p:nvSpPr>
        <p:spPr>
          <a:xfrm>
            <a:off x="150812" y="152400"/>
            <a:ext cx="4267200" cy="838201"/>
          </a:xfrm>
        </p:spPr>
        <p:txBody>
          <a:bodyPr>
            <a:noAutofit/>
          </a:bodyPr>
          <a:lstStyle/>
          <a:p>
            <a:r>
              <a:rPr lang="en-US" sz="3600" dirty="0"/>
              <a:t>2.1 Trang </a:t>
            </a:r>
            <a:r>
              <a:rPr lang="en-US" sz="3600" dirty="0" err="1"/>
              <a:t>Đăng</a:t>
            </a:r>
            <a:r>
              <a:rPr lang="en-US" sz="3600" dirty="0"/>
              <a:t> </a:t>
            </a:r>
            <a:r>
              <a:rPr lang="en-US" sz="3600" dirty="0" err="1"/>
              <a:t>nhập</a:t>
            </a:r>
            <a:br>
              <a:rPr lang="en-US" sz="3600" dirty="0"/>
            </a:br>
            <a:r>
              <a:rPr lang="en-US" sz="2400" dirty="0"/>
              <a:t>View: </a:t>
            </a:r>
            <a:r>
              <a:rPr lang="en-US" sz="2400" dirty="0" err="1"/>
              <a:t>Login.cshtml</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3FBE77EB-701D-643D-61D2-22A27BDC2FB4}"/>
              </a:ext>
            </a:extLst>
          </p:cNvPr>
          <p:cNvGraphicFramePr>
            <a:graphicFrameLocks noGrp="1"/>
          </p:cNvGraphicFramePr>
          <p:nvPr>
            <p:ph idx="1"/>
            <p:extLst>
              <p:ext uri="{D42A27DB-BD31-4B8C-83A1-F6EECF244321}">
                <p14:modId xmlns:p14="http://schemas.microsoft.com/office/powerpoint/2010/main" val="1691243022"/>
              </p:ext>
            </p:extLst>
          </p:nvPr>
        </p:nvGraphicFramePr>
        <p:xfrm>
          <a:off x="74612" y="1219200"/>
          <a:ext cx="4648200" cy="5562600"/>
        </p:xfrm>
        <a:graphic>
          <a:graphicData uri="http://schemas.openxmlformats.org/drawingml/2006/table">
            <a:tbl>
              <a:tblPr firstRow="1" bandRow="1">
                <a:tableStyleId>{073A0DAA-6AF3-43AB-8588-CEC1D06C72B9}</a:tableStyleId>
              </a:tblPr>
              <a:tblGrid>
                <a:gridCol w="4648200">
                  <a:extLst>
                    <a:ext uri="{9D8B030D-6E8A-4147-A177-3AD203B41FA5}">
                      <a16:colId xmlns:a16="http://schemas.microsoft.com/office/drawing/2014/main" val="3746387964"/>
                    </a:ext>
                  </a:extLst>
                </a:gridCol>
              </a:tblGrid>
              <a:tr h="635009">
                <a:tc>
                  <a:txBody>
                    <a:bodyPr/>
                    <a:lstStyle/>
                    <a:p>
                      <a:r>
                        <a:rPr lang="en-US" dirty="0"/>
                        <a:t>View: </a:t>
                      </a:r>
                      <a:r>
                        <a:rPr lang="en-US" dirty="0" err="1"/>
                        <a:t>Login.cshtml</a:t>
                      </a:r>
                      <a:endParaRPr lang="en-US" dirty="0"/>
                    </a:p>
                  </a:txBody>
                  <a:tcPr/>
                </a:tc>
                <a:extLst>
                  <a:ext uri="{0D108BD9-81ED-4DB2-BD59-A6C34878D82A}">
                    <a16:rowId xmlns:a16="http://schemas.microsoft.com/office/drawing/2014/main" val="2981023087"/>
                  </a:ext>
                </a:extLst>
              </a:tr>
              <a:tr h="4927591">
                <a:tc>
                  <a:txBody>
                    <a:bodyPr/>
                    <a:lstStyle/>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1800" b="0" kern="1200" dirty="0" err="1">
                          <a:solidFill>
                            <a:schemeClr val="bg1"/>
                          </a:solidFill>
                          <a:latin typeface="+mn-lt"/>
                          <a:ea typeface="+mn-ea"/>
                          <a:cs typeface="+mn-cs"/>
                        </a:rPr>
                        <a:t>Hiển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thị</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các</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trường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dữ</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liệu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theo</a:t>
                      </a:r>
                      <a:r>
                        <a:rPr lang="en-US" sz="1800" b="0" kern="1200" dirty="0">
                          <a:solidFill>
                            <a:schemeClr val="bg1"/>
                          </a:solidFill>
                          <a:latin typeface="+mn-lt"/>
                          <a:ea typeface="+mn-ea"/>
                          <a:cs typeface="+mn-cs"/>
                        </a:rPr>
                        <a:t> view model </a:t>
                      </a:r>
                      <a:r>
                        <a:rPr lang="en-US" sz="1800" b="0" kern="1200" dirty="0" err="1">
                          <a:solidFill>
                            <a:schemeClr val="bg1"/>
                          </a:solidFill>
                          <a:highlight>
                            <a:srgbClr val="FFFF00"/>
                          </a:highlight>
                          <a:latin typeface="+mn-lt"/>
                          <a:ea typeface="+mn-ea"/>
                          <a:cs typeface="+mn-cs"/>
                        </a:rPr>
                        <a:t>LoginVM</a:t>
                      </a:r>
                      <a:endParaRPr lang="en-US" sz="1800" b="0" kern="1200" dirty="0">
                        <a:solidFill>
                          <a:schemeClr val="bg1"/>
                        </a:solidFill>
                        <a:highlight>
                          <a:srgbClr val="FFFF00"/>
                        </a:highlight>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6" name="Picture 5">
            <a:extLst>
              <a:ext uri="{FF2B5EF4-FFF2-40B4-BE49-F238E27FC236}">
                <a16:creationId xmlns:a16="http://schemas.microsoft.com/office/drawing/2014/main" id="{0B66BE09-2317-0E11-0F44-1A6F872E27AA}"/>
              </a:ext>
            </a:extLst>
          </p:cNvPr>
          <p:cNvPicPr>
            <a:picLocks noChangeAspect="1"/>
          </p:cNvPicPr>
          <p:nvPr/>
        </p:nvPicPr>
        <p:blipFill>
          <a:blip r:embed="rId2"/>
          <a:stretch>
            <a:fillRect/>
          </a:stretch>
        </p:blipFill>
        <p:spPr>
          <a:xfrm>
            <a:off x="4784416" y="76200"/>
            <a:ext cx="7329796" cy="6712022"/>
          </a:xfrm>
          <a:prstGeom prst="rect">
            <a:avLst/>
          </a:prstGeom>
        </p:spPr>
      </p:pic>
    </p:spTree>
    <p:extLst>
      <p:ext uri="{BB962C8B-B14F-4D97-AF65-F5344CB8AC3E}">
        <p14:creationId xmlns:p14="http://schemas.microsoft.com/office/powerpoint/2010/main" val="3955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6C894-4D6C-26AE-44BC-CE4E3FB99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4FA7C-0BDF-9CD0-56D3-4F8A6F6D4C7C}"/>
              </a:ext>
            </a:extLst>
          </p:cNvPr>
          <p:cNvSpPr>
            <a:spLocks noGrp="1"/>
          </p:cNvSpPr>
          <p:nvPr>
            <p:ph type="title"/>
          </p:nvPr>
        </p:nvSpPr>
        <p:spPr>
          <a:xfrm>
            <a:off x="150812" y="152400"/>
            <a:ext cx="11887200" cy="838201"/>
          </a:xfrm>
        </p:spPr>
        <p:txBody>
          <a:bodyPr>
            <a:noAutofit/>
          </a:bodyPr>
          <a:lstStyle/>
          <a:p>
            <a:r>
              <a:rPr lang="en-US" sz="3600" dirty="0"/>
              <a:t>2.1 Trang </a:t>
            </a:r>
            <a:r>
              <a:rPr lang="en-US" sz="3600" dirty="0" err="1"/>
              <a:t>Đăng</a:t>
            </a:r>
            <a:r>
              <a:rPr lang="en-US" sz="3600" dirty="0"/>
              <a:t> </a:t>
            </a:r>
            <a:r>
              <a:rPr lang="en-US" sz="3600" dirty="0" err="1"/>
              <a:t>nhập</a:t>
            </a:r>
            <a:br>
              <a:rPr lang="en-US" sz="3600" dirty="0"/>
            </a:br>
            <a:r>
              <a:rPr lang="en-US" sz="2400" dirty="0" err="1"/>
              <a:t>Webconfig</a:t>
            </a:r>
            <a:endParaRPr lang="en-US" sz="3600" dirty="0">
              <a:latin typeface="Calibri Light" panose="020F0302020204030204" pitchFamily="34" charset="0"/>
              <a:cs typeface="Calibri Light" panose="020F0302020204030204" pitchFamily="34" charset="0"/>
            </a:endParaRPr>
          </a:p>
        </p:txBody>
      </p:sp>
      <p:pic>
        <p:nvPicPr>
          <p:cNvPr id="1028" name="Picture 4" descr="May be an image of text">
            <a:extLst>
              <a:ext uri="{FF2B5EF4-FFF2-40B4-BE49-F238E27FC236}">
                <a16:creationId xmlns:a16="http://schemas.microsoft.com/office/drawing/2014/main" id="{9C112CFE-8072-F80D-7F21-D832F41DC0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722812" y="2286000"/>
            <a:ext cx="7192486" cy="183689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Content Placeholder 11">
            <a:extLst>
              <a:ext uri="{FF2B5EF4-FFF2-40B4-BE49-F238E27FC236}">
                <a16:creationId xmlns:a16="http://schemas.microsoft.com/office/drawing/2014/main" id="{AFFFFEAA-0E3D-A34F-274E-570CB6165CA4}"/>
              </a:ext>
            </a:extLst>
          </p:cNvPr>
          <p:cNvGraphicFramePr>
            <a:graphicFrameLocks/>
          </p:cNvGraphicFramePr>
          <p:nvPr>
            <p:extLst>
              <p:ext uri="{D42A27DB-BD31-4B8C-83A1-F6EECF244321}">
                <p14:modId xmlns:p14="http://schemas.microsoft.com/office/powerpoint/2010/main" val="2271028772"/>
              </p:ext>
            </p:extLst>
          </p:nvPr>
        </p:nvGraphicFramePr>
        <p:xfrm>
          <a:off x="150812" y="2286000"/>
          <a:ext cx="4343400" cy="2409185"/>
        </p:xfrm>
        <a:graphic>
          <a:graphicData uri="http://schemas.openxmlformats.org/drawingml/2006/table">
            <a:tbl>
              <a:tblPr firstRow="1" bandRow="1">
                <a:tableStyleId>{073A0DAA-6AF3-43AB-8588-CEC1D06C72B9}</a:tableStyleId>
              </a:tblPr>
              <a:tblGrid>
                <a:gridCol w="4343400">
                  <a:extLst>
                    <a:ext uri="{9D8B030D-6E8A-4147-A177-3AD203B41FA5}">
                      <a16:colId xmlns:a16="http://schemas.microsoft.com/office/drawing/2014/main" val="3746387964"/>
                    </a:ext>
                  </a:extLst>
                </a:gridCol>
              </a:tblGrid>
              <a:tr h="403964">
                <a:tc>
                  <a:txBody>
                    <a:bodyPr/>
                    <a:lstStyle/>
                    <a:p>
                      <a:r>
                        <a:rPr lang="en-US" dirty="0" err="1"/>
                        <a:t>Webconfig</a:t>
                      </a:r>
                      <a:endParaRPr lang="en-US" dirty="0"/>
                    </a:p>
                  </a:txBody>
                  <a:tcPr/>
                </a:tc>
                <a:extLst>
                  <a:ext uri="{0D108BD9-81ED-4DB2-BD59-A6C34878D82A}">
                    <a16:rowId xmlns:a16="http://schemas.microsoft.com/office/drawing/2014/main" val="2981023087"/>
                  </a:ext>
                </a:extLst>
              </a:tr>
              <a:tr h="2005221">
                <a:tc>
                  <a:txBody>
                    <a:bodyPr/>
                    <a:lstStyle/>
                    <a:p>
                      <a:pPr marL="0" marR="0" lvl="0" indent="0" algn="l" defTabSz="914126"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sz="2000" dirty="0" err="1"/>
                        <a:t>Thêm</a:t>
                      </a:r>
                      <a:r>
                        <a:rPr lang="en-US" sz="2000" dirty="0"/>
                        <a:t> </a:t>
                      </a:r>
                      <a:r>
                        <a:rPr lang="en-US" sz="2000" dirty="0" err="1"/>
                        <a:t>phần</a:t>
                      </a:r>
                      <a:r>
                        <a:rPr lang="en-US" sz="2000" dirty="0"/>
                        <a:t> </a:t>
                      </a:r>
                      <a:r>
                        <a:rPr lang="en-US" sz="2000" dirty="0">
                          <a:highlight>
                            <a:srgbClr val="FFFF00"/>
                          </a:highlight>
                        </a:rPr>
                        <a:t>Authentication </a:t>
                      </a:r>
                      <a:r>
                        <a:rPr lang="en-US" sz="2000" dirty="0" err="1"/>
                        <a:t>vào</a:t>
                      </a:r>
                      <a:r>
                        <a:rPr lang="en-US" sz="2000" dirty="0"/>
                        <a:t> file </a:t>
                      </a:r>
                      <a:r>
                        <a:rPr lang="en-US" sz="2000" dirty="0" err="1">
                          <a:highlight>
                            <a:srgbClr val="FFFF00"/>
                          </a:highlight>
                        </a:rPr>
                        <a:t>webconfig</a:t>
                      </a:r>
                      <a:r>
                        <a:rPr lang="en-US" sz="2000" dirty="0">
                          <a:highlight>
                            <a:srgbClr val="FFFF00"/>
                          </a:highlight>
                        </a:rPr>
                        <a:t> </a:t>
                      </a:r>
                      <a:r>
                        <a:rPr lang="en-US" sz="2000" dirty="0" err="1"/>
                        <a:t>như</a:t>
                      </a:r>
                      <a:r>
                        <a:rPr lang="en-US" sz="2000" dirty="0"/>
                        <a:t> </a:t>
                      </a:r>
                      <a:r>
                        <a:rPr lang="en-US" sz="2000" dirty="0" err="1"/>
                        <a:t>hình</a:t>
                      </a:r>
                      <a:r>
                        <a:rPr lang="en-US" sz="2000" dirty="0"/>
                        <a:t>:</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000" b="0" kern="1200" dirty="0">
                          <a:solidFill>
                            <a:schemeClr val="bg1"/>
                          </a:solidFill>
                          <a:highlight>
                            <a:srgbClr val="FFFF00"/>
                          </a:highlight>
                          <a:latin typeface="+mn-lt"/>
                          <a:ea typeface="+mn-ea"/>
                          <a:cs typeface="+mn-cs"/>
                        </a:rPr>
                        <a:t>Timeout</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có</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thể</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tùy</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chỉnh</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tùy</a:t>
                      </a:r>
                      <a:r>
                        <a:rPr lang="en-US" sz="2000" b="0" kern="1200" dirty="0">
                          <a:solidFill>
                            <a:schemeClr val="bg1"/>
                          </a:solidFill>
                          <a:latin typeface="+mn-lt"/>
                          <a:ea typeface="+mn-ea"/>
                          <a:cs typeface="+mn-cs"/>
                        </a:rPr>
                        <a:t> ý.</a:t>
                      </a:r>
                    </a:p>
                    <a:p>
                      <a:pPr marL="285750" marR="0" lvl="0" indent="-285750" algn="l" defTabSz="914126"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000" b="0" kern="1200" dirty="0">
                          <a:solidFill>
                            <a:schemeClr val="bg1"/>
                          </a:solidFill>
                          <a:highlight>
                            <a:srgbClr val="FFFF00"/>
                          </a:highlight>
                          <a:latin typeface="+mn-lt"/>
                          <a:ea typeface="+mn-ea"/>
                          <a:cs typeface="+mn-cs"/>
                        </a:rPr>
                        <a:t>Timeout=“3600”: </a:t>
                      </a:r>
                      <a:r>
                        <a:rPr lang="en-US" sz="2000" b="0" kern="1200" dirty="0" err="1">
                          <a:solidFill>
                            <a:schemeClr val="bg1"/>
                          </a:solidFill>
                          <a:latin typeface="+mn-lt"/>
                          <a:ea typeface="+mn-ea"/>
                          <a:cs typeface="+mn-cs"/>
                        </a:rPr>
                        <a:t>nghĩa</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là</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sẽ</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hết</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hạn</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sau</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3600s</a:t>
                      </a:r>
                      <a:r>
                        <a:rPr lang="en-US" sz="2000" b="0" kern="1200" dirty="0">
                          <a:solidFill>
                            <a:schemeClr val="bg1"/>
                          </a:solidFill>
                          <a:latin typeface="+mn-lt"/>
                          <a:ea typeface="+mn-ea"/>
                          <a:cs typeface="+mn-cs"/>
                        </a:rPr>
                        <a:t> = </a:t>
                      </a:r>
                      <a:r>
                        <a:rPr lang="en-US" sz="2000" b="0" kern="1200" dirty="0" err="1">
                          <a:solidFill>
                            <a:schemeClr val="bg1"/>
                          </a:solidFill>
                          <a:latin typeface="+mn-lt"/>
                          <a:ea typeface="+mn-ea"/>
                          <a:cs typeface="+mn-cs"/>
                        </a:rPr>
                        <a:t>1h</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và</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phải</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đăng</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nhập</a:t>
                      </a:r>
                      <a:r>
                        <a:rPr lang="en-US" sz="2000" b="0" kern="1200" dirty="0">
                          <a:solidFill>
                            <a:schemeClr val="bg1"/>
                          </a:solidFill>
                          <a:latin typeface="+mn-lt"/>
                          <a:ea typeface="+mn-ea"/>
                          <a:cs typeface="+mn-cs"/>
                        </a:rPr>
                        <a:t> </a:t>
                      </a:r>
                      <a:r>
                        <a:rPr lang="en-US" sz="2000" b="0" kern="1200" dirty="0" err="1">
                          <a:solidFill>
                            <a:schemeClr val="bg1"/>
                          </a:solidFill>
                          <a:latin typeface="+mn-lt"/>
                          <a:ea typeface="+mn-ea"/>
                          <a:cs typeface="+mn-cs"/>
                        </a:rPr>
                        <a:t>lại</a:t>
                      </a:r>
                      <a:r>
                        <a:rPr lang="en-US" sz="2000" b="0" kern="1200" dirty="0">
                          <a:solidFill>
                            <a:schemeClr val="bg1"/>
                          </a:solidFill>
                          <a:latin typeface="+mn-lt"/>
                          <a:ea typeface="+mn-ea"/>
                          <a:cs typeface="+mn-cs"/>
                        </a:rPr>
                        <a:t>.</a:t>
                      </a:r>
                      <a:endParaRPr lang="en-US" sz="18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spTree>
    <p:extLst>
      <p:ext uri="{BB962C8B-B14F-4D97-AF65-F5344CB8AC3E}">
        <p14:creationId xmlns:p14="http://schemas.microsoft.com/office/powerpoint/2010/main" val="15235962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DC8BE-B7A5-ABD1-F098-075F19549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18D4D-EE63-8DD0-C8F0-0AF73B28850D}"/>
              </a:ext>
            </a:extLst>
          </p:cNvPr>
          <p:cNvSpPr>
            <a:spLocks noGrp="1"/>
          </p:cNvSpPr>
          <p:nvPr>
            <p:ph type="title"/>
          </p:nvPr>
        </p:nvSpPr>
        <p:spPr>
          <a:xfrm>
            <a:off x="74612" y="120650"/>
            <a:ext cx="4165602" cy="1327150"/>
          </a:xfrm>
        </p:spPr>
        <p:txBody>
          <a:bodyPr>
            <a:noAutofit/>
          </a:bodyPr>
          <a:lstStyle/>
          <a:p>
            <a:r>
              <a:rPr lang="en-US" sz="3600" dirty="0"/>
              <a:t>2.3. Trang Thông tin </a:t>
            </a:r>
            <a:r>
              <a:rPr lang="en-US" sz="3600" dirty="0" err="1"/>
              <a:t>tài</a:t>
            </a:r>
            <a:r>
              <a:rPr lang="en-US" sz="3600" dirty="0"/>
              <a:t> </a:t>
            </a:r>
            <a:r>
              <a:rPr lang="en-US" sz="3600" dirty="0" err="1"/>
              <a:t>khoản</a:t>
            </a:r>
            <a:r>
              <a:rPr lang="en-US" sz="3600" dirty="0"/>
              <a:t> - </a:t>
            </a: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488FE26F-83D9-EDEE-C8FB-C2771F277B25}"/>
              </a:ext>
            </a:extLst>
          </p:cNvPr>
          <p:cNvPicPr>
            <a:picLocks noChangeAspect="1"/>
          </p:cNvPicPr>
          <p:nvPr/>
        </p:nvPicPr>
        <p:blipFill>
          <a:blip r:embed="rId2"/>
          <a:stretch>
            <a:fillRect/>
          </a:stretch>
        </p:blipFill>
        <p:spPr>
          <a:xfrm>
            <a:off x="4341812" y="65942"/>
            <a:ext cx="7772401" cy="6726117"/>
          </a:xfrm>
          <a:prstGeom prst="rect">
            <a:avLst/>
          </a:prstGeom>
        </p:spPr>
      </p:pic>
      <p:sp>
        <p:nvSpPr>
          <p:cNvPr id="3" name="Text Placeholder 8">
            <a:extLst>
              <a:ext uri="{FF2B5EF4-FFF2-40B4-BE49-F238E27FC236}">
                <a16:creationId xmlns:a16="http://schemas.microsoft.com/office/drawing/2014/main" id="{A7AFA91D-7DD9-07C8-97A5-365F77E53343}"/>
              </a:ext>
            </a:extLst>
          </p:cNvPr>
          <p:cNvSpPr txBox="1">
            <a:spLocks/>
          </p:cNvSpPr>
          <p:nvPr/>
        </p:nvSpPr>
        <p:spPr>
          <a:xfrm>
            <a:off x="23812" y="1808995"/>
            <a:ext cx="3327400" cy="533400"/>
          </a:xfrm>
          <a:prstGeom prst="rect">
            <a:avLst/>
          </a:prstGeom>
        </p:spPr>
        <p:txBody>
          <a:bodyPr>
            <a:normAutofit fontScale="85000" lnSpcReduction="20000"/>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2400" dirty="0" err="1"/>
              <a:t>Cấu</a:t>
            </a:r>
            <a:r>
              <a:rPr lang="en-US" sz="2400" dirty="0"/>
              <a:t> </a:t>
            </a:r>
            <a:r>
              <a:rPr lang="en-US" sz="2400" dirty="0" err="1"/>
              <a:t>trúc</a:t>
            </a:r>
            <a:r>
              <a:rPr lang="en-US" sz="2400" dirty="0"/>
              <a:t> </a:t>
            </a:r>
            <a:r>
              <a:rPr lang="en-US" sz="2400" dirty="0" err="1"/>
              <a:t>trang</a:t>
            </a:r>
            <a:r>
              <a:rPr lang="en-US" sz="2400" dirty="0"/>
              <a:t>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5" name="Table 4">
            <a:extLst>
              <a:ext uri="{FF2B5EF4-FFF2-40B4-BE49-F238E27FC236}">
                <a16:creationId xmlns:a16="http://schemas.microsoft.com/office/drawing/2014/main" id="{D3F43441-1A28-62D2-D071-A85DFD9635FF}"/>
              </a:ext>
            </a:extLst>
          </p:cNvPr>
          <p:cNvGraphicFramePr>
            <a:graphicFrameLocks noGrp="1"/>
          </p:cNvGraphicFramePr>
          <p:nvPr/>
        </p:nvGraphicFramePr>
        <p:xfrm>
          <a:off x="100010" y="2362200"/>
          <a:ext cx="4165602" cy="2748280"/>
        </p:xfrm>
        <a:graphic>
          <a:graphicData uri="http://schemas.openxmlformats.org/drawingml/2006/table">
            <a:tbl>
              <a:tblPr firstRow="1" bandRow="1">
                <a:tableStyleId>{073A0DAA-6AF3-43AB-8588-CEC1D06C72B9}</a:tableStyleId>
              </a:tblPr>
              <a:tblGrid>
                <a:gridCol w="952138">
                  <a:extLst>
                    <a:ext uri="{9D8B030D-6E8A-4147-A177-3AD203B41FA5}">
                      <a16:colId xmlns:a16="http://schemas.microsoft.com/office/drawing/2014/main" val="285875749"/>
                    </a:ext>
                  </a:extLst>
                </a:gridCol>
                <a:gridCol w="1842846">
                  <a:extLst>
                    <a:ext uri="{9D8B030D-6E8A-4147-A177-3AD203B41FA5}">
                      <a16:colId xmlns:a16="http://schemas.microsoft.com/office/drawing/2014/main" val="2882471911"/>
                    </a:ext>
                  </a:extLst>
                </a:gridCol>
                <a:gridCol w="1370618">
                  <a:extLst>
                    <a:ext uri="{9D8B030D-6E8A-4147-A177-3AD203B41FA5}">
                      <a16:colId xmlns:a16="http://schemas.microsoft.com/office/drawing/2014/main" val="3686659855"/>
                    </a:ext>
                  </a:extLst>
                </a:gridCol>
              </a:tblGrid>
              <a:tr h="370840">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370840">
                <a:tc>
                  <a:txBody>
                    <a:bodyPr/>
                    <a:lstStyle/>
                    <a:p>
                      <a:r>
                        <a:rPr lang="en-US" sz="1600" dirty="0" err="1"/>
                        <a:t>Phần</a:t>
                      </a:r>
                      <a:r>
                        <a:rPr lang="en-US" sz="1600" dirty="0"/>
                        <a:t> Thông tin </a:t>
                      </a:r>
                      <a:r>
                        <a:rPr lang="en-US" sz="1600" dirty="0" err="1"/>
                        <a:t>cá</a:t>
                      </a:r>
                      <a:r>
                        <a:rPr lang="en-US" sz="1600" dirty="0"/>
                        <a:t> </a:t>
                      </a:r>
                      <a:r>
                        <a:rPr lang="en-US" sz="1600" dirty="0" err="1"/>
                        <a:t>nhân</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Họ</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tên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Số</a:t>
                      </a:r>
                      <a:r>
                        <a:rPr lang="en-US" sz="1600" b="0" kern="1200" dirty="0">
                          <a:solidFill>
                            <a:schemeClr val="bg1"/>
                          </a:solidFill>
                          <a:latin typeface="+mn-lt"/>
                          <a:ea typeface="+mn-ea"/>
                          <a:cs typeface="+mn-cs"/>
                        </a:rPr>
                        <a:t> điện </a:t>
                      </a:r>
                      <a:r>
                        <a:rPr lang="en-US" sz="1600" b="0" kern="1200" dirty="0" err="1">
                          <a:solidFill>
                            <a:schemeClr val="bg1"/>
                          </a:solidFill>
                          <a:latin typeface="+mn-lt"/>
                          <a:ea typeface="+mn-ea"/>
                          <a:cs typeface="+mn-cs"/>
                        </a:rPr>
                        <a:t>thoại</a:t>
                      </a:r>
                      <a:r>
                        <a:rPr lang="en-US" sz="1600" b="0" kern="1200" dirty="0">
                          <a:solidFill>
                            <a:schemeClr val="bg1"/>
                          </a:solidFill>
                          <a:latin typeface="+mn-lt"/>
                          <a:ea typeface="+mn-ea"/>
                          <a:cs typeface="+mn-cs"/>
                        </a:rPr>
                        <a:t>, Email, </a:t>
                      </a:r>
                      <a:r>
                        <a:rPr lang="en-US" sz="1600" b="0" kern="1200" dirty="0" err="1">
                          <a:solidFill>
                            <a:schemeClr val="bg1"/>
                          </a:solidFill>
                          <a:latin typeface="+mn-lt"/>
                          <a:ea typeface="+mn-ea"/>
                          <a:cs typeface="+mn-cs"/>
                        </a:rPr>
                        <a:t>Địa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chỉ</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tên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đăng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nhập</a:t>
                      </a:r>
                      <a:endParaRPr lang="vi-VN" sz="16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ProfileInfo.cshtml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370840">
                <a:tc>
                  <a:txBody>
                    <a:bodyPr/>
                    <a:lstStyle/>
                    <a:p>
                      <a:r>
                        <a:rPr lang="en-US" sz="1600" dirty="0" err="1"/>
                        <a:t>Phần</a:t>
                      </a:r>
                      <a:r>
                        <a:rPr lang="en-US" sz="1600" dirty="0"/>
                        <a:t> </a:t>
                      </a:r>
                      <a:r>
                        <a:rPr lang="en-US" sz="1600" dirty="0" err="1"/>
                        <a:t>Thay</a:t>
                      </a:r>
                      <a:r>
                        <a:rPr lang="en-US" sz="1600" dirty="0"/>
                        <a:t> </a:t>
                      </a:r>
                      <a:r>
                        <a:rPr lang="en-US" sz="1600" dirty="0" err="1"/>
                        <a:t>đổi</a:t>
                      </a:r>
                      <a:r>
                        <a:rPr lang="en-US" sz="1600" dirty="0"/>
                        <a:t> </a:t>
                      </a:r>
                      <a:r>
                        <a:rPr lang="en-US" sz="1600" dirty="0" err="1"/>
                        <a:t>thông</a:t>
                      </a:r>
                      <a:r>
                        <a:rPr lang="en-US" sz="1600" dirty="0"/>
                        <a:t> tin</a:t>
                      </a:r>
                    </a:p>
                  </a:txBody>
                  <a:tcPr/>
                </a:tc>
                <a:tc>
                  <a:txBody>
                    <a:bodyPr/>
                    <a:lstStyle/>
                    <a:p>
                      <a:r>
                        <a:rPr lang="en-US" sz="1600" dirty="0"/>
                        <a:t>Cho </a:t>
                      </a:r>
                      <a:r>
                        <a:rPr lang="en-US" sz="1600" dirty="0" err="1"/>
                        <a:t>phép</a:t>
                      </a:r>
                      <a:r>
                        <a:rPr lang="en-US" sz="1600" dirty="0"/>
                        <a:t> </a:t>
                      </a:r>
                      <a:r>
                        <a:rPr lang="en-US" sz="1600" dirty="0" err="1"/>
                        <a:t>thực</a:t>
                      </a:r>
                      <a:r>
                        <a:rPr lang="en-US" sz="1600" dirty="0"/>
                        <a:t> </a:t>
                      </a:r>
                      <a:r>
                        <a:rPr lang="en-US" sz="1600" dirty="0" err="1"/>
                        <a:t>hiện</a:t>
                      </a:r>
                      <a:r>
                        <a:rPr lang="en-US" sz="1600" dirty="0"/>
                        <a:t> </a:t>
                      </a:r>
                      <a:r>
                        <a:rPr lang="en-US" sz="1600" dirty="0" err="1"/>
                        <a:t>các</a:t>
                      </a:r>
                      <a:r>
                        <a:rPr lang="en-US" sz="1600" dirty="0"/>
                        <a:t> </a:t>
                      </a:r>
                      <a:r>
                        <a:rPr lang="en-US" sz="1600" dirty="0" err="1"/>
                        <a:t>thay</a:t>
                      </a:r>
                      <a:r>
                        <a:rPr lang="en-US" sz="1600" dirty="0"/>
                        <a:t> </a:t>
                      </a:r>
                      <a:r>
                        <a:rPr lang="en-US" sz="1600" dirty="0" err="1"/>
                        <a:t>đổi</a:t>
                      </a:r>
                      <a:r>
                        <a:rPr lang="en-US" sz="1600" dirty="0"/>
                        <a:t> </a:t>
                      </a:r>
                      <a:r>
                        <a:rPr lang="en-US" sz="1600" dirty="0" err="1"/>
                        <a:t>sau</a:t>
                      </a:r>
                      <a:r>
                        <a:rPr lang="en-US" sz="1600" dirty="0"/>
                        <a:t>:</a:t>
                      </a:r>
                    </a:p>
                    <a:p>
                      <a:pPr marL="285750" indent="-285750">
                        <a:buFontTx/>
                        <a:buChar char="-"/>
                      </a:pPr>
                      <a:r>
                        <a:rPr lang="en-US" sz="1600" dirty="0" err="1"/>
                        <a:t>Cập</a:t>
                      </a:r>
                      <a:r>
                        <a:rPr lang="en-US" sz="1600" dirty="0"/>
                        <a:t> </a:t>
                      </a:r>
                      <a:r>
                        <a:rPr lang="en-US" sz="1600" dirty="0" err="1"/>
                        <a:t>nhật</a:t>
                      </a:r>
                      <a:r>
                        <a:rPr lang="en-US" sz="1600" dirty="0"/>
                        <a:t> </a:t>
                      </a:r>
                      <a:r>
                        <a:rPr lang="en-US" sz="1600" dirty="0" err="1"/>
                        <a:t>SĐT</a:t>
                      </a:r>
                      <a:r>
                        <a:rPr lang="en-US" sz="1600" dirty="0"/>
                        <a:t>, Email, </a:t>
                      </a:r>
                      <a:r>
                        <a:rPr lang="en-US" sz="1600" dirty="0" err="1"/>
                        <a:t>Địa</a:t>
                      </a:r>
                      <a:r>
                        <a:rPr lang="en-US" sz="1600" dirty="0"/>
                        <a:t> </a:t>
                      </a:r>
                      <a:r>
                        <a:rPr lang="en-US" sz="1600" dirty="0" err="1"/>
                        <a:t>chỉ</a:t>
                      </a:r>
                      <a:endParaRPr lang="en-US" sz="1600" dirty="0"/>
                    </a:p>
                    <a:p>
                      <a:pPr marL="285750" indent="-285750">
                        <a:buFontTx/>
                        <a:buChar char="-"/>
                      </a:pPr>
                      <a:r>
                        <a:rPr lang="en-US" sz="1600" dirty="0" err="1"/>
                        <a:t>Đổi</a:t>
                      </a:r>
                      <a:r>
                        <a:rPr lang="en-US" sz="1600" dirty="0"/>
                        <a:t> </a:t>
                      </a:r>
                      <a:r>
                        <a:rPr lang="en-US" sz="1600" dirty="0" err="1"/>
                        <a:t>mật</a:t>
                      </a:r>
                      <a:r>
                        <a:rPr lang="en-US" sz="1600" dirty="0"/>
                        <a:t> </a:t>
                      </a:r>
                      <a:r>
                        <a:rPr lang="en-US" sz="1600" dirty="0" err="1"/>
                        <a:t>khẩu</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1611195140"/>
                  </a:ext>
                </a:extLst>
              </a:tr>
            </a:tbl>
          </a:graphicData>
        </a:graphic>
      </p:graphicFrame>
    </p:spTree>
    <p:extLst>
      <p:ext uri="{BB962C8B-B14F-4D97-AF65-F5344CB8AC3E}">
        <p14:creationId xmlns:p14="http://schemas.microsoft.com/office/powerpoint/2010/main" val="383099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976DE-E665-3F90-84C7-CAFC032C46AA}"/>
              </a:ext>
            </a:extLst>
          </p:cNvPr>
          <p:cNvSpPr>
            <a:spLocks noGrp="1"/>
          </p:cNvSpPr>
          <p:nvPr>
            <p:ph type="title"/>
          </p:nvPr>
        </p:nvSpPr>
        <p:spPr>
          <a:xfrm>
            <a:off x="841028" y="548640"/>
            <a:ext cx="3599923" cy="4937760"/>
          </a:xfrm>
        </p:spPr>
        <p:txBody>
          <a:bodyPr>
            <a:normAutofit/>
          </a:bodyPr>
          <a:lstStyle/>
          <a:p>
            <a:r>
              <a:rPr lang="en-US" sz="3600" dirty="0"/>
              <a:t>2. </a:t>
            </a:r>
            <a:r>
              <a:rPr lang="en-US" sz="3600" dirty="0" err="1"/>
              <a:t>HomeController</a:t>
            </a:r>
            <a:endParaRPr lang="en-US" sz="3600" dirty="0"/>
          </a:p>
        </p:txBody>
      </p:sp>
      <p:sp>
        <p:nvSpPr>
          <p:cNvPr id="4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2737" y="3258717"/>
            <a:ext cx="4480560" cy="18283"/>
          </a:xfrm>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 name="connsiteX0" fmla="*/ 0 w 4480560"/>
              <a:gd name="connsiteY0" fmla="*/ 0 h 18283"/>
              <a:gd name="connsiteX1" fmla="*/ 595274 w 4480560"/>
              <a:gd name="connsiteY1" fmla="*/ 0 h 18283"/>
              <a:gd name="connsiteX2" fmla="*/ 1100938 w 4480560"/>
              <a:gd name="connsiteY2" fmla="*/ 0 h 18283"/>
              <a:gd name="connsiteX3" fmla="*/ 1830629 w 4480560"/>
              <a:gd name="connsiteY3" fmla="*/ 0 h 18283"/>
              <a:gd name="connsiteX4" fmla="*/ 2425903 w 4480560"/>
              <a:gd name="connsiteY4" fmla="*/ 0 h 18283"/>
              <a:gd name="connsiteX5" fmla="*/ 3021178 w 4480560"/>
              <a:gd name="connsiteY5" fmla="*/ 0 h 18283"/>
              <a:gd name="connsiteX6" fmla="*/ 3750869 w 4480560"/>
              <a:gd name="connsiteY6" fmla="*/ 0 h 18283"/>
              <a:gd name="connsiteX7" fmla="*/ 4480560 w 4480560"/>
              <a:gd name="connsiteY7" fmla="*/ 0 h 18283"/>
              <a:gd name="connsiteX8" fmla="*/ 4480560 w 4480560"/>
              <a:gd name="connsiteY8" fmla="*/ 18283 h 18283"/>
              <a:gd name="connsiteX9" fmla="*/ 3930091 w 4480560"/>
              <a:gd name="connsiteY9" fmla="*/ 18283 h 18283"/>
              <a:gd name="connsiteX10" fmla="*/ 3290011 w 4480560"/>
              <a:gd name="connsiteY10" fmla="*/ 18283 h 18283"/>
              <a:gd name="connsiteX11" fmla="*/ 2649931 w 4480560"/>
              <a:gd name="connsiteY11" fmla="*/ 18283 h 18283"/>
              <a:gd name="connsiteX12" fmla="*/ 2054657 w 4480560"/>
              <a:gd name="connsiteY12" fmla="*/ 18283 h 18283"/>
              <a:gd name="connsiteX13" fmla="*/ 1324966 w 4480560"/>
              <a:gd name="connsiteY13" fmla="*/ 18283 h 18283"/>
              <a:gd name="connsiteX14" fmla="*/ 595274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2398" y="6776"/>
                  <a:pt x="4480263" y="12574"/>
                  <a:pt x="4480560" y="18283"/>
                </a:cubicBezTo>
                <a:cubicBezTo>
                  <a:pt x="4305601" y="41515"/>
                  <a:pt x="4025154" y="26457"/>
                  <a:pt x="3840480" y="18283"/>
                </a:cubicBezTo>
                <a:cubicBezTo>
                  <a:pt x="3668919" y="-12336"/>
                  <a:pt x="3556555" y="-12679"/>
                  <a:pt x="3290011" y="18283"/>
                </a:cubicBezTo>
                <a:cubicBezTo>
                  <a:pt x="2991827" y="18167"/>
                  <a:pt x="2862038" y="-22527"/>
                  <a:pt x="2560320" y="18283"/>
                </a:cubicBezTo>
                <a:cubicBezTo>
                  <a:pt x="2273396" y="37371"/>
                  <a:pt x="2159701" y="39993"/>
                  <a:pt x="1965046" y="18283"/>
                </a:cubicBezTo>
                <a:cubicBezTo>
                  <a:pt x="1785994" y="29183"/>
                  <a:pt x="1686680" y="52315"/>
                  <a:pt x="1459382" y="18283"/>
                </a:cubicBezTo>
                <a:cubicBezTo>
                  <a:pt x="1260610" y="4965"/>
                  <a:pt x="913962" y="31527"/>
                  <a:pt x="774497" y="18283"/>
                </a:cubicBezTo>
                <a:cubicBezTo>
                  <a:pt x="689426" y="1848"/>
                  <a:pt x="378264" y="6318"/>
                  <a:pt x="0" y="18283"/>
                </a:cubicBezTo>
                <a:cubicBezTo>
                  <a:pt x="65" y="12033"/>
                  <a:pt x="-93" y="4430"/>
                  <a:pt x="0" y="0"/>
                </a:cubicBezTo>
                <a:close/>
              </a:path>
              <a:path w="4480560" h="18283"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501" y="6202"/>
                  <a:pt x="4480230" y="10215"/>
                  <a:pt x="4480560" y="18283"/>
                </a:cubicBezTo>
                <a:cubicBezTo>
                  <a:pt x="4261480" y="-5436"/>
                  <a:pt x="4206199" y="33096"/>
                  <a:pt x="3930091" y="18283"/>
                </a:cubicBezTo>
                <a:cubicBezTo>
                  <a:pt x="3666932" y="-10907"/>
                  <a:pt x="3493645" y="19371"/>
                  <a:pt x="3290011" y="18283"/>
                </a:cubicBezTo>
                <a:cubicBezTo>
                  <a:pt x="3137078" y="-36465"/>
                  <a:pt x="2894690" y="-13381"/>
                  <a:pt x="2649931" y="18283"/>
                </a:cubicBezTo>
                <a:cubicBezTo>
                  <a:pt x="2413020" y="25861"/>
                  <a:pt x="2225991" y="-5992"/>
                  <a:pt x="2054657" y="18283"/>
                </a:cubicBezTo>
                <a:cubicBezTo>
                  <a:pt x="1886877" y="42108"/>
                  <a:pt x="1548763" y="49957"/>
                  <a:pt x="1324966" y="18283"/>
                </a:cubicBezTo>
                <a:cubicBezTo>
                  <a:pt x="1040995" y="6464"/>
                  <a:pt x="786929" y="-13088"/>
                  <a:pt x="595274" y="18283"/>
                </a:cubicBezTo>
                <a:cubicBezTo>
                  <a:pt x="371401" y="37398"/>
                  <a:pt x="168483" y="27734"/>
                  <a:pt x="0" y="18283"/>
                </a:cubicBezTo>
                <a:cubicBezTo>
                  <a:pt x="-757" y="9900"/>
                  <a:pt x="1321" y="3818"/>
                  <a:pt x="0" y="0"/>
                </a:cubicBezTo>
                <a:close/>
              </a:path>
              <a:path w="4480560" h="18283"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2288" y="6637"/>
                  <a:pt x="4481597" y="12514"/>
                  <a:pt x="4480560" y="18283"/>
                </a:cubicBezTo>
                <a:cubicBezTo>
                  <a:pt x="4299745" y="12592"/>
                  <a:pt x="4055484" y="58791"/>
                  <a:pt x="3840480" y="18283"/>
                </a:cubicBezTo>
                <a:cubicBezTo>
                  <a:pt x="3665362" y="18971"/>
                  <a:pt x="3548412" y="11099"/>
                  <a:pt x="3290011" y="18283"/>
                </a:cubicBezTo>
                <a:cubicBezTo>
                  <a:pt x="3037450" y="41490"/>
                  <a:pt x="2862123" y="47734"/>
                  <a:pt x="2560320" y="18283"/>
                </a:cubicBezTo>
                <a:cubicBezTo>
                  <a:pt x="2308793" y="11723"/>
                  <a:pt x="2153402" y="-21404"/>
                  <a:pt x="1965046" y="18283"/>
                </a:cubicBezTo>
                <a:cubicBezTo>
                  <a:pt x="1778601" y="30511"/>
                  <a:pt x="1672011" y="28407"/>
                  <a:pt x="1459382" y="18283"/>
                </a:cubicBezTo>
                <a:cubicBezTo>
                  <a:pt x="1212351" y="-5289"/>
                  <a:pt x="906131" y="17426"/>
                  <a:pt x="774497" y="18283"/>
                </a:cubicBezTo>
                <a:cubicBezTo>
                  <a:pt x="636671" y="-42716"/>
                  <a:pt x="331670" y="6272"/>
                  <a:pt x="0" y="18283"/>
                </a:cubicBezTo>
                <a:cubicBezTo>
                  <a:pt x="-1001" y="12215"/>
                  <a:pt x="10" y="439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1301" y="6085"/>
                          <a:pt x="4481091" y="12392"/>
                          <a:pt x="4480560" y="18283"/>
                        </a:cubicBezTo>
                        <a:cubicBezTo>
                          <a:pt x="4314132" y="14919"/>
                          <a:pt x="4028383" y="36627"/>
                          <a:pt x="3840480" y="18283"/>
                        </a:cubicBezTo>
                        <a:cubicBezTo>
                          <a:pt x="3652577" y="-61"/>
                          <a:pt x="3547615" y="2843"/>
                          <a:pt x="3290011" y="18283"/>
                        </a:cubicBezTo>
                        <a:cubicBezTo>
                          <a:pt x="3032407" y="33723"/>
                          <a:pt x="2830268" y="8714"/>
                          <a:pt x="2560320" y="18283"/>
                        </a:cubicBezTo>
                        <a:cubicBezTo>
                          <a:pt x="2290372" y="27852"/>
                          <a:pt x="2147422" y="6723"/>
                          <a:pt x="1965046" y="18283"/>
                        </a:cubicBezTo>
                        <a:cubicBezTo>
                          <a:pt x="1782670" y="29843"/>
                          <a:pt x="1689791" y="40675"/>
                          <a:pt x="1459382" y="18283"/>
                        </a:cubicBezTo>
                        <a:cubicBezTo>
                          <a:pt x="1228973" y="-4109"/>
                          <a:pt x="915486" y="36496"/>
                          <a:pt x="774497" y="18283"/>
                        </a:cubicBezTo>
                        <a:cubicBezTo>
                          <a:pt x="633508" y="70"/>
                          <a:pt x="361442" y="-11112"/>
                          <a:pt x="0" y="18283"/>
                        </a:cubicBezTo>
                        <a:cubicBezTo>
                          <a:pt x="-563" y="11432"/>
                          <a:pt x="-159" y="4269"/>
                          <a:pt x="0" y="0"/>
                        </a:cubicBezTo>
                        <a:close/>
                      </a:path>
                      <a:path w="4480560" h="18283"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452" y="6702"/>
                          <a:pt x="4480053" y="10739"/>
                          <a:pt x="4480560" y="18283"/>
                        </a:cubicBezTo>
                        <a:cubicBezTo>
                          <a:pt x="4279652" y="-6855"/>
                          <a:pt x="4200762" y="41561"/>
                          <a:pt x="3930091" y="18283"/>
                        </a:cubicBezTo>
                        <a:cubicBezTo>
                          <a:pt x="3659420" y="-4995"/>
                          <a:pt x="3456052" y="22289"/>
                          <a:pt x="3290011" y="18283"/>
                        </a:cubicBezTo>
                        <a:cubicBezTo>
                          <a:pt x="3123970" y="14277"/>
                          <a:pt x="2882392" y="32813"/>
                          <a:pt x="2649931" y="18283"/>
                        </a:cubicBezTo>
                        <a:cubicBezTo>
                          <a:pt x="2417470" y="3753"/>
                          <a:pt x="2238426" y="7332"/>
                          <a:pt x="2054657" y="18283"/>
                        </a:cubicBezTo>
                        <a:cubicBezTo>
                          <a:pt x="1870888" y="29234"/>
                          <a:pt x="1566368" y="45035"/>
                          <a:pt x="1324966" y="18283"/>
                        </a:cubicBezTo>
                        <a:cubicBezTo>
                          <a:pt x="1083564" y="-8469"/>
                          <a:pt x="787410" y="10941"/>
                          <a:pt x="595274" y="18283"/>
                        </a:cubicBezTo>
                        <a:cubicBezTo>
                          <a:pt x="403138" y="25625"/>
                          <a:pt x="169622" y="10494"/>
                          <a:pt x="0" y="18283"/>
                        </a:cubicBezTo>
                        <a:cubicBezTo>
                          <a:pt x="-310" y="10292"/>
                          <a:pt x="802" y="37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ontent Placeholder 2">
            <a:extLst>
              <a:ext uri="{FF2B5EF4-FFF2-40B4-BE49-F238E27FC236}">
                <a16:creationId xmlns:a16="http://schemas.microsoft.com/office/drawing/2014/main" id="{595E72A1-679F-D2B1-EF6D-4B6062F50812}"/>
              </a:ext>
            </a:extLst>
          </p:cNvPr>
          <p:cNvSpPr>
            <a:spLocks noGrp="1"/>
          </p:cNvSpPr>
          <p:nvPr>
            <p:ph idx="1"/>
          </p:nvPr>
        </p:nvSpPr>
        <p:spPr>
          <a:xfrm>
            <a:off x="4875212" y="228600"/>
            <a:ext cx="6934200" cy="5751576"/>
          </a:xfrm>
        </p:spPr>
        <p:txBody>
          <a:bodyPr anchor="ctr">
            <a:normAutofit/>
          </a:bodyPr>
          <a:lstStyle/>
          <a:p>
            <a:r>
              <a:rPr lang="en-US" sz="2400" dirty="0" err="1"/>
              <a:t>Sử</a:t>
            </a:r>
            <a:r>
              <a:rPr lang="en-US" sz="2400" dirty="0"/>
              <a:t> </a:t>
            </a:r>
            <a:r>
              <a:rPr lang="en-US" sz="2400" dirty="0" err="1"/>
              <a:t>dụng</a:t>
            </a:r>
            <a:r>
              <a:rPr lang="en-US" sz="2400" dirty="0"/>
              <a:t> </a:t>
            </a:r>
            <a:r>
              <a:rPr lang="en-US" sz="2400" dirty="0" err="1"/>
              <a:t>HomeController</a:t>
            </a:r>
            <a:r>
              <a:rPr lang="en-US" sz="2400" dirty="0"/>
              <a:t> </a:t>
            </a:r>
            <a:r>
              <a:rPr lang="en-US" sz="2400" dirty="0" err="1"/>
              <a:t>với</a:t>
            </a:r>
            <a:r>
              <a:rPr lang="en-US" sz="2000" dirty="0"/>
              <a:t> </a:t>
            </a:r>
            <a:r>
              <a:rPr lang="en-US" sz="2400" dirty="0" err="1"/>
              <a:t>các</a:t>
            </a:r>
            <a:r>
              <a:rPr lang="en-US" sz="2400" dirty="0"/>
              <a:t> action </a:t>
            </a:r>
            <a:r>
              <a:rPr lang="en-US" sz="2400" dirty="0" err="1"/>
              <a:t>sau</a:t>
            </a:r>
            <a:r>
              <a:rPr lang="en-US" sz="2400" dirty="0"/>
              <a:t>:</a:t>
            </a:r>
          </a:p>
          <a:p>
            <a:pPr lvl="1"/>
            <a:r>
              <a:rPr lang="en-US" sz="1800" dirty="0">
                <a:solidFill>
                  <a:schemeClr val="bg2"/>
                </a:solidFill>
                <a:highlight>
                  <a:srgbClr val="FFFF00"/>
                </a:highlight>
              </a:rPr>
              <a:t>Index: </a:t>
            </a:r>
            <a:r>
              <a:rPr lang="en-US" sz="1800" dirty="0" err="1"/>
              <a:t>hiển</a:t>
            </a:r>
            <a:r>
              <a:rPr lang="en-US" sz="1800" dirty="0"/>
              <a:t> </a:t>
            </a:r>
            <a:r>
              <a:rPr lang="en-US" sz="1800" dirty="0" err="1"/>
              <a:t>thị</a:t>
            </a:r>
            <a:r>
              <a:rPr lang="en-US" sz="1800" dirty="0"/>
              <a:t> </a:t>
            </a:r>
            <a:r>
              <a:rPr lang="en-US" sz="1800" dirty="0" err="1"/>
              <a:t>các</a:t>
            </a:r>
            <a:r>
              <a:rPr lang="en-US" sz="1800" dirty="0"/>
              <a:t> </a:t>
            </a:r>
            <a:r>
              <a:rPr lang="en-US" sz="1800" dirty="0" err="1"/>
              <a:t>mục</a:t>
            </a:r>
            <a:r>
              <a:rPr lang="en-US" sz="1800" dirty="0"/>
              <a:t> </a:t>
            </a:r>
            <a:r>
              <a:rPr lang="en-US" sz="1800" dirty="0" err="1"/>
              <a:t>thông</a:t>
            </a:r>
            <a:r>
              <a:rPr lang="en-US" sz="1800" dirty="0"/>
              <a:t> tin </a:t>
            </a:r>
            <a:r>
              <a:rPr lang="en-US" sz="1800" dirty="0" err="1"/>
              <a:t>theo</a:t>
            </a:r>
            <a:r>
              <a:rPr lang="en-US" sz="1800" dirty="0"/>
              <a:t> </a:t>
            </a:r>
            <a:r>
              <a:rPr lang="en-US" sz="1800" dirty="0" err="1"/>
              <a:t>như</a:t>
            </a:r>
            <a:r>
              <a:rPr lang="en-US" sz="1800" dirty="0"/>
              <a:t> </a:t>
            </a:r>
            <a:r>
              <a:rPr lang="en-US" sz="1800" dirty="0" err="1"/>
              <a:t>biểu</a:t>
            </a:r>
            <a:r>
              <a:rPr lang="en-US" sz="1800" dirty="0"/>
              <a:t> </a:t>
            </a:r>
            <a:r>
              <a:rPr lang="en-US" sz="1800" dirty="0" err="1"/>
              <a:t>mẫu</a:t>
            </a:r>
            <a:r>
              <a:rPr lang="en-US" sz="1800" dirty="0"/>
              <a:t> </a:t>
            </a:r>
            <a:r>
              <a:rPr lang="en-US" sz="1800" dirty="0" err="1"/>
              <a:t>trang</a:t>
            </a:r>
            <a:r>
              <a:rPr lang="en-US" sz="1800" dirty="0"/>
              <a:t> Home</a:t>
            </a:r>
          </a:p>
          <a:p>
            <a:pPr lvl="1"/>
            <a:r>
              <a:rPr lang="en-US" sz="1800" dirty="0" err="1">
                <a:solidFill>
                  <a:schemeClr val="bg2"/>
                </a:solidFill>
                <a:highlight>
                  <a:srgbClr val="FFFF00"/>
                </a:highlight>
              </a:rPr>
              <a:t>ProductList</a:t>
            </a:r>
            <a:r>
              <a:rPr lang="en-US" sz="1800" dirty="0"/>
              <a:t>: </a:t>
            </a:r>
            <a:r>
              <a:rPr lang="en-US" sz="1800" dirty="0" err="1"/>
              <a:t>hiển</a:t>
            </a:r>
            <a:r>
              <a:rPr lang="en-US" sz="1800" dirty="0"/>
              <a:t> </a:t>
            </a:r>
            <a:r>
              <a:rPr lang="en-US" sz="1800" dirty="0" err="1"/>
              <a:t>thị</a:t>
            </a:r>
            <a:r>
              <a:rPr lang="en-US" sz="1800" dirty="0"/>
              <a:t> </a:t>
            </a:r>
            <a:r>
              <a:rPr lang="en-US" sz="1800" dirty="0" err="1"/>
              <a:t>danh</a:t>
            </a:r>
            <a:r>
              <a:rPr lang="en-US" sz="1800" dirty="0"/>
              <a:t> </a:t>
            </a:r>
            <a:r>
              <a:rPr lang="en-US" sz="1800" dirty="0" err="1"/>
              <a:t>sách</a:t>
            </a:r>
            <a:r>
              <a:rPr lang="en-US" sz="1800" dirty="0"/>
              <a:t> </a:t>
            </a:r>
            <a:r>
              <a:rPr lang="en-US" sz="1800" dirty="0" err="1"/>
              <a:t>sản</a:t>
            </a:r>
            <a:r>
              <a:rPr lang="en-US" sz="1800" dirty="0"/>
              <a:t> </a:t>
            </a:r>
            <a:r>
              <a:rPr lang="en-US" sz="1800" dirty="0" err="1"/>
              <a:t>phẩm</a:t>
            </a:r>
            <a:r>
              <a:rPr lang="en-US" sz="1800" dirty="0"/>
              <a:t> </a:t>
            </a:r>
            <a:r>
              <a:rPr lang="en-US" sz="1800" dirty="0" err="1"/>
              <a:t>theo</a:t>
            </a:r>
            <a:r>
              <a:rPr lang="en-US" sz="1800" dirty="0"/>
              <a:t> Danh </a:t>
            </a:r>
            <a:r>
              <a:rPr lang="en-US" sz="1800" dirty="0" err="1"/>
              <a:t>mục</a:t>
            </a:r>
            <a:r>
              <a:rPr lang="en-US" sz="1800" dirty="0"/>
              <a:t> </a:t>
            </a:r>
            <a:r>
              <a:rPr lang="en-US" sz="1800" dirty="0" err="1"/>
              <a:t>người</a:t>
            </a:r>
            <a:r>
              <a:rPr lang="en-US" sz="1800" dirty="0"/>
              <a:t> dung </a:t>
            </a:r>
            <a:r>
              <a:rPr lang="en-US" sz="1800" dirty="0" err="1"/>
              <a:t>đã</a:t>
            </a:r>
            <a:r>
              <a:rPr lang="en-US" sz="1800" dirty="0"/>
              <a:t> </a:t>
            </a:r>
            <a:r>
              <a:rPr lang="en-US" sz="1800" dirty="0" err="1"/>
              <a:t>chọn</a:t>
            </a:r>
            <a:endParaRPr lang="en-US" sz="1800" dirty="0"/>
          </a:p>
          <a:p>
            <a:pPr lvl="1"/>
            <a:r>
              <a:rPr lang="en-US" sz="1800" dirty="0" err="1">
                <a:solidFill>
                  <a:schemeClr val="bg2"/>
                </a:solidFill>
                <a:highlight>
                  <a:srgbClr val="FFFF00"/>
                </a:highlight>
              </a:rPr>
              <a:t>ProductDetail</a:t>
            </a:r>
            <a:r>
              <a:rPr lang="en-US" sz="1800" dirty="0">
                <a:solidFill>
                  <a:srgbClr val="FFFF00"/>
                </a:solidFill>
              </a:rPr>
              <a:t>: </a:t>
            </a:r>
            <a:r>
              <a:rPr lang="en-US" sz="1800" dirty="0" err="1"/>
              <a:t>hiển</a:t>
            </a:r>
            <a:r>
              <a:rPr lang="en-US" sz="1800" dirty="0"/>
              <a:t> </a:t>
            </a:r>
            <a:r>
              <a:rPr lang="en-US" sz="1800" dirty="0" err="1"/>
              <a:t>thị</a:t>
            </a:r>
            <a:r>
              <a:rPr lang="en-US" sz="1800" dirty="0"/>
              <a:t> chi </a:t>
            </a:r>
            <a:r>
              <a:rPr lang="en-US" sz="1800" dirty="0" err="1"/>
              <a:t>tiết</a:t>
            </a:r>
            <a:r>
              <a:rPr lang="en-US" sz="1800" dirty="0"/>
              <a:t> </a:t>
            </a:r>
            <a:r>
              <a:rPr lang="en-US" sz="1800" dirty="0" err="1"/>
              <a:t>một</a:t>
            </a:r>
            <a:r>
              <a:rPr lang="en-US" sz="1800" dirty="0"/>
              <a:t> </a:t>
            </a:r>
            <a:r>
              <a:rPr lang="en-US" sz="1800" dirty="0" err="1"/>
              <a:t>sản</a:t>
            </a:r>
            <a:r>
              <a:rPr lang="en-US" sz="1800" dirty="0"/>
              <a:t> </a:t>
            </a:r>
            <a:r>
              <a:rPr lang="en-US" sz="1800" dirty="0" err="1"/>
              <a:t>phẩm</a:t>
            </a:r>
            <a:r>
              <a:rPr lang="en-US" sz="1800" dirty="0"/>
              <a:t> </a:t>
            </a:r>
            <a:r>
              <a:rPr lang="en-US" sz="1800" dirty="0" err="1"/>
              <a:t>và</a:t>
            </a:r>
            <a:r>
              <a:rPr lang="en-US" sz="1800" dirty="0"/>
              <a:t> </a:t>
            </a:r>
            <a:r>
              <a:rPr lang="en-US" sz="1800" dirty="0" err="1"/>
              <a:t>cho</a:t>
            </a:r>
            <a:r>
              <a:rPr lang="en-US" sz="1800" dirty="0"/>
              <a:t> </a:t>
            </a:r>
            <a:r>
              <a:rPr lang="en-US" sz="1800" dirty="0" err="1"/>
              <a:t>phép</a:t>
            </a:r>
            <a:r>
              <a:rPr lang="en-US" sz="1800" dirty="0"/>
              <a:t> </a:t>
            </a:r>
            <a:r>
              <a:rPr lang="en-US" sz="1800" dirty="0" err="1"/>
              <a:t>Đặt</a:t>
            </a:r>
            <a:r>
              <a:rPr lang="en-US" sz="1800" dirty="0"/>
              <a:t> </a:t>
            </a:r>
            <a:r>
              <a:rPr lang="en-US" sz="1800" dirty="0" err="1"/>
              <a:t>hàng</a:t>
            </a:r>
            <a:r>
              <a:rPr lang="en-US" sz="1800" dirty="0"/>
              <a:t> </a:t>
            </a:r>
            <a:r>
              <a:rPr lang="en-US" sz="1800" dirty="0" err="1"/>
              <a:t>hoặc</a:t>
            </a:r>
            <a:r>
              <a:rPr lang="en-US" sz="1800" dirty="0"/>
              <a:t> </a:t>
            </a:r>
            <a:r>
              <a:rPr lang="en-US" sz="1800" dirty="0" err="1"/>
              <a:t>thêm</a:t>
            </a:r>
            <a:r>
              <a:rPr lang="en-US" sz="1800" dirty="0"/>
              <a:t> </a:t>
            </a:r>
            <a:r>
              <a:rPr lang="en-US" sz="1800" dirty="0" err="1"/>
              <a:t>vào</a:t>
            </a:r>
            <a:r>
              <a:rPr lang="en-US" sz="1800" dirty="0"/>
              <a:t> </a:t>
            </a:r>
            <a:r>
              <a:rPr lang="en-US" sz="1800" dirty="0" err="1"/>
              <a:t>Giỏ</a:t>
            </a:r>
            <a:r>
              <a:rPr lang="en-US" sz="1800" dirty="0"/>
              <a:t> </a:t>
            </a:r>
            <a:r>
              <a:rPr lang="en-US" sz="1800" dirty="0" err="1"/>
              <a:t>hàng</a:t>
            </a:r>
            <a:r>
              <a:rPr lang="en-US" sz="1800" dirty="0"/>
              <a:t> (</a:t>
            </a:r>
            <a:r>
              <a:rPr lang="en-US" sz="1800" dirty="0" err="1"/>
              <a:t>gồm</a:t>
            </a:r>
            <a:r>
              <a:rPr lang="en-US" sz="1800" dirty="0"/>
              <a:t> 2 action </a:t>
            </a:r>
            <a:r>
              <a:rPr lang="en-US" sz="1800" dirty="0" err="1"/>
              <a:t>dạng</a:t>
            </a:r>
            <a:r>
              <a:rPr lang="en-US" sz="1800" dirty="0"/>
              <a:t> GET, POST)</a:t>
            </a:r>
          </a:p>
          <a:p>
            <a:r>
              <a:rPr lang="en-US" sz="2400" dirty="0"/>
              <a:t>Trong </a:t>
            </a:r>
            <a:r>
              <a:rPr lang="en-US" sz="2400" dirty="0">
                <a:solidFill>
                  <a:srgbClr val="FFFF00"/>
                </a:solidFill>
              </a:rPr>
              <a:t>View\Home</a:t>
            </a:r>
            <a:r>
              <a:rPr lang="en-US" sz="2400" dirty="0"/>
              <a:t>, </a:t>
            </a:r>
            <a:r>
              <a:rPr lang="en-US" sz="2400" dirty="0" err="1"/>
              <a:t>tạo</a:t>
            </a:r>
            <a:r>
              <a:rPr lang="en-US" sz="2400" dirty="0"/>
              <a:t> </a:t>
            </a:r>
            <a:r>
              <a:rPr lang="en-US" sz="2400" dirty="0" err="1"/>
              <a:t>các</a:t>
            </a:r>
            <a:r>
              <a:rPr lang="en-US" sz="2400" dirty="0"/>
              <a:t> file View </a:t>
            </a:r>
            <a:r>
              <a:rPr lang="en-US" sz="2400" dirty="0" err="1"/>
              <a:t>tương</a:t>
            </a:r>
            <a:r>
              <a:rPr lang="en-US" sz="2400" dirty="0"/>
              <a:t> </a:t>
            </a:r>
            <a:r>
              <a:rPr lang="en-US" sz="2400" dirty="0" err="1"/>
              <a:t>ứng</a:t>
            </a:r>
            <a:r>
              <a:rPr lang="en-US" sz="2400" dirty="0"/>
              <a:t> </a:t>
            </a:r>
            <a:r>
              <a:rPr lang="en-US" sz="2400" dirty="0" err="1"/>
              <a:t>với</a:t>
            </a:r>
            <a:r>
              <a:rPr lang="en-US" sz="2400" dirty="0"/>
              <a:t> </a:t>
            </a:r>
            <a:r>
              <a:rPr lang="en-US" sz="2400" dirty="0" err="1"/>
              <a:t>các</a:t>
            </a:r>
            <a:r>
              <a:rPr lang="en-US" sz="2400" dirty="0"/>
              <a:t> action</a:t>
            </a:r>
          </a:p>
          <a:p>
            <a:pPr lvl="1"/>
            <a:r>
              <a:rPr lang="en-US" sz="1800" dirty="0" err="1">
                <a:solidFill>
                  <a:schemeClr val="bg2"/>
                </a:solidFill>
                <a:highlight>
                  <a:srgbClr val="FFFF00"/>
                </a:highlight>
              </a:rPr>
              <a:t>Index.cshtml</a:t>
            </a:r>
            <a:r>
              <a:rPr lang="en-US" sz="1800" dirty="0"/>
              <a:t> </a:t>
            </a:r>
            <a:r>
              <a:rPr lang="en-US" sz="1800" dirty="0" err="1"/>
              <a:t>trang</a:t>
            </a:r>
            <a:r>
              <a:rPr lang="en-US" sz="1800" dirty="0"/>
              <a:t> </a:t>
            </a:r>
            <a:r>
              <a:rPr lang="en-US" sz="1800" dirty="0" err="1"/>
              <a:t>chủ</a:t>
            </a:r>
            <a:r>
              <a:rPr lang="en-US" sz="1800" dirty="0"/>
              <a:t> </a:t>
            </a:r>
            <a:r>
              <a:rPr lang="en-US" sz="1800" dirty="0" err="1"/>
              <a:t>của</a:t>
            </a:r>
            <a:r>
              <a:rPr lang="en-US" sz="1800" dirty="0"/>
              <a:t> </a:t>
            </a:r>
            <a:r>
              <a:rPr lang="en-US" sz="1800" dirty="0" err="1"/>
              <a:t>khách</a:t>
            </a:r>
            <a:r>
              <a:rPr lang="en-US" sz="1800" dirty="0"/>
              <a:t> </a:t>
            </a:r>
            <a:r>
              <a:rPr lang="en-US" sz="1800" dirty="0" err="1"/>
              <a:t>hàng</a:t>
            </a:r>
            <a:endParaRPr lang="en-US" sz="1800" dirty="0"/>
          </a:p>
          <a:p>
            <a:pPr lvl="1"/>
            <a:r>
              <a:rPr lang="en-US" sz="1800" dirty="0" err="1">
                <a:solidFill>
                  <a:schemeClr val="bg2"/>
                </a:solidFill>
                <a:highlight>
                  <a:srgbClr val="FFFF00"/>
                </a:highlight>
              </a:rPr>
              <a:t>ProductList.cshtml</a:t>
            </a:r>
            <a:r>
              <a:rPr lang="en-US" sz="1800" dirty="0">
                <a:solidFill>
                  <a:schemeClr val="bg2"/>
                </a:solidFill>
                <a:highlight>
                  <a:srgbClr val="FFFF00"/>
                </a:highlight>
              </a:rPr>
              <a:t> </a:t>
            </a:r>
            <a:r>
              <a:rPr lang="en-US" sz="1800" dirty="0" err="1"/>
              <a:t>trang</a:t>
            </a:r>
            <a:r>
              <a:rPr lang="en-US" sz="1800" dirty="0"/>
              <a:t> </a:t>
            </a:r>
            <a:r>
              <a:rPr lang="en-US" sz="1800" dirty="0" err="1"/>
              <a:t>danh</a:t>
            </a:r>
            <a:r>
              <a:rPr lang="en-US" sz="1800" dirty="0"/>
              <a:t> </a:t>
            </a:r>
            <a:r>
              <a:rPr lang="en-US" sz="1800" dirty="0" err="1"/>
              <a:t>sách</a:t>
            </a:r>
            <a:r>
              <a:rPr lang="en-US" sz="1800" dirty="0"/>
              <a:t> </a:t>
            </a:r>
            <a:r>
              <a:rPr lang="en-US" sz="1800" dirty="0" err="1"/>
              <a:t>sản</a:t>
            </a:r>
            <a:r>
              <a:rPr lang="en-US" sz="1800" dirty="0"/>
              <a:t> </a:t>
            </a:r>
            <a:r>
              <a:rPr lang="en-US" sz="1800" dirty="0" err="1"/>
              <a:t>phẩm</a:t>
            </a:r>
            <a:r>
              <a:rPr lang="en-US" sz="1800" dirty="0"/>
              <a:t> </a:t>
            </a:r>
            <a:r>
              <a:rPr lang="en-US" sz="1800" dirty="0" err="1"/>
              <a:t>theo</a:t>
            </a:r>
            <a:r>
              <a:rPr lang="en-US" sz="1800" dirty="0"/>
              <a:t> </a:t>
            </a:r>
            <a:r>
              <a:rPr lang="en-US" sz="1800" dirty="0" err="1"/>
              <a:t>danh</a:t>
            </a:r>
            <a:r>
              <a:rPr lang="en-US" sz="1800" dirty="0"/>
              <a:t> </a:t>
            </a:r>
            <a:r>
              <a:rPr lang="en-US" sz="1800" dirty="0" err="1"/>
              <a:t>mục</a:t>
            </a:r>
            <a:r>
              <a:rPr lang="en-US" sz="1800" dirty="0"/>
              <a:t> </a:t>
            </a:r>
            <a:r>
              <a:rPr lang="en-US" sz="1800" dirty="0" err="1"/>
              <a:t>người</a:t>
            </a:r>
            <a:r>
              <a:rPr lang="en-US" sz="1800" dirty="0"/>
              <a:t> dung </a:t>
            </a:r>
            <a:r>
              <a:rPr lang="en-US" sz="1800" dirty="0" err="1"/>
              <a:t>đã</a:t>
            </a:r>
            <a:r>
              <a:rPr lang="en-US" sz="1800" dirty="0"/>
              <a:t> </a:t>
            </a:r>
            <a:r>
              <a:rPr lang="en-US" sz="1800" dirty="0" err="1"/>
              <a:t>chọn</a:t>
            </a:r>
            <a:endParaRPr lang="en-US" sz="1800" dirty="0"/>
          </a:p>
          <a:p>
            <a:pPr lvl="1"/>
            <a:r>
              <a:rPr lang="en-US" sz="1800" dirty="0" err="1">
                <a:solidFill>
                  <a:schemeClr val="bg2"/>
                </a:solidFill>
                <a:highlight>
                  <a:srgbClr val="FFFF00"/>
                </a:highlight>
              </a:rPr>
              <a:t>ProductDetail.cshtml</a:t>
            </a:r>
            <a:r>
              <a:rPr lang="en-US" sz="1800" dirty="0"/>
              <a:t>: </a:t>
            </a:r>
            <a:r>
              <a:rPr lang="en-US" sz="1800" dirty="0" err="1"/>
              <a:t>trang</a:t>
            </a:r>
            <a:r>
              <a:rPr lang="en-US" sz="1800" dirty="0"/>
              <a:t> Chi </a:t>
            </a:r>
            <a:r>
              <a:rPr lang="en-US" sz="1800" dirty="0" err="1"/>
              <a:t>tiết</a:t>
            </a:r>
            <a:r>
              <a:rPr lang="en-US" sz="1800" dirty="0"/>
              <a:t> </a:t>
            </a:r>
            <a:r>
              <a:rPr lang="en-US" sz="1800" dirty="0" err="1"/>
              <a:t>sản</a:t>
            </a:r>
            <a:r>
              <a:rPr lang="en-US" sz="1800" dirty="0"/>
              <a:t> </a:t>
            </a:r>
            <a:r>
              <a:rPr lang="en-US" sz="1800" dirty="0" err="1"/>
              <a:t>phẩm</a:t>
            </a:r>
            <a:endParaRPr lang="en-US" sz="1800" dirty="0"/>
          </a:p>
        </p:txBody>
      </p:sp>
      <p:sp>
        <p:nvSpPr>
          <p:cNvPr id="3" name="TextBox 2">
            <a:extLst>
              <a:ext uri="{FF2B5EF4-FFF2-40B4-BE49-F238E27FC236}">
                <a16:creationId xmlns:a16="http://schemas.microsoft.com/office/drawing/2014/main" id="{DF859FBD-B23B-9F35-CAF4-32ADE6896152}"/>
              </a:ext>
            </a:extLst>
          </p:cNvPr>
          <p:cNvSpPr txBox="1"/>
          <p:nvPr/>
        </p:nvSpPr>
        <p:spPr>
          <a:xfrm>
            <a:off x="1446212" y="6008701"/>
            <a:ext cx="8839200" cy="369332"/>
          </a:xfrm>
          <a:prstGeom prst="rect">
            <a:avLst/>
          </a:prstGeom>
          <a:noFill/>
        </p:spPr>
        <p:txBody>
          <a:bodyPr wrap="square" rtlCol="0">
            <a:spAutoFit/>
          </a:bodyPr>
          <a:lstStyle/>
          <a:p>
            <a:r>
              <a:rPr lang="en-US" dirty="0"/>
              <a:t>Link Video </a:t>
            </a:r>
            <a:r>
              <a:rPr lang="en-US" dirty="0" err="1"/>
              <a:t>hướng</a:t>
            </a:r>
            <a:r>
              <a:rPr lang="en-US" dirty="0"/>
              <a:t> </a:t>
            </a:r>
            <a:r>
              <a:rPr lang="en-US" dirty="0" err="1"/>
              <a:t>dẫn</a:t>
            </a:r>
            <a:r>
              <a:rPr lang="en-US" dirty="0"/>
              <a:t>: </a:t>
            </a:r>
          </a:p>
        </p:txBody>
      </p:sp>
    </p:spTree>
    <p:extLst>
      <p:ext uri="{BB962C8B-B14F-4D97-AF65-F5344CB8AC3E}">
        <p14:creationId xmlns:p14="http://schemas.microsoft.com/office/powerpoint/2010/main" val="2817500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1" y="76200"/>
            <a:ext cx="6781800" cy="914400"/>
          </a:xfrm>
        </p:spPr>
        <p:txBody>
          <a:bodyPr vert="horz" lIns="91440" tIns="45720" rIns="91440" bIns="45720" rtlCol="0" anchor="b">
            <a:normAutofit/>
          </a:bodyPr>
          <a:lstStyle/>
          <a:p>
            <a:pPr defTabSz="914400"/>
            <a:r>
              <a:rPr lang="en-US" sz="4800" kern="1200" dirty="0">
                <a:solidFill>
                  <a:schemeClr val="tx1"/>
                </a:solidFill>
                <a:latin typeface="+mj-lt"/>
                <a:ea typeface="+mj-ea"/>
                <a:cs typeface="+mj-cs"/>
              </a:rPr>
              <a:t>2.1 Trang Home - </a:t>
            </a:r>
            <a:r>
              <a:rPr lang="en-US" sz="3600" kern="1200" dirty="0">
                <a:solidFill>
                  <a:schemeClr val="tx1"/>
                </a:solidFill>
                <a:latin typeface="+mj-lt"/>
                <a:ea typeface="+mj-ea"/>
                <a:cs typeface="+mj-cs"/>
              </a:rPr>
              <a:t>Giao </a:t>
            </a:r>
            <a:r>
              <a:rPr lang="en-US" sz="3600" kern="1200" dirty="0" err="1">
                <a:solidFill>
                  <a:schemeClr val="tx1"/>
                </a:solidFill>
                <a:latin typeface="+mj-lt"/>
                <a:ea typeface="+mj-ea"/>
                <a:cs typeface="+mj-cs"/>
              </a:rPr>
              <a:t>diện</a:t>
            </a:r>
            <a:endParaRPr lang="en-US" sz="4800" kern="1200" dirty="0">
              <a:solidFill>
                <a:schemeClr val="tx1"/>
              </a:solidFill>
              <a:latin typeface="+mj-lt"/>
              <a:ea typeface="+mj-ea"/>
              <a:cs typeface="+mj-cs"/>
            </a:endParaRPr>
          </a:p>
        </p:txBody>
      </p:sp>
      <p:sp>
        <p:nvSpPr>
          <p:cNvPr id="9" name="Text Placeholder 8">
            <a:extLst>
              <a:ext uri="{FF2B5EF4-FFF2-40B4-BE49-F238E27FC236}">
                <a16:creationId xmlns:a16="http://schemas.microsoft.com/office/drawing/2014/main" id="{A574E095-5C65-9428-C2D2-CEE7834E19FC}"/>
              </a:ext>
            </a:extLst>
          </p:cNvPr>
          <p:cNvSpPr>
            <a:spLocks noGrp="1"/>
          </p:cNvSpPr>
          <p:nvPr>
            <p:ph type="body" sz="half" idx="2"/>
          </p:nvPr>
        </p:nvSpPr>
        <p:spPr>
          <a:xfrm>
            <a:off x="191789" y="1219200"/>
            <a:ext cx="6693245" cy="533400"/>
          </a:xfrm>
        </p:spPr>
        <p:txBody>
          <a:bodyPr>
            <a:normAutofit/>
          </a:bodyPr>
          <a:lstStyle/>
          <a:p>
            <a:r>
              <a:rPr lang="en-US" sz="2400" dirty="0" err="1"/>
              <a:t>Cấu</a:t>
            </a:r>
            <a:r>
              <a:rPr lang="en-US" sz="2400" dirty="0"/>
              <a:t> </a:t>
            </a:r>
            <a:r>
              <a:rPr lang="en-US" sz="2400" dirty="0" err="1"/>
              <a:t>trúc</a:t>
            </a:r>
            <a:r>
              <a:rPr lang="en-US" sz="2400" dirty="0"/>
              <a:t> </a:t>
            </a:r>
            <a:r>
              <a:rPr lang="en-US" sz="2400" dirty="0" err="1"/>
              <a:t>trang</a:t>
            </a:r>
            <a:r>
              <a:rPr lang="en-US" sz="2400" dirty="0"/>
              <a:t> HOME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11" name="Table 10">
            <a:extLst>
              <a:ext uri="{FF2B5EF4-FFF2-40B4-BE49-F238E27FC236}">
                <a16:creationId xmlns:a16="http://schemas.microsoft.com/office/drawing/2014/main" id="{AC6D4F6C-1125-4B76-2CCB-80E771801AE4}"/>
              </a:ext>
            </a:extLst>
          </p:cNvPr>
          <p:cNvGraphicFramePr>
            <a:graphicFrameLocks noGrp="1"/>
          </p:cNvGraphicFramePr>
          <p:nvPr>
            <p:extLst>
              <p:ext uri="{D42A27DB-BD31-4B8C-83A1-F6EECF244321}">
                <p14:modId xmlns:p14="http://schemas.microsoft.com/office/powerpoint/2010/main" val="123108479"/>
              </p:ext>
            </p:extLst>
          </p:nvPr>
        </p:nvGraphicFramePr>
        <p:xfrm>
          <a:off x="227012" y="1905000"/>
          <a:ext cx="6921845" cy="4876800"/>
        </p:xfrm>
        <a:graphic>
          <a:graphicData uri="http://schemas.openxmlformats.org/drawingml/2006/table">
            <a:tbl>
              <a:tblPr firstRow="1" bandRow="1">
                <a:tableStyleId>{073A0DAA-6AF3-43AB-8588-CEC1D06C72B9}</a:tableStyleId>
              </a:tblPr>
              <a:tblGrid>
                <a:gridCol w="1295400">
                  <a:extLst>
                    <a:ext uri="{9D8B030D-6E8A-4147-A177-3AD203B41FA5}">
                      <a16:colId xmlns:a16="http://schemas.microsoft.com/office/drawing/2014/main" val="285875749"/>
                    </a:ext>
                  </a:extLst>
                </a:gridCol>
                <a:gridCol w="3124200">
                  <a:extLst>
                    <a:ext uri="{9D8B030D-6E8A-4147-A177-3AD203B41FA5}">
                      <a16:colId xmlns:a16="http://schemas.microsoft.com/office/drawing/2014/main" val="2882471911"/>
                    </a:ext>
                  </a:extLst>
                </a:gridCol>
                <a:gridCol w="2502245">
                  <a:extLst>
                    <a:ext uri="{9D8B030D-6E8A-4147-A177-3AD203B41FA5}">
                      <a16:colId xmlns:a16="http://schemas.microsoft.com/office/drawing/2014/main" val="3686659855"/>
                    </a:ext>
                  </a:extLst>
                </a:gridCol>
              </a:tblGrid>
              <a:tr h="411568">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1183963">
                <a:tc>
                  <a:txBody>
                    <a:bodyPr/>
                    <a:lstStyle/>
                    <a:p>
                      <a:r>
                        <a:rPr lang="en-US" sz="1600" dirty="0"/>
                        <a:t>Banner</a:t>
                      </a: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banner / slide.</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Có</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dạng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tĩnh</a:t>
                      </a:r>
                      <a:r>
                        <a:rPr lang="en-US" sz="1600" b="0" kern="1200" dirty="0">
                          <a:solidFill>
                            <a:schemeClr val="bg1"/>
                          </a:solidFill>
                          <a:latin typeface="+mn-lt"/>
                          <a:ea typeface="+mn-ea"/>
                          <a:cs typeface="+mn-cs"/>
                        </a:rPr>
                        <a:t> (code HTML </a:t>
                      </a:r>
                      <a:r>
                        <a:rPr lang="en-US" sz="1600" b="0" kern="1200" dirty="0" err="1">
                          <a:solidFill>
                            <a:schemeClr val="bg1"/>
                          </a:solidFill>
                          <a:latin typeface="+mn-lt"/>
                          <a:ea typeface="+mn-ea"/>
                          <a:cs typeface="+mn-cs"/>
                        </a:rPr>
                        <a:t>thuần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hoặc</a:t>
                      </a:r>
                      <a:r>
                        <a:rPr lang="en-US" sz="1600" b="0" kern="1200" dirty="0">
                          <a:solidFill>
                            <a:schemeClr val="bg1"/>
                          </a:solidFill>
                          <a:latin typeface="+mn-lt"/>
                          <a:ea typeface="+mn-ea"/>
                          <a:cs typeface="+mn-cs"/>
                        </a:rPr>
                        <a:t> query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từ</a:t>
                      </a:r>
                      <a:r>
                        <a:rPr lang="en-US" sz="1600" b="0" kern="1200" dirty="0">
                          <a:solidFill>
                            <a:schemeClr val="bg1"/>
                          </a:solidFill>
                          <a:latin typeface="+mn-lt"/>
                          <a:ea typeface="+mn-ea"/>
                          <a:cs typeface="+mn-cs"/>
                        </a:rPr>
                        <a:t> DB</a:t>
                      </a:r>
                      <a:endParaRPr lang="vi-VN" sz="16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nếu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dạng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tĩnh</a:t>
                      </a:r>
                      <a:r>
                        <a:rPr lang="en-US" sz="1600" b="0" kern="1200" dirty="0">
                          <a:solidFill>
                            <a:schemeClr val="bg1"/>
                          </a:solidFill>
                          <a:latin typeface="+mn-lt"/>
                          <a:ea typeface="+mn-ea"/>
                          <a:cs typeface="+mn-cs"/>
                        </a:rPr>
                        <a:t>)</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Tách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thành</a:t>
                      </a:r>
                      <a:r>
                        <a:rPr lang="en-US" sz="1600" b="0" kern="1200" dirty="0">
                          <a:solidFill>
                            <a:schemeClr val="bg1"/>
                          </a:solidFill>
                          <a:latin typeface="+mn-lt"/>
                          <a:ea typeface="+mn-ea"/>
                          <a:cs typeface="+mn-cs"/>
                        </a:rPr>
                        <a:t> Partial View (</a:t>
                      </a:r>
                      <a:r>
                        <a:rPr lang="en-US" sz="1600" b="0" kern="1200" dirty="0" err="1">
                          <a:solidFill>
                            <a:schemeClr val="bg1"/>
                          </a:solidFill>
                          <a:latin typeface="+mn-lt"/>
                          <a:ea typeface="+mn-ea"/>
                          <a:cs typeface="+mn-cs"/>
                        </a:rPr>
                        <a:t>nếu</a:t>
                      </a:r>
                      <a:r>
                        <a:rPr lang="en-US" sz="1600" b="0" kern="1200" dirty="0">
                          <a:solidFill>
                            <a:schemeClr val="bg1"/>
                          </a:solidFill>
                          <a:latin typeface="+mn-lt"/>
                          <a:ea typeface="+mn-ea"/>
                          <a:cs typeface="+mn-cs"/>
                        </a:rPr>
                        <a:t> query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từ</a:t>
                      </a:r>
                      <a:r>
                        <a:rPr lang="en-US" sz="1600" b="0" kern="1200" dirty="0">
                          <a:solidFill>
                            <a:schemeClr val="bg1"/>
                          </a:solidFill>
                          <a:latin typeface="+mn-lt"/>
                          <a:ea typeface="+mn-ea"/>
                          <a:cs typeface="+mn-cs"/>
                        </a:rPr>
                        <a:t> DB)</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1454583">
                <a:tc>
                  <a:txBody>
                    <a:bodyPr/>
                    <a:lstStyle/>
                    <a:p>
                      <a:r>
                        <a:rPr lang="en-US" sz="1600" dirty="0" err="1"/>
                        <a:t>Tìm</a:t>
                      </a:r>
                      <a:r>
                        <a:rPr lang="en-US" sz="1600" dirty="0"/>
                        <a:t> </a:t>
                      </a:r>
                      <a:r>
                        <a:rPr lang="en-US" sz="1600" dirty="0" err="1"/>
                        <a:t>kiếm</a:t>
                      </a:r>
                      <a:endParaRPr lang="en-US" sz="1600" dirty="0"/>
                    </a:p>
                  </a:txBody>
                  <a:tcPr/>
                </a:tc>
                <a:tc>
                  <a:txBody>
                    <a:bodyPr/>
                    <a:lstStyle/>
                    <a:p>
                      <a:r>
                        <a:rPr lang="en-US" sz="1600" dirty="0"/>
                        <a:t>Cho </a:t>
                      </a:r>
                      <a:r>
                        <a:rPr lang="en-US" sz="1600" dirty="0" err="1"/>
                        <a:t>phép</a:t>
                      </a:r>
                      <a:r>
                        <a:rPr lang="en-US" sz="1600" dirty="0"/>
                        <a:t> </a:t>
                      </a:r>
                      <a:r>
                        <a:rPr lang="en-US" sz="1600" dirty="0" err="1"/>
                        <a:t>người</a:t>
                      </a:r>
                      <a:r>
                        <a:rPr lang="en-US" sz="1600" dirty="0"/>
                        <a:t> </a:t>
                      </a:r>
                      <a:r>
                        <a:rPr lang="en-US" sz="1600" dirty="0" err="1"/>
                        <a:t>dùng</a:t>
                      </a:r>
                      <a:r>
                        <a:rPr lang="en-US" sz="1600" dirty="0"/>
                        <a:t> </a:t>
                      </a:r>
                      <a:r>
                        <a:rPr lang="en-US" sz="1600" dirty="0" err="1"/>
                        <a:t>tìm</a:t>
                      </a:r>
                      <a:r>
                        <a:rPr lang="en-US" sz="1600" dirty="0"/>
                        <a:t> </a:t>
                      </a:r>
                      <a:r>
                        <a:rPr lang="en-US" sz="1600" dirty="0" err="1"/>
                        <a:t>kiếm</a:t>
                      </a:r>
                      <a:r>
                        <a:rPr lang="en-US" sz="1600" dirty="0"/>
                        <a:t> </a:t>
                      </a:r>
                      <a:r>
                        <a:rPr lang="en-US" sz="1600" dirty="0" err="1"/>
                        <a:t>sản</a:t>
                      </a:r>
                      <a:r>
                        <a:rPr lang="en-US" sz="1600" dirty="0"/>
                        <a:t> </a:t>
                      </a:r>
                      <a:r>
                        <a:rPr lang="en-US" sz="1600" dirty="0" err="1"/>
                        <a:t>phẩm</a:t>
                      </a:r>
                      <a:r>
                        <a:rPr lang="en-US" sz="1600" dirty="0"/>
                        <a:t> </a:t>
                      </a:r>
                      <a:r>
                        <a:rPr lang="en-US" sz="1600" dirty="0" err="1"/>
                        <a:t>theo</a:t>
                      </a:r>
                      <a:r>
                        <a:rPr lang="en-US" sz="1600" dirty="0"/>
                        <a:t> </a:t>
                      </a:r>
                      <a:r>
                        <a:rPr lang="en-US" sz="1600" dirty="0" err="1"/>
                        <a:t>tên</a:t>
                      </a:r>
                      <a:r>
                        <a:rPr lang="en-US" sz="1600" dirty="0"/>
                        <a:t> </a:t>
                      </a:r>
                      <a:r>
                        <a:rPr lang="en-US" sz="1600" dirty="0" err="1"/>
                        <a:t>hoặc</a:t>
                      </a:r>
                      <a:r>
                        <a:rPr lang="en-US" sz="1600" dirty="0"/>
                        <a:t> </a:t>
                      </a:r>
                      <a:r>
                        <a:rPr lang="en-US" sz="1600" dirty="0" err="1"/>
                        <a:t>mô</a:t>
                      </a:r>
                      <a:r>
                        <a:rPr lang="en-US" sz="1600" dirty="0"/>
                        <a:t> </a:t>
                      </a:r>
                      <a:r>
                        <a:rPr lang="en-US" sz="1600" dirty="0" err="1"/>
                        <a:t>tả</a:t>
                      </a:r>
                      <a:r>
                        <a:rPr lang="en-US" sz="1600" dirty="0"/>
                        <a:t> </a:t>
                      </a:r>
                      <a:r>
                        <a:rPr lang="en-US" sz="1600" dirty="0" err="1"/>
                        <a:t>hoặc</a:t>
                      </a:r>
                      <a:r>
                        <a:rPr lang="en-US" sz="1600" dirty="0"/>
                        <a:t> </a:t>
                      </a:r>
                      <a:r>
                        <a:rPr lang="en-US" sz="1600" dirty="0" err="1"/>
                        <a:t>danh</a:t>
                      </a:r>
                      <a:r>
                        <a:rPr lang="en-US" sz="1600" dirty="0"/>
                        <a:t> </a:t>
                      </a:r>
                      <a:r>
                        <a:rPr lang="en-US" sz="1600" dirty="0" err="1"/>
                        <a:t>mục</a:t>
                      </a:r>
                      <a:r>
                        <a:rPr lang="en-US" sz="1600" dirty="0"/>
                        <a:t> </a:t>
                      </a:r>
                      <a:r>
                        <a:rPr lang="en-US" sz="1600" dirty="0" err="1"/>
                        <a:t>sản</a:t>
                      </a:r>
                      <a:r>
                        <a:rPr lang="en-US" sz="1600" dirty="0"/>
                        <a:t> </a:t>
                      </a:r>
                      <a:r>
                        <a:rPr lang="en-US" sz="1600" dirty="0" err="1"/>
                        <a:t>phẩm</a:t>
                      </a:r>
                      <a:r>
                        <a:rPr lang="en-US" sz="1600" dirty="0"/>
                        <a:t>. </a:t>
                      </a:r>
                      <a:r>
                        <a:rPr lang="en-US" sz="1600" dirty="0" err="1"/>
                        <a:t>Sẽ</a:t>
                      </a:r>
                      <a:r>
                        <a:rPr lang="en-US" sz="1600" dirty="0"/>
                        <a:t> </a:t>
                      </a:r>
                      <a:r>
                        <a:rPr lang="en-US" sz="1600" dirty="0" err="1"/>
                        <a:t>hiển</a:t>
                      </a:r>
                      <a:r>
                        <a:rPr lang="en-US" sz="1600" dirty="0"/>
                        <a:t> </a:t>
                      </a:r>
                      <a:r>
                        <a:rPr lang="en-US" sz="1600" dirty="0" err="1"/>
                        <a:t>thị</a:t>
                      </a:r>
                      <a:r>
                        <a:rPr lang="en-US" sz="1600" dirty="0"/>
                        <a:t> </a:t>
                      </a:r>
                      <a:r>
                        <a:rPr lang="en-US" sz="1600" dirty="0" err="1"/>
                        <a:t>kết</a:t>
                      </a:r>
                      <a:r>
                        <a:rPr lang="en-US" sz="1600" dirty="0"/>
                        <a:t> </a:t>
                      </a:r>
                      <a:r>
                        <a:rPr lang="en-US" sz="1600" dirty="0" err="1"/>
                        <a:t>quả</a:t>
                      </a:r>
                      <a:r>
                        <a:rPr lang="en-US" sz="1600" dirty="0"/>
                        <a:t> </a:t>
                      </a:r>
                      <a:r>
                        <a:rPr lang="en-US" sz="1600" dirty="0" err="1"/>
                        <a:t>đồng</a:t>
                      </a:r>
                      <a:r>
                        <a:rPr lang="en-US" sz="1600" dirty="0"/>
                        <a:t> </a:t>
                      </a:r>
                      <a:r>
                        <a:rPr lang="en-US" sz="1600" dirty="0" err="1"/>
                        <a:t>thời</a:t>
                      </a:r>
                      <a:r>
                        <a:rPr lang="en-US" sz="1600" dirty="0"/>
                        <a:t> </a:t>
                      </a:r>
                      <a:r>
                        <a:rPr lang="en-US" sz="1600" dirty="0" err="1"/>
                        <a:t>xuống</a:t>
                      </a:r>
                      <a:r>
                        <a:rPr lang="en-US" sz="1600" dirty="0"/>
                        <a:t> </a:t>
                      </a:r>
                      <a:r>
                        <a:rPr lang="en-US" sz="1600" dirty="0" err="1"/>
                        <a:t>cả</a:t>
                      </a:r>
                      <a:r>
                        <a:rPr lang="en-US" sz="1600" dirty="0"/>
                        <a:t> 02 </a:t>
                      </a:r>
                      <a:r>
                        <a:rPr lang="en-US" sz="1600" dirty="0" err="1"/>
                        <a:t>phần</a:t>
                      </a:r>
                      <a:r>
                        <a:rPr lang="en-US" sz="1600" dirty="0"/>
                        <a:t>: </a:t>
                      </a:r>
                      <a:r>
                        <a:rPr lang="en-US" sz="1600" dirty="0" err="1"/>
                        <a:t>Sản</a:t>
                      </a:r>
                      <a:r>
                        <a:rPr lang="en-US" sz="1600" dirty="0"/>
                        <a:t> </a:t>
                      </a:r>
                      <a:r>
                        <a:rPr lang="en-US" sz="1600" dirty="0" err="1"/>
                        <a:t>phẩm</a:t>
                      </a:r>
                      <a:r>
                        <a:rPr lang="en-US" sz="1600" dirty="0"/>
                        <a:t> </a:t>
                      </a:r>
                      <a:r>
                        <a:rPr lang="en-US" sz="1600" dirty="0" err="1"/>
                        <a:t>nổi</a:t>
                      </a:r>
                      <a:r>
                        <a:rPr lang="en-US" sz="1600" dirty="0"/>
                        <a:t> </a:t>
                      </a:r>
                      <a:r>
                        <a:rPr lang="en-US" sz="1600" dirty="0" err="1"/>
                        <a:t>bật</a:t>
                      </a:r>
                      <a:r>
                        <a:rPr lang="en-US" sz="1600" dirty="0"/>
                        <a:t> </a:t>
                      </a:r>
                      <a:r>
                        <a:rPr lang="en-US" sz="1600" dirty="0" err="1"/>
                        <a:t>và</a:t>
                      </a:r>
                      <a:r>
                        <a:rPr lang="en-US" sz="1600" dirty="0"/>
                        <a:t> </a:t>
                      </a:r>
                      <a:r>
                        <a:rPr lang="en-US" sz="1600" dirty="0" err="1"/>
                        <a:t>Sản</a:t>
                      </a:r>
                      <a:r>
                        <a:rPr lang="en-US" sz="1600" dirty="0"/>
                        <a:t> </a:t>
                      </a:r>
                      <a:r>
                        <a:rPr lang="en-US" sz="1600" dirty="0" err="1"/>
                        <a:t>phẩm</a:t>
                      </a:r>
                      <a:r>
                        <a:rPr lang="en-US" sz="1600" dirty="0"/>
                        <a:t> </a:t>
                      </a:r>
                      <a:r>
                        <a:rPr lang="en-US" sz="1600" dirty="0" err="1"/>
                        <a:t>mới</a:t>
                      </a:r>
                      <a:endParaRPr lang="en-US" sz="1600" dirty="0"/>
                    </a:p>
                  </a:txBody>
                  <a:tcPr/>
                </a:tc>
                <a:tc>
                  <a:txBody>
                    <a:bodyPr/>
                    <a:lstStyle/>
                    <a:p>
                      <a:r>
                        <a:rPr lang="en-US" sz="1600" dirty="0" err="1"/>
                        <a:t>Để</a:t>
                      </a:r>
                      <a:r>
                        <a:rPr lang="en-US" sz="1600" dirty="0"/>
                        <a:t> </a:t>
                      </a:r>
                      <a:r>
                        <a:rPr lang="en-US" sz="1600" dirty="0" err="1"/>
                        <a:t>trong</a:t>
                      </a:r>
                      <a:r>
                        <a:rPr lang="en-US" sz="1600" dirty="0"/>
                        <a:t> </a:t>
                      </a:r>
                      <a:r>
                        <a:rPr lang="en-US" sz="1600" dirty="0" err="1"/>
                        <a:t>trang</a:t>
                      </a:r>
                      <a:r>
                        <a:rPr lang="en-US" sz="1600" dirty="0"/>
                        <a:t> </a:t>
                      </a:r>
                      <a:r>
                        <a:rPr lang="en-US" sz="1600" dirty="0" err="1"/>
                        <a:t>Index.cshtml</a:t>
                      </a:r>
                      <a:endParaRPr lang="en-US" sz="1600" dirty="0"/>
                    </a:p>
                  </a:txBody>
                  <a:tcPr/>
                </a:tc>
                <a:extLst>
                  <a:ext uri="{0D108BD9-81ED-4DB2-BD59-A6C34878D82A}">
                    <a16:rowId xmlns:a16="http://schemas.microsoft.com/office/drawing/2014/main" val="3861175752"/>
                  </a:ext>
                </a:extLst>
              </a:tr>
              <a:tr h="913343">
                <a:tc>
                  <a:txBody>
                    <a:bodyPr/>
                    <a:lstStyle/>
                    <a:p>
                      <a:r>
                        <a:rPr lang="en-US" sz="1600" dirty="0" err="1"/>
                        <a:t>Sản</a:t>
                      </a:r>
                      <a:r>
                        <a:rPr lang="en-US" sz="1600" dirty="0"/>
                        <a:t> </a:t>
                      </a:r>
                      <a:r>
                        <a:rPr lang="en-US" sz="1600" dirty="0" err="1"/>
                        <a:t>phẩm</a:t>
                      </a:r>
                      <a:r>
                        <a:rPr lang="en-US" sz="1600" dirty="0"/>
                        <a:t> </a:t>
                      </a:r>
                      <a:r>
                        <a:rPr lang="en-US" sz="1600" dirty="0" err="1"/>
                        <a:t>nổi</a:t>
                      </a:r>
                      <a:r>
                        <a:rPr lang="en-US" sz="1600" dirty="0"/>
                        <a:t> </a:t>
                      </a:r>
                      <a:r>
                        <a:rPr lang="en-US" sz="1600" dirty="0" err="1"/>
                        <a:t>bật</a:t>
                      </a:r>
                      <a:endParaRPr lang="en-US" sz="1600" dirty="0"/>
                    </a:p>
                  </a:txBody>
                  <a:tcPr/>
                </a:tc>
                <a:tc>
                  <a:txBody>
                    <a:bodyPr/>
                    <a:lstStyle/>
                    <a:p>
                      <a:r>
                        <a:rPr lang="en-US" sz="1600" dirty="0" err="1"/>
                        <a:t>Hiển</a:t>
                      </a:r>
                      <a:r>
                        <a:rPr lang="en-US" sz="1600" dirty="0"/>
                        <a:t> </a:t>
                      </a:r>
                      <a:r>
                        <a:rPr lang="en-US" sz="1600" dirty="0" err="1"/>
                        <a:t>thị</a:t>
                      </a:r>
                      <a:r>
                        <a:rPr lang="en-US" sz="1600" dirty="0"/>
                        <a:t> </a:t>
                      </a:r>
                      <a:r>
                        <a:rPr lang="en-US" sz="1600" dirty="0" err="1"/>
                        <a:t>danh</a:t>
                      </a:r>
                      <a:r>
                        <a:rPr lang="en-US" sz="1600" dirty="0"/>
                        <a:t> </a:t>
                      </a:r>
                      <a:r>
                        <a:rPr lang="en-US" sz="1600" dirty="0" err="1"/>
                        <a:t>sách</a:t>
                      </a:r>
                      <a:r>
                        <a:rPr lang="en-US" sz="1600" dirty="0"/>
                        <a:t> top 10 </a:t>
                      </a:r>
                      <a:r>
                        <a:rPr lang="en-US" sz="1600" dirty="0" err="1"/>
                        <a:t>sản</a:t>
                      </a:r>
                      <a:r>
                        <a:rPr lang="en-US" sz="1600" dirty="0"/>
                        <a:t> </a:t>
                      </a:r>
                      <a:r>
                        <a:rPr lang="en-US" sz="1600" dirty="0" err="1"/>
                        <a:t>phẩm</a:t>
                      </a:r>
                      <a:r>
                        <a:rPr lang="en-US" sz="1600" dirty="0"/>
                        <a:t> </a:t>
                      </a:r>
                      <a:r>
                        <a:rPr lang="en-US" sz="1600" dirty="0" err="1"/>
                        <a:t>có</a:t>
                      </a:r>
                      <a:r>
                        <a:rPr lang="en-US" sz="1600" dirty="0"/>
                        <a:t> </a:t>
                      </a:r>
                      <a:r>
                        <a:rPr lang="en-US" sz="1600" dirty="0" err="1"/>
                        <a:t>nhiều</a:t>
                      </a:r>
                      <a:r>
                        <a:rPr lang="en-US" sz="1600" dirty="0"/>
                        <a:t> </a:t>
                      </a:r>
                      <a:r>
                        <a:rPr lang="en-US" sz="1600" dirty="0" err="1"/>
                        <a:t>người</a:t>
                      </a:r>
                      <a:r>
                        <a:rPr lang="en-US" sz="1600" dirty="0"/>
                        <a:t> </a:t>
                      </a:r>
                      <a:r>
                        <a:rPr lang="en-US" sz="1600" dirty="0" err="1"/>
                        <a:t>mua</a:t>
                      </a:r>
                      <a:r>
                        <a:rPr lang="en-US" sz="1600" dirty="0"/>
                        <a:t> </a:t>
                      </a:r>
                      <a:r>
                        <a:rPr lang="en-US" sz="1600" dirty="0" err="1"/>
                        <a:t>nhất</a:t>
                      </a:r>
                      <a:r>
                        <a:rPr lang="en-US" sz="1600" dirty="0"/>
                        <a:t>, </a:t>
                      </a:r>
                      <a:r>
                        <a:rPr lang="en-US" sz="1600" dirty="0" err="1"/>
                        <a:t>hiển</a:t>
                      </a:r>
                      <a:r>
                        <a:rPr lang="en-US" sz="1600" dirty="0"/>
                        <a:t> </a:t>
                      </a:r>
                      <a:r>
                        <a:rPr lang="en-US" sz="1600" dirty="0" err="1"/>
                        <a:t>thị</a:t>
                      </a:r>
                      <a:r>
                        <a:rPr lang="en-US" sz="1600" dirty="0"/>
                        <a:t> dang slider</a:t>
                      </a:r>
                    </a:p>
                  </a:txBody>
                  <a:tcPr/>
                </a:tc>
                <a:tc>
                  <a:txBody>
                    <a:bodyPr/>
                    <a:lstStyle/>
                    <a:p>
                      <a:r>
                        <a:rPr lang="en-US" sz="1600" dirty="0" err="1"/>
                        <a:t>Tách</a:t>
                      </a:r>
                      <a:r>
                        <a:rPr lang="en-US" sz="1600" dirty="0"/>
                        <a:t> </a:t>
                      </a:r>
                      <a:r>
                        <a:rPr lang="en-US" sz="1600" dirty="0" err="1"/>
                        <a:t>thành</a:t>
                      </a:r>
                      <a:r>
                        <a:rPr lang="en-US" sz="1600" dirty="0"/>
                        <a:t> Partial View</a:t>
                      </a:r>
                    </a:p>
                  </a:txBody>
                  <a:tcPr/>
                </a:tc>
                <a:extLst>
                  <a:ext uri="{0D108BD9-81ED-4DB2-BD59-A6C34878D82A}">
                    <a16:rowId xmlns:a16="http://schemas.microsoft.com/office/drawing/2014/main" val="1611195140"/>
                  </a:ext>
                </a:extLst>
              </a:tr>
              <a:tr h="913343">
                <a:tc>
                  <a:txBody>
                    <a:bodyPr/>
                    <a:lstStyle/>
                    <a:p>
                      <a:r>
                        <a:rPr lang="en-US" sz="1600" dirty="0"/>
                        <a:t>Danh </a:t>
                      </a:r>
                      <a:r>
                        <a:rPr lang="en-US" sz="1600" dirty="0" err="1"/>
                        <a:t>sách</a:t>
                      </a:r>
                      <a:r>
                        <a:rPr lang="en-US" sz="1600" dirty="0"/>
                        <a:t> </a:t>
                      </a:r>
                      <a:r>
                        <a:rPr lang="en-US" sz="1600" dirty="0" err="1"/>
                        <a:t>sản</a:t>
                      </a:r>
                      <a:r>
                        <a:rPr lang="en-US" sz="1600" dirty="0"/>
                        <a:t> </a:t>
                      </a:r>
                      <a:r>
                        <a:rPr lang="en-US" sz="1600" dirty="0" err="1"/>
                        <a:t>phẩm</a:t>
                      </a:r>
                      <a:endParaRPr lang="en-US" sz="1600" dirty="0"/>
                    </a:p>
                  </a:txBody>
                  <a:tcPr/>
                </a:tc>
                <a:tc>
                  <a:txBody>
                    <a:bodyPr/>
                    <a:lstStyle/>
                    <a:p>
                      <a:r>
                        <a:rPr lang="en-US" sz="1600" dirty="0" err="1"/>
                        <a:t>Hiển</a:t>
                      </a:r>
                      <a:r>
                        <a:rPr lang="en-US" sz="1600" dirty="0"/>
                        <a:t> </a:t>
                      </a:r>
                      <a:r>
                        <a:rPr lang="en-US" sz="1600" dirty="0" err="1"/>
                        <a:t>thị</a:t>
                      </a:r>
                      <a:r>
                        <a:rPr lang="en-US" sz="1600" dirty="0"/>
                        <a:t> </a:t>
                      </a:r>
                      <a:r>
                        <a:rPr lang="en-US" sz="1600" dirty="0" err="1"/>
                        <a:t>danh</a:t>
                      </a:r>
                      <a:r>
                        <a:rPr lang="en-US" sz="1600" dirty="0"/>
                        <a:t> </a:t>
                      </a:r>
                      <a:r>
                        <a:rPr lang="en-US" sz="1600" dirty="0" err="1"/>
                        <a:t>sách</a:t>
                      </a:r>
                      <a:r>
                        <a:rPr lang="en-US" sz="1600" dirty="0"/>
                        <a:t> 20 </a:t>
                      </a:r>
                      <a:r>
                        <a:rPr lang="en-US" sz="1600" dirty="0" err="1"/>
                        <a:t>sản</a:t>
                      </a:r>
                      <a:r>
                        <a:rPr lang="en-US" sz="1600" dirty="0"/>
                        <a:t> </a:t>
                      </a:r>
                      <a:r>
                        <a:rPr lang="en-US" sz="1600" dirty="0" err="1"/>
                        <a:t>phẩm</a:t>
                      </a:r>
                      <a:r>
                        <a:rPr lang="en-US" sz="1600" dirty="0"/>
                        <a:t> </a:t>
                      </a:r>
                      <a:r>
                        <a:rPr lang="en-US" sz="1600" dirty="0" err="1"/>
                        <a:t>ít</a:t>
                      </a:r>
                      <a:r>
                        <a:rPr lang="en-US" sz="1600" dirty="0"/>
                        <a:t> </a:t>
                      </a:r>
                      <a:r>
                        <a:rPr lang="en-US" sz="1600" dirty="0" err="1"/>
                        <a:t>người</a:t>
                      </a:r>
                      <a:r>
                        <a:rPr lang="en-US" sz="1600" dirty="0"/>
                        <a:t> </a:t>
                      </a:r>
                      <a:r>
                        <a:rPr lang="en-US" sz="1600" dirty="0" err="1"/>
                        <a:t>mua</a:t>
                      </a:r>
                      <a:r>
                        <a:rPr lang="en-US" sz="1600" dirty="0"/>
                        <a:t> </a:t>
                      </a:r>
                      <a:r>
                        <a:rPr lang="en-US" sz="1600" dirty="0" err="1"/>
                        <a:t>nhất</a:t>
                      </a:r>
                      <a:r>
                        <a:rPr lang="en-US" sz="1600" dirty="0"/>
                        <a:t>, </a:t>
                      </a:r>
                      <a:r>
                        <a:rPr lang="en-US" sz="1600" dirty="0" err="1"/>
                        <a:t>phân</a:t>
                      </a:r>
                      <a:r>
                        <a:rPr lang="en-US" sz="1600" dirty="0"/>
                        <a:t> </a:t>
                      </a:r>
                      <a:r>
                        <a:rPr lang="en-US" sz="1600" dirty="0" err="1"/>
                        <a:t>trang</a:t>
                      </a:r>
                      <a:r>
                        <a:rPr lang="en-US" sz="1600" dirty="0"/>
                        <a:t> 6 </a:t>
                      </a:r>
                      <a:r>
                        <a:rPr lang="en-US" sz="1600" dirty="0" err="1"/>
                        <a:t>sản</a:t>
                      </a:r>
                      <a:r>
                        <a:rPr lang="en-US" sz="1600" dirty="0"/>
                        <a:t> </a:t>
                      </a:r>
                      <a:r>
                        <a:rPr lang="en-US" sz="1600" dirty="0" err="1"/>
                        <a:t>phẩm</a:t>
                      </a:r>
                      <a:r>
                        <a:rPr lang="en-US" sz="1600" dirty="0"/>
                        <a:t>/</a:t>
                      </a:r>
                      <a:r>
                        <a:rPr lang="en-US" sz="1600" dirty="0" err="1"/>
                        <a:t>trang</a:t>
                      </a:r>
                      <a:endParaRPr lang="en-US" sz="1600" dirty="0"/>
                    </a:p>
                  </a:txBody>
                  <a:tcPr/>
                </a:tc>
                <a:tc>
                  <a:txBody>
                    <a:bodyPr/>
                    <a:lstStyle/>
                    <a:p>
                      <a:r>
                        <a:rPr lang="en-US" sz="1600" dirty="0" err="1"/>
                        <a:t>Tách</a:t>
                      </a:r>
                      <a:r>
                        <a:rPr lang="en-US" sz="1600" dirty="0"/>
                        <a:t> </a:t>
                      </a:r>
                      <a:r>
                        <a:rPr lang="en-US" sz="1600" dirty="0" err="1"/>
                        <a:t>thành</a:t>
                      </a:r>
                      <a:r>
                        <a:rPr lang="en-US" sz="1600" dirty="0"/>
                        <a:t> Partial View</a:t>
                      </a:r>
                    </a:p>
                  </a:txBody>
                  <a:tcPr/>
                </a:tc>
                <a:extLst>
                  <a:ext uri="{0D108BD9-81ED-4DB2-BD59-A6C34878D82A}">
                    <a16:rowId xmlns:a16="http://schemas.microsoft.com/office/drawing/2014/main" val="3318987263"/>
                  </a:ext>
                </a:extLst>
              </a:tr>
            </a:tbl>
          </a:graphicData>
        </a:graphic>
      </p:graphicFrame>
      <p:pic>
        <p:nvPicPr>
          <p:cNvPr id="27" name="Picture 26">
            <a:extLst>
              <a:ext uri="{FF2B5EF4-FFF2-40B4-BE49-F238E27FC236}">
                <a16:creationId xmlns:a16="http://schemas.microsoft.com/office/drawing/2014/main" id="{5C01038A-9769-83D7-18BC-DF8F9C1405A8}"/>
              </a:ext>
            </a:extLst>
          </p:cNvPr>
          <p:cNvPicPr>
            <a:picLocks noChangeAspect="1"/>
          </p:cNvPicPr>
          <p:nvPr/>
        </p:nvPicPr>
        <p:blipFill>
          <a:blip r:embed="rId3"/>
          <a:stretch>
            <a:fillRect/>
          </a:stretch>
        </p:blipFill>
        <p:spPr>
          <a:xfrm>
            <a:off x="7316643" y="0"/>
            <a:ext cx="4873769" cy="6858000"/>
          </a:xfrm>
          <a:prstGeom prst="rect">
            <a:avLst/>
          </a:prstGeom>
        </p:spPr>
      </p:pic>
    </p:spTree>
    <p:extLst>
      <p:ext uri="{BB962C8B-B14F-4D97-AF65-F5344CB8AC3E}">
        <p14:creationId xmlns:p14="http://schemas.microsoft.com/office/powerpoint/2010/main" val="196112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1"/>
            <a:ext cx="11963400" cy="641350"/>
          </a:xfrm>
        </p:spPr>
        <p:txBody>
          <a:bodyPr>
            <a:noAutofit/>
          </a:bodyPr>
          <a:lstStyle/>
          <a:p>
            <a:r>
              <a:rPr lang="en-US" sz="3600" dirty="0"/>
              <a:t>2.1 Trang Home: Model - Controller</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570620654"/>
              </p:ext>
            </p:extLst>
          </p:nvPr>
        </p:nvGraphicFramePr>
        <p:xfrm>
          <a:off x="76436" y="807720"/>
          <a:ext cx="12037776" cy="1325880"/>
        </p:xfrm>
        <a:graphic>
          <a:graphicData uri="http://schemas.openxmlformats.org/drawingml/2006/table">
            <a:tbl>
              <a:tblPr firstRow="1" bandRow="1">
                <a:tableStyleId>{073A0DAA-6AF3-43AB-8588-CEC1D06C72B9}</a:tableStyleId>
              </a:tblPr>
              <a:tblGrid>
                <a:gridCol w="5981700">
                  <a:extLst>
                    <a:ext uri="{9D8B030D-6E8A-4147-A177-3AD203B41FA5}">
                      <a16:colId xmlns:a16="http://schemas.microsoft.com/office/drawing/2014/main" val="3746387964"/>
                    </a:ext>
                  </a:extLst>
                </a:gridCol>
                <a:gridCol w="6056076">
                  <a:extLst>
                    <a:ext uri="{9D8B030D-6E8A-4147-A177-3AD203B41FA5}">
                      <a16:colId xmlns:a16="http://schemas.microsoft.com/office/drawing/2014/main" val="3776698516"/>
                    </a:ext>
                  </a:extLst>
                </a:gridCol>
              </a:tblGrid>
              <a:tr h="381000">
                <a:tc>
                  <a:txBody>
                    <a:bodyPr/>
                    <a:lstStyle/>
                    <a:p>
                      <a:r>
                        <a:rPr lang="en-US" dirty="0"/>
                        <a:t>Model</a:t>
                      </a:r>
                    </a:p>
                  </a:txBody>
                  <a:tcPr/>
                </a:tc>
                <a:tc>
                  <a:txBody>
                    <a:bodyPr/>
                    <a:lstStyle/>
                    <a:p>
                      <a:r>
                        <a:rPr lang="en-US" dirty="0"/>
                        <a:t>Controller: </a:t>
                      </a:r>
                      <a:r>
                        <a:rPr lang="en-US" dirty="0" err="1"/>
                        <a:t>HomeController</a:t>
                      </a:r>
                      <a:endParaRPr lang="en-US" dirty="0"/>
                    </a:p>
                  </a:txBody>
                  <a:tcPr/>
                </a:tc>
                <a:extLst>
                  <a:ext uri="{0D108BD9-81ED-4DB2-BD59-A6C34878D82A}">
                    <a16:rowId xmlns:a16="http://schemas.microsoft.com/office/drawing/2014/main" val="2981023087"/>
                  </a:ext>
                </a:extLst>
              </a:tr>
              <a:tr h="0">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Tạo</a:t>
                      </a:r>
                      <a:r>
                        <a:rPr lang="en-US" sz="1400" b="0" kern="1200" dirty="0">
                          <a:solidFill>
                            <a:schemeClr val="bg1"/>
                          </a:solidFill>
                          <a:latin typeface="+mn-lt"/>
                          <a:ea typeface="+mn-ea"/>
                          <a:cs typeface="+mn-cs"/>
                        </a:rPr>
                        <a:t> View Model </a:t>
                      </a:r>
                      <a:r>
                        <a:rPr lang="en-US" sz="1400" b="0" kern="1200" dirty="0" err="1">
                          <a:solidFill>
                            <a:schemeClr val="bg1"/>
                          </a:solidFill>
                          <a:latin typeface="+mn-lt"/>
                          <a:ea typeface="+mn-ea"/>
                          <a:cs typeface="+mn-cs"/>
                        </a:rPr>
                        <a:t>đặt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tên</a:t>
                      </a:r>
                      <a:r>
                        <a:rPr lang="en-US" sz="1400" b="0" kern="1200" dirty="0">
                          <a:solidFill>
                            <a:schemeClr val="bg1"/>
                          </a:solidFill>
                          <a:latin typeface="+mn-lt"/>
                          <a:ea typeface="+mn-ea"/>
                          <a:cs typeface="+mn-cs"/>
                        </a:rPr>
                        <a:t> </a:t>
                      </a:r>
                      <a:r>
                        <a:rPr lang="en-US" sz="1400" b="1" kern="1200" dirty="0" err="1">
                          <a:solidFill>
                            <a:schemeClr val="bg1"/>
                          </a:solidFill>
                          <a:highlight>
                            <a:srgbClr val="FFFF00"/>
                          </a:highlight>
                          <a:latin typeface="+mn-lt"/>
                          <a:ea typeface="+mn-ea"/>
                          <a:cs typeface="+mn-cs"/>
                        </a:rPr>
                        <a:t>HomeProductVM.cs</a:t>
                      </a:r>
                      <a:r>
                        <a:rPr lang="en-US" sz="1400" b="1" kern="1200" dirty="0">
                          <a:solidFill>
                            <a:schemeClr val="bg1"/>
                          </a:solidFill>
                          <a:highlight>
                            <a:srgbClr val="FFFF00"/>
                          </a:highlight>
                          <a:latin typeface="+mn-lt"/>
                          <a:ea typeface="+mn-ea"/>
                          <a:cs typeface="+mn-cs"/>
                        </a:rPr>
                        <a:t>,</a:t>
                      </a:r>
                      <a:r>
                        <a:rPr lang="en-US" sz="1400" b="1"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đó</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có</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chứa</a:t>
                      </a:r>
                      <a:r>
                        <a:rPr lang="en-US" sz="1400" b="0" kern="1200" dirty="0">
                          <a:solidFill>
                            <a:schemeClr val="bg1"/>
                          </a:solidFill>
                          <a:latin typeface="+mn-lt"/>
                          <a:ea typeface="+mn-ea"/>
                          <a:cs typeface="+mn-cs"/>
                        </a:rPr>
                        <a:t> 02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a:solidFill>
                            <a:schemeClr val="bg1"/>
                          </a:solidFill>
                          <a:highlight>
                            <a:srgbClr val="FFFF00"/>
                          </a:highlight>
                          <a:latin typeface="+mn-lt"/>
                          <a:ea typeface="+mn-ea"/>
                          <a:cs typeface="+mn-cs"/>
                        </a:rPr>
                        <a:t>List&lt;Product&gt; </a:t>
                      </a:r>
                      <a:r>
                        <a:rPr lang="en-US" sz="1400" b="1" kern="1200" dirty="0" err="1">
                          <a:solidFill>
                            <a:schemeClr val="bg1"/>
                          </a:solidFill>
                          <a:highlight>
                            <a:srgbClr val="FFFF00"/>
                          </a:highlight>
                          <a:latin typeface="+mn-lt"/>
                          <a:ea typeface="+mn-ea"/>
                          <a:cs typeface="+mn-cs"/>
                        </a:rPr>
                        <a:t>FeaturedProducts</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 10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bán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chạy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nhất</a:t>
                      </a:r>
                      <a:endParaRPr lang="en-US" sz="14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err="1">
                          <a:solidFill>
                            <a:schemeClr val="bg1"/>
                          </a:solidFill>
                          <a:highlight>
                            <a:srgbClr val="FFFF00"/>
                          </a:highlight>
                          <a:latin typeface="+mn-lt"/>
                          <a:ea typeface="+mn-ea"/>
                          <a:cs typeface="+mn-cs"/>
                        </a:rPr>
                        <a:t>PagedList.IPagedList</a:t>
                      </a:r>
                      <a:r>
                        <a:rPr lang="en-US" sz="1400" b="1" kern="1200" dirty="0">
                          <a:solidFill>
                            <a:schemeClr val="bg1"/>
                          </a:solidFill>
                          <a:highlight>
                            <a:srgbClr val="FFFF00"/>
                          </a:highlight>
                          <a:latin typeface="+mn-lt"/>
                          <a:ea typeface="+mn-ea"/>
                          <a:cs typeface="+mn-cs"/>
                        </a:rPr>
                        <a:t>&lt;Product&gt; </a:t>
                      </a:r>
                      <a:r>
                        <a:rPr lang="en-US" sz="1400" b="1" kern="1200" dirty="0" err="1">
                          <a:solidFill>
                            <a:schemeClr val="bg1"/>
                          </a:solidFill>
                          <a:highlight>
                            <a:srgbClr val="FFFF00"/>
                          </a:highlight>
                          <a:latin typeface="+mn-lt"/>
                          <a:ea typeface="+mn-ea"/>
                          <a:cs typeface="+mn-cs"/>
                        </a:rPr>
                        <a:t>NewProducts</a:t>
                      </a:r>
                      <a:r>
                        <a:rPr lang="en-US" sz="1400" b="1" kern="1200" dirty="0">
                          <a:solidFill>
                            <a:schemeClr val="bg1"/>
                          </a:solidFill>
                          <a:highlight>
                            <a:srgbClr val="FFFF00"/>
                          </a:highlight>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 20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mới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đã</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phân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trang</a:t>
                      </a:r>
                      <a:endParaRPr lang="en-US" sz="1400" b="0" kern="1200" dirty="0">
                        <a:solidFill>
                          <a:schemeClr val="bg1"/>
                        </a:solidFill>
                        <a:latin typeface="+mn-lt"/>
                        <a:ea typeface="+mn-ea"/>
                        <a:cs typeface="+mn-cs"/>
                      </a:endParaRPr>
                    </a:p>
                  </a:txBody>
                  <a:tcPr/>
                </a:tc>
                <a:tc>
                  <a:txBody>
                    <a:bodyPr/>
                    <a:lstStyle/>
                    <a:p>
                      <a:r>
                        <a:rPr lang="en-US" sz="1400" b="0" kern="1200" dirty="0" err="1">
                          <a:solidFill>
                            <a:schemeClr val="bg1"/>
                          </a:solidFill>
                          <a:latin typeface="+mn-lt"/>
                          <a:ea typeface="+mn-ea"/>
                          <a:cs typeface="+mn-cs"/>
                        </a:rPr>
                        <a:t>Khai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báo</a:t>
                      </a:r>
                      <a:r>
                        <a:rPr lang="en-US" sz="1400" b="0" kern="1200" dirty="0">
                          <a:solidFill>
                            <a:schemeClr val="bg1"/>
                          </a:solidFill>
                          <a:latin typeface="+mn-lt"/>
                          <a:ea typeface="+mn-ea"/>
                          <a:cs typeface="+mn-cs"/>
                        </a:rPr>
                        <a:t>: </a:t>
                      </a:r>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MaSV_MyStore.Models</a:t>
                      </a:r>
                      <a:r>
                        <a:rPr lang="en-US" sz="1400" b="1" kern="1200" dirty="0">
                          <a:solidFill>
                            <a:schemeClr val="bg1"/>
                          </a:solidFill>
                          <a:highlight>
                            <a:srgbClr val="FFFF00"/>
                          </a:highlight>
                          <a:latin typeface="+mn-lt"/>
                          <a:ea typeface="+mn-ea"/>
                          <a:cs typeface="+mn-cs"/>
                        </a:rPr>
                        <a:t>;</a:t>
                      </a:r>
                    </a:p>
                    <a:p>
                      <a:r>
                        <a:rPr lang="en-US" sz="1400" b="0" kern="1200" dirty="0">
                          <a:solidFill>
                            <a:schemeClr val="bg1"/>
                          </a:solidFill>
                          <a:latin typeface="+mn-lt"/>
                          <a:ea typeface="+mn-ea"/>
                          <a:cs typeface="+mn-cs"/>
                        </a:rPr>
                        <a:t>                  </a:t>
                      </a:r>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MaSV_MyStore.Models.ViewModel</a:t>
                      </a:r>
                      <a:r>
                        <a:rPr lang="en-US" sz="1400" b="1" kern="1200" dirty="0">
                          <a:solidFill>
                            <a:schemeClr val="bg1"/>
                          </a:solidFill>
                          <a:highlight>
                            <a:srgbClr val="FFFF00"/>
                          </a:highlight>
                          <a:latin typeface="+mn-lt"/>
                          <a:ea typeface="+mn-ea"/>
                          <a:cs typeface="+mn-cs"/>
                        </a:rPr>
                        <a:t>; </a:t>
                      </a:r>
                    </a:p>
                    <a:p>
                      <a:r>
                        <a:rPr lang="en-US" sz="1400" b="0" kern="1200" dirty="0">
                          <a:solidFill>
                            <a:schemeClr val="bg1"/>
                          </a:solidFill>
                          <a:latin typeface="+mn-lt"/>
                          <a:ea typeface="+mn-ea"/>
                          <a:cs typeface="+mn-cs"/>
                        </a:rPr>
                        <a:t>                  </a:t>
                      </a:r>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PagedList</a:t>
                      </a:r>
                      <a:r>
                        <a:rPr lang="en-US" sz="1400" b="1" kern="1200" dirty="0">
                          <a:solidFill>
                            <a:schemeClr val="bg1"/>
                          </a:solidFill>
                          <a:highlight>
                            <a:srgbClr val="FFFF00"/>
                          </a:highlight>
                          <a:latin typeface="+mn-lt"/>
                          <a:ea typeface="+mn-ea"/>
                          <a:cs typeface="+mn-cs"/>
                        </a:rPr>
                        <a:t>;</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Chỉnh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sửa</a:t>
                      </a:r>
                      <a:r>
                        <a:rPr lang="en-US" sz="1400" b="0" kern="1200" dirty="0">
                          <a:solidFill>
                            <a:schemeClr val="bg1"/>
                          </a:solidFill>
                          <a:latin typeface="+mn-lt"/>
                          <a:ea typeface="+mn-ea"/>
                          <a:cs typeface="+mn-cs"/>
                        </a:rPr>
                        <a:t> action </a:t>
                      </a:r>
                      <a:r>
                        <a:rPr lang="en-US" sz="1400" b="1" kern="1200" dirty="0">
                          <a:solidFill>
                            <a:schemeClr val="bg1"/>
                          </a:solidFill>
                          <a:highlight>
                            <a:srgbClr val="FFFF00"/>
                          </a:highlight>
                          <a:latin typeface="+mn-lt"/>
                          <a:ea typeface="+mn-ea"/>
                          <a:cs typeface="+mn-cs"/>
                        </a:rPr>
                        <a:t>Index</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truyền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tham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số</a:t>
                      </a:r>
                      <a:r>
                        <a:rPr lang="en-US" sz="1400" b="0" kern="1200" dirty="0">
                          <a:solidFill>
                            <a:schemeClr val="bg1"/>
                          </a:solidFill>
                          <a:latin typeface="+mn-lt"/>
                          <a:ea typeface="+mn-ea"/>
                          <a:cs typeface="+mn-cs"/>
                        </a:rPr>
                        <a:t> </a:t>
                      </a:r>
                      <a:r>
                        <a:rPr lang="en-US" sz="1400" b="1" kern="1200" dirty="0" err="1">
                          <a:solidFill>
                            <a:schemeClr val="bg1"/>
                          </a:solidFill>
                          <a:highlight>
                            <a:srgbClr val="FFFF00"/>
                          </a:highlight>
                          <a:latin typeface="+mn-lt"/>
                          <a:ea typeface="+mn-ea"/>
                          <a:cs typeface="+mn-cs"/>
                        </a:rPr>
                        <a:t>searchTearm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a:t>
                      </a:r>
                      <a:r>
                        <a:rPr lang="en-US" sz="1400" b="1" kern="1200" dirty="0">
                          <a:solidFill>
                            <a:schemeClr val="bg1"/>
                          </a:solidFill>
                          <a:highlight>
                            <a:srgbClr val="FFFF00"/>
                          </a:highlight>
                          <a:latin typeface="+mn-lt"/>
                          <a:ea typeface="+mn-ea"/>
                          <a:cs typeface="+mn-cs"/>
                        </a:rPr>
                        <a:t>page</a:t>
                      </a: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55230064-8DCE-42A4-E553-FD940BBF37AC}"/>
              </a:ext>
            </a:extLst>
          </p:cNvPr>
          <p:cNvPicPr>
            <a:picLocks noChangeAspect="1"/>
          </p:cNvPicPr>
          <p:nvPr/>
        </p:nvPicPr>
        <p:blipFill>
          <a:blip r:embed="rId2"/>
          <a:stretch>
            <a:fillRect/>
          </a:stretch>
        </p:blipFill>
        <p:spPr>
          <a:xfrm>
            <a:off x="5484812" y="2178129"/>
            <a:ext cx="6629400" cy="4633178"/>
          </a:xfrm>
          <a:prstGeom prst="rect">
            <a:avLst/>
          </a:prstGeom>
        </p:spPr>
      </p:pic>
      <p:pic>
        <p:nvPicPr>
          <p:cNvPr id="6" name="Picture 5">
            <a:extLst>
              <a:ext uri="{FF2B5EF4-FFF2-40B4-BE49-F238E27FC236}">
                <a16:creationId xmlns:a16="http://schemas.microsoft.com/office/drawing/2014/main" id="{EF7B2EF1-8555-612E-C08A-C1769E08E2B4}"/>
              </a:ext>
            </a:extLst>
          </p:cNvPr>
          <p:cNvPicPr>
            <a:picLocks noChangeAspect="1"/>
          </p:cNvPicPr>
          <p:nvPr/>
        </p:nvPicPr>
        <p:blipFill>
          <a:blip r:embed="rId3"/>
          <a:stretch>
            <a:fillRect/>
          </a:stretch>
        </p:blipFill>
        <p:spPr>
          <a:xfrm>
            <a:off x="74613" y="2499773"/>
            <a:ext cx="5226468" cy="3443827"/>
          </a:xfrm>
          <a:prstGeom prst="rect">
            <a:avLst/>
          </a:prstGeom>
        </p:spPr>
      </p:pic>
    </p:spTree>
    <p:extLst>
      <p:ext uri="{BB962C8B-B14F-4D97-AF65-F5344CB8AC3E}">
        <p14:creationId xmlns:p14="http://schemas.microsoft.com/office/powerpoint/2010/main" val="241859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152400"/>
            <a:ext cx="2590800" cy="3505200"/>
          </a:xfrm>
        </p:spPr>
        <p:txBody>
          <a:bodyPr>
            <a:noAutofit/>
          </a:bodyPr>
          <a:lstStyle/>
          <a:p>
            <a:r>
              <a:rPr lang="en-US" sz="4000" dirty="0"/>
              <a:t>2.1 Trang Home</a:t>
            </a:r>
            <a:br>
              <a:rPr lang="en-US" sz="4000" dirty="0"/>
            </a:br>
            <a:r>
              <a:rPr lang="en-US" sz="2800" dirty="0"/>
              <a:t>View: </a:t>
            </a:r>
            <a:r>
              <a:rPr lang="en-US" sz="2800" dirty="0" err="1"/>
              <a:t>chuyển</a:t>
            </a:r>
            <a:r>
              <a:rPr lang="en-US" sz="2800" dirty="0"/>
              <a:t> code </a:t>
            </a:r>
            <a:r>
              <a:rPr lang="en-US" sz="2800" dirty="0" err="1"/>
              <a:t>trang</a:t>
            </a:r>
            <a:r>
              <a:rPr lang="en-US" sz="2800" dirty="0"/>
              <a:t> FE sang BE </a:t>
            </a:r>
            <a:r>
              <a:rPr lang="en-US" sz="2800" dirty="0" err="1"/>
              <a:t>và</a:t>
            </a:r>
            <a:r>
              <a:rPr lang="en-US" sz="2800" dirty="0"/>
              <a:t> </a:t>
            </a:r>
            <a:r>
              <a:rPr lang="en-US" sz="2800" dirty="0" err="1"/>
              <a:t>viết</a:t>
            </a:r>
            <a:r>
              <a:rPr lang="en-US" sz="2800" dirty="0"/>
              <a:t> </a:t>
            </a:r>
            <a:r>
              <a:rPr lang="en-US" sz="2800" dirty="0" err="1"/>
              <a:t>lại</a:t>
            </a:r>
            <a:r>
              <a:rPr lang="en-US" sz="2800" dirty="0"/>
              <a:t> </a:t>
            </a:r>
            <a:r>
              <a:rPr lang="en-US" sz="2800" dirty="0" err="1"/>
              <a:t>để</a:t>
            </a:r>
            <a:r>
              <a:rPr lang="en-US" sz="2800" dirty="0"/>
              <a:t> </a:t>
            </a:r>
            <a:r>
              <a:rPr lang="en-US" sz="2800" dirty="0" err="1"/>
              <a:t>hiển</a:t>
            </a:r>
            <a:r>
              <a:rPr lang="en-US" sz="2800" dirty="0"/>
              <a:t> </a:t>
            </a:r>
            <a:r>
              <a:rPr lang="en-US" sz="2800" dirty="0" err="1"/>
              <a:t>thị</a:t>
            </a:r>
            <a:r>
              <a:rPr lang="en-US" sz="2800" dirty="0"/>
              <a:t> </a:t>
            </a:r>
            <a:r>
              <a:rPr lang="en-US" sz="2800" dirty="0" err="1"/>
              <a:t>dữ</a:t>
            </a:r>
            <a:r>
              <a:rPr lang="en-US" sz="2800" dirty="0"/>
              <a:t> </a:t>
            </a:r>
            <a:r>
              <a:rPr lang="en-US" sz="2800" dirty="0" err="1"/>
              <a:t>liệu</a:t>
            </a:r>
            <a:r>
              <a:rPr lang="en-US" sz="2800" dirty="0"/>
              <a:t> </a:t>
            </a:r>
            <a:r>
              <a:rPr lang="en-US" sz="2800" dirty="0" err="1"/>
              <a:t>truy</a:t>
            </a:r>
            <a:r>
              <a:rPr lang="en-US" sz="2800" dirty="0"/>
              <a:t> </a:t>
            </a:r>
            <a:r>
              <a:rPr lang="en-US" sz="2800" dirty="0" err="1"/>
              <a:t>vấn</a:t>
            </a:r>
            <a:r>
              <a:rPr lang="en-US" sz="2800" dirty="0"/>
              <a:t> </a:t>
            </a:r>
            <a:r>
              <a:rPr lang="en-US" sz="2800" dirty="0" err="1"/>
              <a:t>từ</a:t>
            </a:r>
            <a:r>
              <a:rPr lang="en-US" sz="2800" dirty="0"/>
              <a:t> DB</a:t>
            </a:r>
            <a:endParaRPr lang="en-US" sz="4000" dirty="0">
              <a:latin typeface="Calibri Light" panose="020F0302020204030204" pitchFamily="34" charset="0"/>
              <a:cs typeface="Calibri Light" panose="020F0302020204030204" pitchFamily="34" charset="0"/>
            </a:endParaRPr>
          </a:p>
        </p:txBody>
      </p:sp>
      <p:graphicFrame>
        <p:nvGraphicFramePr>
          <p:cNvPr id="3" name="Table 2">
            <a:extLst>
              <a:ext uri="{FF2B5EF4-FFF2-40B4-BE49-F238E27FC236}">
                <a16:creationId xmlns:a16="http://schemas.microsoft.com/office/drawing/2014/main" id="{87BBF9E0-E997-8592-722C-140B18ADBF69}"/>
              </a:ext>
            </a:extLst>
          </p:cNvPr>
          <p:cNvGraphicFramePr>
            <a:graphicFrameLocks noGrp="1"/>
          </p:cNvGraphicFramePr>
          <p:nvPr>
            <p:extLst>
              <p:ext uri="{D42A27DB-BD31-4B8C-83A1-F6EECF244321}">
                <p14:modId xmlns:p14="http://schemas.microsoft.com/office/powerpoint/2010/main" val="3091802716"/>
              </p:ext>
            </p:extLst>
          </p:nvPr>
        </p:nvGraphicFramePr>
        <p:xfrm>
          <a:off x="7313611" y="0"/>
          <a:ext cx="4875213" cy="2438400"/>
        </p:xfrm>
        <a:graphic>
          <a:graphicData uri="http://schemas.openxmlformats.org/drawingml/2006/table">
            <a:tbl>
              <a:tblPr firstRow="1" bandRow="1">
                <a:tableStyleId>{073A0DAA-6AF3-43AB-8588-CEC1D06C72B9}</a:tableStyleId>
              </a:tblPr>
              <a:tblGrid>
                <a:gridCol w="4875213">
                  <a:extLst>
                    <a:ext uri="{9D8B030D-6E8A-4147-A177-3AD203B41FA5}">
                      <a16:colId xmlns:a16="http://schemas.microsoft.com/office/drawing/2014/main" val="3043263125"/>
                    </a:ext>
                  </a:extLst>
                </a:gridCol>
              </a:tblGrid>
              <a:tr h="475945">
                <a:tc>
                  <a:txBody>
                    <a:bodyPr/>
                    <a:lstStyle/>
                    <a:p>
                      <a:r>
                        <a:rPr lang="en-US" dirty="0" err="1"/>
                        <a:t>Index.cshtml</a:t>
                      </a:r>
                      <a:endParaRPr lang="en-US" dirty="0"/>
                    </a:p>
                  </a:txBody>
                  <a:tcPr/>
                </a:tc>
                <a:extLst>
                  <a:ext uri="{0D108BD9-81ED-4DB2-BD59-A6C34878D82A}">
                    <a16:rowId xmlns:a16="http://schemas.microsoft.com/office/drawing/2014/main" val="733771988"/>
                  </a:ext>
                </a:extLst>
              </a:tr>
              <a:tr h="475945">
                <a:tc>
                  <a:txBody>
                    <a:bodyPr/>
                    <a:lstStyle/>
                    <a:p>
                      <a:r>
                        <a:rPr lang="en-US" sz="1600" dirty="0"/>
                        <a:t>Model: </a:t>
                      </a:r>
                      <a:r>
                        <a:rPr lang="en-US" sz="1600" dirty="0" err="1"/>
                        <a:t>sử</a:t>
                      </a:r>
                      <a:r>
                        <a:rPr lang="en-US" sz="1600" dirty="0"/>
                        <a:t> </a:t>
                      </a:r>
                      <a:r>
                        <a:rPr lang="en-US" sz="1600" dirty="0" err="1"/>
                        <a:t>dụng</a:t>
                      </a:r>
                      <a:r>
                        <a:rPr lang="en-US" sz="1600" dirty="0"/>
                        <a:t> </a:t>
                      </a:r>
                      <a:r>
                        <a:rPr lang="en-US" sz="1600" dirty="0" err="1">
                          <a:highlight>
                            <a:srgbClr val="FFFF00"/>
                          </a:highlight>
                        </a:rPr>
                        <a:t>HomeProductVM.cs</a:t>
                      </a:r>
                      <a:endParaRPr lang="en-US" sz="1600" dirty="0">
                        <a:highlight>
                          <a:srgbClr val="FFFF00"/>
                        </a:highlight>
                      </a:endParaRPr>
                    </a:p>
                  </a:txBody>
                  <a:tcPr/>
                </a:tc>
                <a:extLst>
                  <a:ext uri="{0D108BD9-81ED-4DB2-BD59-A6C34878D82A}">
                    <a16:rowId xmlns:a16="http://schemas.microsoft.com/office/drawing/2014/main" val="3150072435"/>
                  </a:ext>
                </a:extLst>
              </a:tr>
              <a:tr h="743255">
                <a:tc>
                  <a:txBody>
                    <a:bodyPr/>
                    <a:lstStyle/>
                    <a:p>
                      <a:r>
                        <a:rPr lang="en-US" sz="1600" dirty="0" err="1"/>
                        <a:t>Gọi</a:t>
                      </a:r>
                      <a:r>
                        <a:rPr lang="en-US" sz="1600" dirty="0"/>
                        <a:t> </a:t>
                      </a:r>
                      <a:r>
                        <a:rPr lang="en-US" sz="1600" dirty="0" err="1"/>
                        <a:t>tham</a:t>
                      </a:r>
                      <a:r>
                        <a:rPr lang="en-US" sz="1600" dirty="0"/>
                        <a:t> </a:t>
                      </a:r>
                      <a:r>
                        <a:rPr lang="en-US" sz="1600" dirty="0" err="1"/>
                        <a:t>chiếu</a:t>
                      </a:r>
                      <a:r>
                        <a:rPr lang="en-US" sz="1600" dirty="0"/>
                        <a:t> </a:t>
                      </a:r>
                      <a:r>
                        <a:rPr lang="en-US" sz="1600" dirty="0" err="1"/>
                        <a:t>đến</a:t>
                      </a:r>
                      <a:r>
                        <a:rPr lang="en-US" sz="1600" dirty="0"/>
                        <a:t> 2 partial view </a:t>
                      </a:r>
                      <a:r>
                        <a:rPr lang="en-US" sz="1600" dirty="0" err="1"/>
                        <a:t>theo</a:t>
                      </a:r>
                      <a:r>
                        <a:rPr lang="en-US" sz="1600" dirty="0"/>
                        <a:t> </a:t>
                      </a:r>
                      <a:r>
                        <a:rPr lang="en-US" sz="1600" dirty="0" err="1"/>
                        <a:t>thứ</a:t>
                      </a:r>
                      <a:r>
                        <a:rPr lang="en-US" sz="1600" dirty="0"/>
                        <a:t> </a:t>
                      </a:r>
                      <a:r>
                        <a:rPr lang="en-US" sz="1600" dirty="0" err="1"/>
                        <a:t>tự</a:t>
                      </a:r>
                      <a:r>
                        <a:rPr lang="en-US" sz="1600" dirty="0"/>
                        <a:t> </a:t>
                      </a:r>
                      <a:r>
                        <a:rPr lang="en-US" sz="1600" dirty="0" err="1"/>
                        <a:t>xuất</a:t>
                      </a:r>
                      <a:r>
                        <a:rPr lang="en-US" sz="1600" dirty="0"/>
                        <a:t> </a:t>
                      </a:r>
                      <a:r>
                        <a:rPr lang="en-US" sz="1600" dirty="0" err="1"/>
                        <a:t>hiện</a:t>
                      </a:r>
                      <a:r>
                        <a:rPr lang="en-US" sz="1600" dirty="0"/>
                        <a:t> </a:t>
                      </a:r>
                      <a:r>
                        <a:rPr lang="en-US" sz="1600" dirty="0" err="1"/>
                        <a:t>trong</a:t>
                      </a:r>
                      <a:r>
                        <a:rPr lang="en-US" sz="1600" dirty="0"/>
                        <a:t> </a:t>
                      </a:r>
                      <a:r>
                        <a:rPr lang="en-US" sz="1600" dirty="0" err="1"/>
                        <a:t>giao</a:t>
                      </a:r>
                      <a:r>
                        <a:rPr lang="en-US" sz="1600" dirty="0"/>
                        <a:t> </a:t>
                      </a:r>
                      <a:r>
                        <a:rPr lang="en-US" sz="1600" dirty="0" err="1"/>
                        <a:t>diện</a:t>
                      </a:r>
                      <a:r>
                        <a:rPr lang="en-US" sz="1600" dirty="0"/>
                        <a:t>.</a:t>
                      </a:r>
                    </a:p>
                  </a:txBody>
                  <a:tcPr/>
                </a:tc>
                <a:extLst>
                  <a:ext uri="{0D108BD9-81ED-4DB2-BD59-A6C34878D82A}">
                    <a16:rowId xmlns:a16="http://schemas.microsoft.com/office/drawing/2014/main" val="2389879409"/>
                  </a:ext>
                </a:extLst>
              </a:tr>
              <a:tr h="743255">
                <a:tc>
                  <a:txBody>
                    <a:bodyPr/>
                    <a:lstStyle/>
                    <a:p>
                      <a:r>
                        <a:rPr lang="en-US" sz="1600" dirty="0" err="1"/>
                        <a:t>Cắt</a:t>
                      </a:r>
                      <a:r>
                        <a:rPr lang="en-US" sz="1600" dirty="0"/>
                        <a:t> </a:t>
                      </a:r>
                      <a:r>
                        <a:rPr lang="en-US" sz="1600" dirty="0" err="1"/>
                        <a:t>phần</a:t>
                      </a:r>
                      <a:r>
                        <a:rPr lang="en-US" sz="1600" dirty="0"/>
                        <a:t> Style sang file </a:t>
                      </a:r>
                      <a:r>
                        <a:rPr lang="en-US" sz="1600" dirty="0" err="1">
                          <a:highlight>
                            <a:srgbClr val="FFFF00"/>
                          </a:highlight>
                        </a:rPr>
                        <a:t>CustomerHome.css</a:t>
                      </a:r>
                      <a:r>
                        <a:rPr lang="en-US" sz="1600" dirty="0"/>
                        <a:t>, </a:t>
                      </a:r>
                      <a:r>
                        <a:rPr lang="en-US" sz="1600" dirty="0" err="1"/>
                        <a:t>lưu</a:t>
                      </a:r>
                      <a:r>
                        <a:rPr lang="en-US" sz="1600" dirty="0"/>
                        <a:t> </a:t>
                      </a:r>
                      <a:r>
                        <a:rPr lang="en-US" sz="1600" dirty="0" err="1"/>
                        <a:t>trong</a:t>
                      </a:r>
                      <a:r>
                        <a:rPr lang="en-US" sz="1600" dirty="0"/>
                        <a:t> </a:t>
                      </a:r>
                      <a:r>
                        <a:rPr lang="en-US" sz="1600" dirty="0" err="1"/>
                        <a:t>thư</a:t>
                      </a:r>
                      <a:r>
                        <a:rPr lang="en-US" sz="1600" dirty="0"/>
                        <a:t> </a:t>
                      </a:r>
                      <a:r>
                        <a:rPr lang="en-US" sz="1600" dirty="0" err="1"/>
                        <a:t>mục</a:t>
                      </a:r>
                      <a:r>
                        <a:rPr lang="en-US" sz="1600" dirty="0"/>
                        <a:t> </a:t>
                      </a:r>
                      <a:r>
                        <a:rPr lang="en-US" sz="1600" dirty="0">
                          <a:highlight>
                            <a:srgbClr val="FFFF00"/>
                          </a:highlight>
                        </a:rPr>
                        <a:t>Content\</a:t>
                      </a:r>
                      <a:r>
                        <a:rPr lang="en-US" sz="1600" dirty="0" err="1">
                          <a:highlight>
                            <a:srgbClr val="FFFF00"/>
                          </a:highlight>
                        </a:rPr>
                        <a:t>myStyle</a:t>
                      </a:r>
                      <a:endParaRPr lang="en-US" sz="1600" dirty="0">
                        <a:highlight>
                          <a:srgbClr val="FFFF00"/>
                        </a:highlight>
                      </a:endParaRPr>
                    </a:p>
                  </a:txBody>
                  <a:tcPr/>
                </a:tc>
                <a:extLst>
                  <a:ext uri="{0D108BD9-81ED-4DB2-BD59-A6C34878D82A}">
                    <a16:rowId xmlns:a16="http://schemas.microsoft.com/office/drawing/2014/main" val="367496347"/>
                  </a:ext>
                </a:extLst>
              </a:tr>
            </a:tbl>
          </a:graphicData>
        </a:graphic>
      </p:graphicFrame>
      <p:pic>
        <p:nvPicPr>
          <p:cNvPr id="9" name="Picture 8">
            <a:extLst>
              <a:ext uri="{FF2B5EF4-FFF2-40B4-BE49-F238E27FC236}">
                <a16:creationId xmlns:a16="http://schemas.microsoft.com/office/drawing/2014/main" id="{77FAC449-A94B-1A2B-43C4-A5BC9A1F9B70}"/>
              </a:ext>
            </a:extLst>
          </p:cNvPr>
          <p:cNvPicPr>
            <a:picLocks noChangeAspect="1"/>
          </p:cNvPicPr>
          <p:nvPr/>
        </p:nvPicPr>
        <p:blipFill>
          <a:blip r:embed="rId2"/>
          <a:stretch>
            <a:fillRect/>
          </a:stretch>
        </p:blipFill>
        <p:spPr>
          <a:xfrm>
            <a:off x="2741612" y="0"/>
            <a:ext cx="4114800" cy="6858000"/>
          </a:xfrm>
          <a:prstGeom prst="rect">
            <a:avLst/>
          </a:prstGeom>
        </p:spPr>
      </p:pic>
      <p:pic>
        <p:nvPicPr>
          <p:cNvPr id="5" name="Picture 4">
            <a:extLst>
              <a:ext uri="{FF2B5EF4-FFF2-40B4-BE49-F238E27FC236}">
                <a16:creationId xmlns:a16="http://schemas.microsoft.com/office/drawing/2014/main" id="{857F0355-5F97-058F-FD19-9710FE564A99}"/>
              </a:ext>
            </a:extLst>
          </p:cNvPr>
          <p:cNvPicPr>
            <a:picLocks noChangeAspect="1"/>
          </p:cNvPicPr>
          <p:nvPr/>
        </p:nvPicPr>
        <p:blipFill>
          <a:blip r:embed="rId3"/>
          <a:stretch>
            <a:fillRect/>
          </a:stretch>
        </p:blipFill>
        <p:spPr>
          <a:xfrm>
            <a:off x="7307294" y="2590800"/>
            <a:ext cx="4883118" cy="4267200"/>
          </a:xfrm>
          <a:prstGeom prst="rect">
            <a:avLst/>
          </a:prstGeom>
        </p:spPr>
      </p:pic>
      <p:sp>
        <p:nvSpPr>
          <p:cNvPr id="6" name="Arrow: Right 5">
            <a:extLst>
              <a:ext uri="{FF2B5EF4-FFF2-40B4-BE49-F238E27FC236}">
                <a16:creationId xmlns:a16="http://schemas.microsoft.com/office/drawing/2014/main" id="{D69B3215-D110-EDEC-CB4E-23CFFA216444}"/>
              </a:ext>
            </a:extLst>
          </p:cNvPr>
          <p:cNvSpPr/>
          <p:nvPr/>
        </p:nvSpPr>
        <p:spPr>
          <a:xfrm>
            <a:off x="6856412" y="3048000"/>
            <a:ext cx="381000" cy="5334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558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152400"/>
            <a:ext cx="2590800" cy="2743200"/>
          </a:xfrm>
        </p:spPr>
        <p:txBody>
          <a:bodyPr>
            <a:noAutofit/>
          </a:bodyPr>
          <a:lstStyle/>
          <a:p>
            <a:r>
              <a:rPr lang="en-US" sz="3600" dirty="0"/>
              <a:t>2.1 Trang Home</a:t>
            </a:r>
            <a:br>
              <a:rPr lang="en-US" sz="3600" dirty="0"/>
            </a:br>
            <a:r>
              <a:rPr lang="en-US" sz="2400" dirty="0"/>
              <a:t>View: </a:t>
            </a:r>
            <a:r>
              <a:rPr lang="en-US" sz="2400" dirty="0" err="1"/>
              <a:t>chuyển</a:t>
            </a:r>
            <a:r>
              <a:rPr lang="en-US" sz="2400" dirty="0"/>
              <a:t> code </a:t>
            </a:r>
            <a:r>
              <a:rPr lang="en-US" sz="2400" dirty="0" err="1"/>
              <a:t>trang</a:t>
            </a:r>
            <a:r>
              <a:rPr lang="en-US" sz="2400" dirty="0"/>
              <a:t> FE sang BE </a:t>
            </a:r>
            <a:r>
              <a:rPr lang="en-US" sz="2400" dirty="0" err="1"/>
              <a:t>và</a:t>
            </a:r>
            <a:r>
              <a:rPr lang="en-US" sz="2400" dirty="0"/>
              <a:t> </a:t>
            </a:r>
            <a:r>
              <a:rPr lang="en-US" sz="2400" dirty="0" err="1"/>
              <a:t>viết</a:t>
            </a:r>
            <a:r>
              <a:rPr lang="en-US" sz="2400" dirty="0"/>
              <a:t> </a:t>
            </a:r>
            <a:r>
              <a:rPr lang="en-US" sz="2400" dirty="0" err="1"/>
              <a:t>lại</a:t>
            </a:r>
            <a:r>
              <a:rPr lang="en-US" sz="2400" dirty="0"/>
              <a:t> </a:t>
            </a:r>
            <a:r>
              <a:rPr lang="en-US" sz="2400" dirty="0" err="1"/>
              <a:t>để</a:t>
            </a:r>
            <a:r>
              <a:rPr lang="en-US" sz="2400" dirty="0"/>
              <a:t> </a:t>
            </a:r>
            <a:r>
              <a:rPr lang="en-US" sz="2400" dirty="0" err="1"/>
              <a:t>hiển</a:t>
            </a:r>
            <a:r>
              <a:rPr lang="en-US" sz="2400" dirty="0"/>
              <a:t> </a:t>
            </a:r>
            <a:r>
              <a:rPr lang="en-US" sz="2400" dirty="0" err="1"/>
              <a:t>thị</a:t>
            </a:r>
            <a:r>
              <a:rPr lang="en-US" sz="2400" dirty="0"/>
              <a:t> </a:t>
            </a:r>
            <a:r>
              <a:rPr lang="en-US" sz="2400" dirty="0" err="1"/>
              <a:t>dữ</a:t>
            </a:r>
            <a:r>
              <a:rPr lang="en-US" sz="2400" dirty="0"/>
              <a:t> </a:t>
            </a:r>
            <a:r>
              <a:rPr lang="en-US" sz="2400" dirty="0" err="1"/>
              <a:t>liệu</a:t>
            </a:r>
            <a:r>
              <a:rPr lang="en-US" sz="2400" dirty="0"/>
              <a:t> </a:t>
            </a:r>
            <a:r>
              <a:rPr lang="en-US" sz="2400" dirty="0" err="1"/>
              <a:t>truy</a:t>
            </a:r>
            <a:r>
              <a:rPr lang="en-US" sz="2400" dirty="0"/>
              <a:t> </a:t>
            </a:r>
            <a:r>
              <a:rPr lang="en-US" sz="2400" dirty="0" err="1"/>
              <a:t>vấn</a:t>
            </a:r>
            <a:r>
              <a:rPr lang="en-US" sz="2400" dirty="0"/>
              <a:t> </a:t>
            </a:r>
            <a:r>
              <a:rPr lang="en-US" sz="2400" dirty="0" err="1"/>
              <a:t>từ</a:t>
            </a:r>
            <a:r>
              <a:rPr lang="en-US" sz="2400" dirty="0"/>
              <a:t> DB</a:t>
            </a:r>
            <a:endParaRPr lang="en-US" sz="2400" dirty="0">
              <a:latin typeface="Calibri Light" panose="020F0302020204030204" pitchFamily="34" charset="0"/>
              <a:cs typeface="Calibri Light" panose="020F0302020204030204" pitchFamily="34" charset="0"/>
            </a:endParaRPr>
          </a:p>
        </p:txBody>
      </p:sp>
      <p:graphicFrame>
        <p:nvGraphicFramePr>
          <p:cNvPr id="3" name="Table 2">
            <a:extLst>
              <a:ext uri="{FF2B5EF4-FFF2-40B4-BE49-F238E27FC236}">
                <a16:creationId xmlns:a16="http://schemas.microsoft.com/office/drawing/2014/main" id="{87BBF9E0-E997-8592-722C-140B18ADBF69}"/>
              </a:ext>
            </a:extLst>
          </p:cNvPr>
          <p:cNvGraphicFramePr>
            <a:graphicFrameLocks noGrp="1"/>
          </p:cNvGraphicFramePr>
          <p:nvPr>
            <p:extLst>
              <p:ext uri="{D42A27DB-BD31-4B8C-83A1-F6EECF244321}">
                <p14:modId xmlns:p14="http://schemas.microsoft.com/office/powerpoint/2010/main" val="3273551612"/>
              </p:ext>
            </p:extLst>
          </p:nvPr>
        </p:nvGraphicFramePr>
        <p:xfrm>
          <a:off x="188912" y="3276601"/>
          <a:ext cx="2514600" cy="3352800"/>
        </p:xfrm>
        <a:graphic>
          <a:graphicData uri="http://schemas.openxmlformats.org/drawingml/2006/table">
            <a:tbl>
              <a:tblPr firstRow="1" bandRow="1">
                <a:tableStyleId>{073A0DAA-6AF3-43AB-8588-CEC1D06C72B9}</a:tableStyleId>
              </a:tblPr>
              <a:tblGrid>
                <a:gridCol w="2514600">
                  <a:extLst>
                    <a:ext uri="{9D8B030D-6E8A-4147-A177-3AD203B41FA5}">
                      <a16:colId xmlns:a16="http://schemas.microsoft.com/office/drawing/2014/main" val="864292645"/>
                    </a:ext>
                  </a:extLst>
                </a:gridCol>
              </a:tblGrid>
              <a:tr h="473196">
                <a:tc>
                  <a:txBody>
                    <a:bodyPr/>
                    <a:lstStyle/>
                    <a:p>
                      <a:r>
                        <a:rPr lang="en-US" dirty="0"/>
                        <a:t>Partial View</a:t>
                      </a:r>
                    </a:p>
                  </a:txBody>
                  <a:tcPr/>
                </a:tc>
                <a:extLst>
                  <a:ext uri="{0D108BD9-81ED-4DB2-BD59-A6C34878D82A}">
                    <a16:rowId xmlns:a16="http://schemas.microsoft.com/office/drawing/2014/main" val="733771988"/>
                  </a:ext>
                </a:extLst>
              </a:tr>
              <a:tr h="749486">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a:t>Model: </a:t>
                      </a:r>
                      <a:r>
                        <a:rPr lang="en-US" sz="1600" dirty="0" err="1"/>
                        <a:t>sử</a:t>
                      </a:r>
                      <a:r>
                        <a:rPr lang="en-US" sz="1600" dirty="0"/>
                        <a:t> </a:t>
                      </a:r>
                      <a:r>
                        <a:rPr lang="en-US" sz="1600" dirty="0" err="1"/>
                        <a:t>dụng</a:t>
                      </a:r>
                      <a:r>
                        <a:rPr lang="en-US" sz="1600" dirty="0"/>
                        <a:t> </a:t>
                      </a:r>
                      <a:r>
                        <a:rPr lang="en-US" sz="1600" dirty="0" err="1">
                          <a:highlight>
                            <a:srgbClr val="FFFF00"/>
                          </a:highlight>
                        </a:rPr>
                        <a:t>HomeProductVM.cs</a:t>
                      </a:r>
                      <a:endParaRPr lang="en-US" sz="1600" dirty="0">
                        <a:highlight>
                          <a:srgbClr val="FFFF00"/>
                        </a:highlight>
                      </a:endParaRPr>
                    </a:p>
                  </a:txBody>
                  <a:tcPr/>
                </a:tc>
                <a:extLst>
                  <a:ext uri="{0D108BD9-81ED-4DB2-BD59-A6C34878D82A}">
                    <a16:rowId xmlns:a16="http://schemas.microsoft.com/office/drawing/2014/main" val="3150072435"/>
                  </a:ext>
                </a:extLst>
              </a:tr>
              <a:tr h="1065059">
                <a:tc>
                  <a:txBody>
                    <a:bodyPr/>
                    <a:lstStyle/>
                    <a:p>
                      <a:r>
                        <a:rPr lang="en-US" sz="1600" dirty="0">
                          <a:highlight>
                            <a:srgbClr val="FFFF00"/>
                          </a:highlight>
                        </a:rPr>
                        <a:t>_</a:t>
                      </a:r>
                      <a:r>
                        <a:rPr lang="en-US" sz="1600" dirty="0" err="1">
                          <a:highlight>
                            <a:srgbClr val="FFFF00"/>
                          </a:highlight>
                        </a:rPr>
                        <a:t>PVFeatureProduct</a:t>
                      </a:r>
                      <a:r>
                        <a:rPr lang="en-US" sz="1600" dirty="0"/>
                        <a:t>: </a:t>
                      </a:r>
                      <a:r>
                        <a:rPr lang="en-US" sz="1600" dirty="0" err="1"/>
                        <a:t>chứa</a:t>
                      </a:r>
                      <a:r>
                        <a:rPr lang="en-US" sz="1600" dirty="0"/>
                        <a:t> </a:t>
                      </a:r>
                      <a:r>
                        <a:rPr lang="en-US" sz="1600" dirty="0" err="1"/>
                        <a:t>đoạn</a:t>
                      </a:r>
                      <a:r>
                        <a:rPr lang="en-US" sz="1600" dirty="0"/>
                        <a:t> code </a:t>
                      </a:r>
                      <a:r>
                        <a:rPr lang="en-US" sz="1600" dirty="0" err="1"/>
                        <a:t>liên</a:t>
                      </a:r>
                      <a:r>
                        <a:rPr lang="en-US" sz="1600" dirty="0"/>
                        <a:t> </a:t>
                      </a:r>
                      <a:r>
                        <a:rPr lang="en-US" sz="1600" dirty="0" err="1"/>
                        <a:t>quan</a:t>
                      </a:r>
                      <a:r>
                        <a:rPr lang="en-US" sz="1600" dirty="0"/>
                        <a:t> </a:t>
                      </a:r>
                      <a:r>
                        <a:rPr lang="en-US" sz="1600" dirty="0" err="1"/>
                        <a:t>đến</a:t>
                      </a:r>
                      <a:r>
                        <a:rPr lang="en-US" sz="1600" dirty="0"/>
                        <a:t> </a:t>
                      </a:r>
                      <a:r>
                        <a:rPr lang="en-US" sz="1600" dirty="0" err="1"/>
                        <a:t>Sản</a:t>
                      </a:r>
                      <a:r>
                        <a:rPr lang="en-US" sz="1600" dirty="0"/>
                        <a:t> </a:t>
                      </a:r>
                      <a:r>
                        <a:rPr lang="en-US" sz="1600" dirty="0" err="1"/>
                        <a:t>phẩm</a:t>
                      </a:r>
                      <a:r>
                        <a:rPr lang="en-US" sz="1600" dirty="0"/>
                        <a:t> </a:t>
                      </a:r>
                      <a:r>
                        <a:rPr lang="en-US" sz="1600" dirty="0" err="1"/>
                        <a:t>nổi</a:t>
                      </a:r>
                      <a:r>
                        <a:rPr lang="en-US" sz="1600" dirty="0"/>
                        <a:t> </a:t>
                      </a:r>
                      <a:r>
                        <a:rPr lang="en-US" sz="1600" dirty="0" err="1"/>
                        <a:t>bật</a:t>
                      </a:r>
                      <a:endParaRPr lang="en-US" sz="1600" dirty="0"/>
                    </a:p>
                  </a:txBody>
                  <a:tcPr/>
                </a:tc>
                <a:extLst>
                  <a:ext uri="{0D108BD9-81ED-4DB2-BD59-A6C34878D82A}">
                    <a16:rowId xmlns:a16="http://schemas.microsoft.com/office/drawing/2014/main" val="2389879409"/>
                  </a:ext>
                </a:extLst>
              </a:tr>
              <a:tr h="1065059">
                <a:tc>
                  <a:txBody>
                    <a:bodyPr/>
                    <a:lstStyle/>
                    <a:p>
                      <a:r>
                        <a:rPr lang="en-US" sz="1600" kern="1200" dirty="0">
                          <a:solidFill>
                            <a:schemeClr val="dk1"/>
                          </a:solidFill>
                          <a:highlight>
                            <a:srgbClr val="FFFF00"/>
                          </a:highlight>
                          <a:latin typeface="+mn-lt"/>
                          <a:ea typeface="+mn-ea"/>
                          <a:cs typeface="+mn-cs"/>
                        </a:rPr>
                        <a:t>_</a:t>
                      </a:r>
                      <a:r>
                        <a:rPr lang="en-US" sz="1600" kern="1200" dirty="0" err="1">
                          <a:solidFill>
                            <a:schemeClr val="dk1"/>
                          </a:solidFill>
                          <a:highlight>
                            <a:srgbClr val="FFFF00"/>
                          </a:highlight>
                          <a:latin typeface="+mn-lt"/>
                          <a:ea typeface="+mn-ea"/>
                          <a:cs typeface="+mn-cs"/>
                        </a:rPr>
                        <a:t>PVNewProduct</a:t>
                      </a:r>
                      <a:r>
                        <a:rPr lang="en-US" sz="1600" dirty="0"/>
                        <a:t>: </a:t>
                      </a:r>
                      <a:r>
                        <a:rPr lang="en-US" sz="1600" dirty="0" err="1"/>
                        <a:t>chứa</a:t>
                      </a:r>
                      <a:r>
                        <a:rPr lang="en-US" sz="1600" dirty="0"/>
                        <a:t> </a:t>
                      </a:r>
                      <a:r>
                        <a:rPr lang="en-US" sz="1600" dirty="0" err="1"/>
                        <a:t>đoạn</a:t>
                      </a:r>
                      <a:r>
                        <a:rPr lang="en-US" sz="1600" dirty="0"/>
                        <a:t> code </a:t>
                      </a:r>
                      <a:r>
                        <a:rPr lang="en-US" sz="1600" dirty="0" err="1"/>
                        <a:t>liên</a:t>
                      </a:r>
                      <a:r>
                        <a:rPr lang="en-US" sz="1600" dirty="0"/>
                        <a:t> </a:t>
                      </a:r>
                      <a:r>
                        <a:rPr lang="en-US" sz="1600" dirty="0" err="1"/>
                        <a:t>quan</a:t>
                      </a:r>
                      <a:r>
                        <a:rPr lang="en-US" sz="1600" dirty="0"/>
                        <a:t> </a:t>
                      </a:r>
                      <a:r>
                        <a:rPr lang="en-US" sz="1600" dirty="0" err="1"/>
                        <a:t>đến</a:t>
                      </a:r>
                      <a:r>
                        <a:rPr lang="en-US" sz="1600" dirty="0"/>
                        <a:t> Danh </a:t>
                      </a:r>
                      <a:r>
                        <a:rPr lang="en-US" sz="1600" dirty="0" err="1"/>
                        <a:t>sách</a:t>
                      </a:r>
                      <a:r>
                        <a:rPr lang="en-US" sz="1600" dirty="0"/>
                        <a:t> </a:t>
                      </a:r>
                      <a:r>
                        <a:rPr lang="en-US" sz="1600" dirty="0" err="1"/>
                        <a:t>sản</a:t>
                      </a:r>
                      <a:r>
                        <a:rPr lang="en-US" sz="1600" dirty="0"/>
                        <a:t> </a:t>
                      </a:r>
                      <a:r>
                        <a:rPr lang="en-US" sz="1600" dirty="0" err="1"/>
                        <a:t>phẩm</a:t>
                      </a:r>
                      <a:r>
                        <a:rPr lang="en-US" sz="1600" dirty="0"/>
                        <a:t> </a:t>
                      </a:r>
                      <a:r>
                        <a:rPr lang="en-US" sz="1600" dirty="0" err="1"/>
                        <a:t>mới</a:t>
                      </a:r>
                      <a:endParaRPr lang="en-US" sz="1600" dirty="0"/>
                    </a:p>
                  </a:txBody>
                  <a:tcPr/>
                </a:tc>
                <a:extLst>
                  <a:ext uri="{0D108BD9-81ED-4DB2-BD59-A6C34878D82A}">
                    <a16:rowId xmlns:a16="http://schemas.microsoft.com/office/drawing/2014/main" val="367496347"/>
                  </a:ext>
                </a:extLst>
              </a:tr>
            </a:tbl>
          </a:graphicData>
        </a:graphic>
      </p:graphicFrame>
      <p:pic>
        <p:nvPicPr>
          <p:cNvPr id="9" name="Picture 8">
            <a:extLst>
              <a:ext uri="{FF2B5EF4-FFF2-40B4-BE49-F238E27FC236}">
                <a16:creationId xmlns:a16="http://schemas.microsoft.com/office/drawing/2014/main" id="{77FAC449-A94B-1A2B-43C4-A5BC9A1F9B70}"/>
              </a:ext>
            </a:extLst>
          </p:cNvPr>
          <p:cNvPicPr>
            <a:picLocks noChangeAspect="1"/>
          </p:cNvPicPr>
          <p:nvPr/>
        </p:nvPicPr>
        <p:blipFill>
          <a:blip r:embed="rId2"/>
          <a:stretch>
            <a:fillRect/>
          </a:stretch>
        </p:blipFill>
        <p:spPr>
          <a:xfrm>
            <a:off x="2817812" y="9735"/>
            <a:ext cx="4114800" cy="6858000"/>
          </a:xfrm>
          <a:prstGeom prst="rect">
            <a:avLst/>
          </a:prstGeom>
        </p:spPr>
      </p:pic>
      <p:pic>
        <p:nvPicPr>
          <p:cNvPr id="14" name="Picture 13">
            <a:extLst>
              <a:ext uri="{FF2B5EF4-FFF2-40B4-BE49-F238E27FC236}">
                <a16:creationId xmlns:a16="http://schemas.microsoft.com/office/drawing/2014/main" id="{84346F6E-AD7E-80B5-5E3B-BDD845AF8DB5}"/>
              </a:ext>
            </a:extLst>
          </p:cNvPr>
          <p:cNvPicPr>
            <a:picLocks noChangeAspect="1"/>
          </p:cNvPicPr>
          <p:nvPr/>
        </p:nvPicPr>
        <p:blipFill>
          <a:blip r:embed="rId3"/>
          <a:stretch>
            <a:fillRect/>
          </a:stretch>
        </p:blipFill>
        <p:spPr>
          <a:xfrm>
            <a:off x="6932612" y="2602940"/>
            <a:ext cx="408467" cy="597460"/>
          </a:xfrm>
          <a:prstGeom prst="rect">
            <a:avLst/>
          </a:prstGeom>
        </p:spPr>
      </p:pic>
      <p:pic>
        <p:nvPicPr>
          <p:cNvPr id="10" name="Picture 9">
            <a:extLst>
              <a:ext uri="{FF2B5EF4-FFF2-40B4-BE49-F238E27FC236}">
                <a16:creationId xmlns:a16="http://schemas.microsoft.com/office/drawing/2014/main" id="{63DDA1B2-825F-762A-C672-7675D95A5423}"/>
              </a:ext>
            </a:extLst>
          </p:cNvPr>
          <p:cNvPicPr>
            <a:picLocks noChangeAspect="1"/>
          </p:cNvPicPr>
          <p:nvPr/>
        </p:nvPicPr>
        <p:blipFill>
          <a:blip r:embed="rId4"/>
          <a:stretch>
            <a:fillRect/>
          </a:stretch>
        </p:blipFill>
        <p:spPr>
          <a:xfrm>
            <a:off x="7352200" y="0"/>
            <a:ext cx="4810747" cy="3022824"/>
          </a:xfrm>
          <a:prstGeom prst="rect">
            <a:avLst/>
          </a:prstGeom>
        </p:spPr>
      </p:pic>
      <p:pic>
        <p:nvPicPr>
          <p:cNvPr id="15" name="Picture 14">
            <a:extLst>
              <a:ext uri="{FF2B5EF4-FFF2-40B4-BE49-F238E27FC236}">
                <a16:creationId xmlns:a16="http://schemas.microsoft.com/office/drawing/2014/main" id="{751A960D-A577-529B-FC16-7A675DA1DE15}"/>
              </a:ext>
            </a:extLst>
          </p:cNvPr>
          <p:cNvPicPr>
            <a:picLocks noChangeAspect="1"/>
          </p:cNvPicPr>
          <p:nvPr/>
        </p:nvPicPr>
        <p:blipFill>
          <a:blip r:embed="rId5"/>
          <a:stretch>
            <a:fillRect/>
          </a:stretch>
        </p:blipFill>
        <p:spPr>
          <a:xfrm>
            <a:off x="7358027" y="3018123"/>
            <a:ext cx="4810747" cy="3835177"/>
          </a:xfrm>
          <a:prstGeom prst="rect">
            <a:avLst/>
          </a:prstGeom>
        </p:spPr>
      </p:pic>
    </p:spTree>
    <p:extLst>
      <p:ext uri="{BB962C8B-B14F-4D97-AF65-F5344CB8AC3E}">
        <p14:creationId xmlns:p14="http://schemas.microsoft.com/office/powerpoint/2010/main" val="271625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152400"/>
            <a:ext cx="11963400" cy="838201"/>
          </a:xfrm>
        </p:spPr>
        <p:txBody>
          <a:bodyPr>
            <a:noAutofit/>
          </a:bodyPr>
          <a:lstStyle/>
          <a:p>
            <a:r>
              <a:rPr lang="en-US" sz="3600" dirty="0"/>
              <a:t>2.1 Trang Home</a:t>
            </a:r>
            <a:br>
              <a:rPr lang="en-US" sz="3600" dirty="0"/>
            </a:br>
            <a:r>
              <a:rPr lang="en-US" sz="2800" dirty="0"/>
              <a:t>Stylesheet: </a:t>
            </a:r>
            <a:r>
              <a:rPr lang="en-US" sz="2800" dirty="0" err="1"/>
              <a:t>CustomerHome.css</a:t>
            </a:r>
            <a:endParaRPr lang="en-US" sz="3600" dirty="0">
              <a:latin typeface="Calibri Light" panose="020F0302020204030204" pitchFamily="34" charset="0"/>
              <a:cs typeface="Calibri Light" panose="020F0302020204030204" pitchFamily="34" charset="0"/>
            </a:endParaRPr>
          </a:p>
        </p:txBody>
      </p:sp>
      <p:pic>
        <p:nvPicPr>
          <p:cNvPr id="10" name="Picture 9">
            <a:extLst>
              <a:ext uri="{FF2B5EF4-FFF2-40B4-BE49-F238E27FC236}">
                <a16:creationId xmlns:a16="http://schemas.microsoft.com/office/drawing/2014/main" id="{F631E074-DD23-8047-821F-0FD74BC85D3E}"/>
              </a:ext>
            </a:extLst>
          </p:cNvPr>
          <p:cNvPicPr>
            <a:picLocks noChangeAspect="1"/>
          </p:cNvPicPr>
          <p:nvPr/>
        </p:nvPicPr>
        <p:blipFill>
          <a:blip r:embed="rId2"/>
          <a:stretch>
            <a:fillRect/>
          </a:stretch>
        </p:blipFill>
        <p:spPr>
          <a:xfrm>
            <a:off x="326067" y="1142999"/>
            <a:ext cx="2948945" cy="5510413"/>
          </a:xfrm>
          <a:prstGeom prst="rect">
            <a:avLst/>
          </a:prstGeom>
        </p:spPr>
      </p:pic>
      <p:pic>
        <p:nvPicPr>
          <p:cNvPr id="13" name="Picture 12">
            <a:extLst>
              <a:ext uri="{FF2B5EF4-FFF2-40B4-BE49-F238E27FC236}">
                <a16:creationId xmlns:a16="http://schemas.microsoft.com/office/drawing/2014/main" id="{5B2BCB84-E7FF-56DF-2329-AFA1CDC5D75F}"/>
              </a:ext>
            </a:extLst>
          </p:cNvPr>
          <p:cNvPicPr>
            <a:picLocks noChangeAspect="1"/>
          </p:cNvPicPr>
          <p:nvPr/>
        </p:nvPicPr>
        <p:blipFill>
          <a:blip r:embed="rId3"/>
          <a:stretch>
            <a:fillRect/>
          </a:stretch>
        </p:blipFill>
        <p:spPr>
          <a:xfrm>
            <a:off x="3698309" y="1142999"/>
            <a:ext cx="4224903" cy="5486401"/>
          </a:xfrm>
          <a:prstGeom prst="rect">
            <a:avLst/>
          </a:prstGeom>
        </p:spPr>
      </p:pic>
      <p:pic>
        <p:nvPicPr>
          <p:cNvPr id="15" name="Picture 14">
            <a:extLst>
              <a:ext uri="{FF2B5EF4-FFF2-40B4-BE49-F238E27FC236}">
                <a16:creationId xmlns:a16="http://schemas.microsoft.com/office/drawing/2014/main" id="{1224C1FF-F2B2-9E84-62D5-E52078BB5DF8}"/>
              </a:ext>
            </a:extLst>
          </p:cNvPr>
          <p:cNvPicPr>
            <a:picLocks noChangeAspect="1"/>
          </p:cNvPicPr>
          <p:nvPr/>
        </p:nvPicPr>
        <p:blipFill>
          <a:blip r:embed="rId4"/>
          <a:stretch>
            <a:fillRect/>
          </a:stretch>
        </p:blipFill>
        <p:spPr>
          <a:xfrm>
            <a:off x="8380412" y="1143000"/>
            <a:ext cx="3482346" cy="5486401"/>
          </a:xfrm>
          <a:prstGeom prst="rect">
            <a:avLst/>
          </a:prstGeom>
        </p:spPr>
      </p:pic>
    </p:spTree>
    <p:extLst>
      <p:ext uri="{BB962C8B-B14F-4D97-AF65-F5344CB8AC3E}">
        <p14:creationId xmlns:p14="http://schemas.microsoft.com/office/powerpoint/2010/main" val="3787945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1" y="76200"/>
            <a:ext cx="6306207" cy="1066800"/>
          </a:xfrm>
        </p:spPr>
        <p:txBody>
          <a:bodyPr vert="horz" lIns="91440" tIns="45720" rIns="91440" bIns="45720" rtlCol="0" anchor="b">
            <a:normAutofit fontScale="90000"/>
          </a:bodyPr>
          <a:lstStyle/>
          <a:p>
            <a:pPr defTabSz="914400"/>
            <a:r>
              <a:rPr lang="en-US" sz="4400" kern="1200" dirty="0">
                <a:solidFill>
                  <a:schemeClr val="tx1"/>
                </a:solidFill>
                <a:latin typeface="+mj-lt"/>
                <a:ea typeface="+mj-ea"/>
                <a:cs typeface="+mj-cs"/>
              </a:rPr>
              <a:t>2.2. Trang Chi </a:t>
            </a:r>
            <a:r>
              <a:rPr lang="en-US" sz="4400" kern="1200" dirty="0" err="1">
                <a:solidFill>
                  <a:schemeClr val="tx1"/>
                </a:solidFill>
                <a:latin typeface="+mj-lt"/>
                <a:ea typeface="+mj-ea"/>
                <a:cs typeface="+mj-cs"/>
              </a:rPr>
              <a:t>tiết</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sản</a:t>
            </a:r>
            <a:r>
              <a:rPr lang="en-US" sz="4400" kern="1200" dirty="0">
                <a:solidFill>
                  <a:schemeClr val="tx1"/>
                </a:solidFill>
                <a:latin typeface="+mj-lt"/>
                <a:ea typeface="+mj-ea"/>
                <a:cs typeface="+mj-cs"/>
              </a:rPr>
              <a:t> </a:t>
            </a:r>
            <a:r>
              <a:rPr lang="en-US" sz="4400" kern="1200" dirty="0" err="1">
                <a:solidFill>
                  <a:schemeClr val="tx1"/>
                </a:solidFill>
                <a:latin typeface="+mj-lt"/>
                <a:ea typeface="+mj-ea"/>
                <a:cs typeface="+mj-cs"/>
              </a:rPr>
              <a:t>phẩm</a:t>
            </a:r>
            <a:br>
              <a:rPr lang="en-US" sz="4400" kern="1200" dirty="0">
                <a:solidFill>
                  <a:schemeClr val="tx1"/>
                </a:solidFill>
                <a:latin typeface="+mj-lt"/>
                <a:ea typeface="+mj-ea"/>
                <a:cs typeface="+mj-cs"/>
              </a:rPr>
            </a:br>
            <a:r>
              <a:rPr lang="en-US" sz="3200" kern="1200" dirty="0">
                <a:solidFill>
                  <a:schemeClr val="tx1"/>
                </a:solidFill>
                <a:latin typeface="+mj-lt"/>
                <a:ea typeface="+mj-ea"/>
                <a:cs typeface="+mj-cs"/>
              </a:rPr>
              <a:t>Giao </a:t>
            </a:r>
            <a:r>
              <a:rPr lang="en-US" sz="3200" kern="1200" dirty="0" err="1">
                <a:solidFill>
                  <a:schemeClr val="tx1"/>
                </a:solidFill>
                <a:latin typeface="+mj-lt"/>
                <a:ea typeface="+mj-ea"/>
                <a:cs typeface="+mj-cs"/>
              </a:rPr>
              <a:t>diện</a:t>
            </a:r>
            <a:endParaRPr lang="en-US" sz="4400" kern="1200" dirty="0">
              <a:solidFill>
                <a:schemeClr val="tx1"/>
              </a:solidFill>
              <a:latin typeface="+mj-lt"/>
              <a:ea typeface="+mj-ea"/>
              <a:cs typeface="+mj-cs"/>
            </a:endParaRPr>
          </a:p>
        </p:txBody>
      </p:sp>
      <p:sp>
        <p:nvSpPr>
          <p:cNvPr id="9" name="Text Placeholder 8">
            <a:extLst>
              <a:ext uri="{FF2B5EF4-FFF2-40B4-BE49-F238E27FC236}">
                <a16:creationId xmlns:a16="http://schemas.microsoft.com/office/drawing/2014/main" id="{A574E095-5C65-9428-C2D2-CEE7834E19FC}"/>
              </a:ext>
            </a:extLst>
          </p:cNvPr>
          <p:cNvSpPr>
            <a:spLocks noGrp="1"/>
          </p:cNvSpPr>
          <p:nvPr>
            <p:ph type="body" sz="half" idx="2"/>
          </p:nvPr>
        </p:nvSpPr>
        <p:spPr>
          <a:xfrm>
            <a:off x="150813" y="1295400"/>
            <a:ext cx="6172200" cy="533400"/>
          </a:xfrm>
        </p:spPr>
        <p:txBody>
          <a:bodyPr>
            <a:normAutofit/>
          </a:bodyPr>
          <a:lstStyle/>
          <a:p>
            <a:r>
              <a:rPr lang="en-US" sz="2400" dirty="0" err="1"/>
              <a:t>Cấu</a:t>
            </a:r>
            <a:r>
              <a:rPr lang="en-US" sz="2400" dirty="0"/>
              <a:t> </a:t>
            </a:r>
            <a:r>
              <a:rPr lang="en-US" sz="2400" dirty="0" err="1"/>
              <a:t>trúc</a:t>
            </a:r>
            <a:r>
              <a:rPr lang="en-US" sz="2400" dirty="0"/>
              <a:t> </a:t>
            </a:r>
            <a:r>
              <a:rPr lang="en-US" sz="2400" dirty="0" err="1"/>
              <a:t>trang</a:t>
            </a:r>
            <a:r>
              <a:rPr lang="en-US" sz="2400" dirty="0"/>
              <a:t>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11" name="Table 10">
            <a:extLst>
              <a:ext uri="{FF2B5EF4-FFF2-40B4-BE49-F238E27FC236}">
                <a16:creationId xmlns:a16="http://schemas.microsoft.com/office/drawing/2014/main" id="{AC6D4F6C-1125-4B76-2CCB-80E771801AE4}"/>
              </a:ext>
            </a:extLst>
          </p:cNvPr>
          <p:cNvGraphicFramePr>
            <a:graphicFrameLocks noGrp="1"/>
          </p:cNvGraphicFramePr>
          <p:nvPr>
            <p:extLst>
              <p:ext uri="{D42A27DB-BD31-4B8C-83A1-F6EECF244321}">
                <p14:modId xmlns:p14="http://schemas.microsoft.com/office/powerpoint/2010/main" val="721286956"/>
              </p:ext>
            </p:extLst>
          </p:nvPr>
        </p:nvGraphicFramePr>
        <p:xfrm>
          <a:off x="150812" y="1828800"/>
          <a:ext cx="6095998" cy="4559568"/>
        </p:xfrm>
        <a:graphic>
          <a:graphicData uri="http://schemas.openxmlformats.org/drawingml/2006/table">
            <a:tbl>
              <a:tblPr firstRow="1" bandRow="1">
                <a:tableStyleId>{073A0DAA-6AF3-43AB-8588-CEC1D06C72B9}</a:tableStyleId>
              </a:tblPr>
              <a:tblGrid>
                <a:gridCol w="1053629">
                  <a:extLst>
                    <a:ext uri="{9D8B030D-6E8A-4147-A177-3AD203B41FA5}">
                      <a16:colId xmlns:a16="http://schemas.microsoft.com/office/drawing/2014/main" val="285875749"/>
                    </a:ext>
                  </a:extLst>
                </a:gridCol>
                <a:gridCol w="3213571">
                  <a:extLst>
                    <a:ext uri="{9D8B030D-6E8A-4147-A177-3AD203B41FA5}">
                      <a16:colId xmlns:a16="http://schemas.microsoft.com/office/drawing/2014/main" val="2882471911"/>
                    </a:ext>
                  </a:extLst>
                </a:gridCol>
                <a:gridCol w="1828798">
                  <a:extLst>
                    <a:ext uri="{9D8B030D-6E8A-4147-A177-3AD203B41FA5}">
                      <a16:colId xmlns:a16="http://schemas.microsoft.com/office/drawing/2014/main" val="3686659855"/>
                    </a:ext>
                  </a:extLst>
                </a:gridCol>
              </a:tblGrid>
              <a:tr h="401297">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560717">
                <a:tc>
                  <a:txBody>
                    <a:bodyPr/>
                    <a:lstStyle/>
                    <a:p>
                      <a:r>
                        <a:rPr lang="en-US" sz="1400" dirty="0"/>
                        <a:t>Thông tin </a:t>
                      </a:r>
                      <a:r>
                        <a:rPr lang="en-US" sz="1400" dirty="0" err="1"/>
                        <a:t>sản</a:t>
                      </a:r>
                      <a:r>
                        <a:rPr lang="en-US" sz="1400" dirty="0"/>
                        <a:t> </a:t>
                      </a:r>
                      <a:r>
                        <a:rPr lang="en-US" sz="1400" dirty="0" err="1"/>
                        <a:t>phẩm</a:t>
                      </a:r>
                      <a:endParaRPr lang="en-US" sz="14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Hiển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thị</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thông</a:t>
                      </a:r>
                      <a:r>
                        <a:rPr lang="en-US" sz="1400" b="0" kern="1200" dirty="0">
                          <a:solidFill>
                            <a:schemeClr val="bg1"/>
                          </a:solidFill>
                          <a:latin typeface="+mn-lt"/>
                          <a:ea typeface="+mn-ea"/>
                          <a:cs typeface="+mn-cs"/>
                        </a:rPr>
                        <a:t> tin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ảnh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tên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mô</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tả</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giá</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số</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lượng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đã</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bán</a:t>
                      </a:r>
                      <a:r>
                        <a:rPr lang="en-US" sz="1400" b="0" kern="1200" dirty="0">
                          <a:solidFill>
                            <a:schemeClr val="bg1"/>
                          </a:solidFill>
                          <a:latin typeface="+mn-lt"/>
                          <a:ea typeface="+mn-ea"/>
                          <a:cs typeface="+mn-cs"/>
                        </a:rPr>
                        <a:t>)</a:t>
                      </a:r>
                      <a:endParaRPr lang="vi-VN" sz="14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trang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ProductDetail.cshtml</a:t>
                      </a:r>
                      <a:endParaRPr lang="vi-VN" sz="14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1552586">
                <a:tc>
                  <a:txBody>
                    <a:bodyPr/>
                    <a:lstStyle/>
                    <a:p>
                      <a:r>
                        <a:rPr lang="en-US" sz="1400" dirty="0" err="1"/>
                        <a:t>Phần</a:t>
                      </a:r>
                      <a:r>
                        <a:rPr lang="en-US" sz="1400" dirty="0"/>
                        <a:t> </a:t>
                      </a:r>
                      <a:r>
                        <a:rPr lang="en-US" sz="1400" dirty="0" err="1"/>
                        <a:t>chọn</a:t>
                      </a:r>
                      <a:r>
                        <a:rPr lang="en-US" sz="1400" dirty="0"/>
                        <a:t> </a:t>
                      </a:r>
                      <a:r>
                        <a:rPr lang="en-US" sz="1400" dirty="0" err="1"/>
                        <a:t>mua</a:t>
                      </a:r>
                      <a:endParaRPr lang="en-US" sz="1400" dirty="0"/>
                    </a:p>
                  </a:txBody>
                  <a:tcPr/>
                </a:tc>
                <a:tc>
                  <a:txBody>
                    <a:bodyPr/>
                    <a:lstStyle/>
                    <a:p>
                      <a:r>
                        <a:rPr lang="en-US" sz="1400" dirty="0"/>
                        <a:t>Cho </a:t>
                      </a:r>
                      <a:r>
                        <a:rPr lang="en-US" sz="1400" dirty="0" err="1"/>
                        <a:t>phép</a:t>
                      </a:r>
                      <a:r>
                        <a:rPr lang="en-US" sz="1400" dirty="0"/>
                        <a:t> </a:t>
                      </a:r>
                      <a:r>
                        <a:rPr lang="en-US" sz="1400" dirty="0" err="1"/>
                        <a:t>người</a:t>
                      </a:r>
                      <a:r>
                        <a:rPr lang="en-US" sz="1400" dirty="0"/>
                        <a:t> </a:t>
                      </a:r>
                      <a:r>
                        <a:rPr lang="en-US" sz="1400" dirty="0" err="1"/>
                        <a:t>dùng</a:t>
                      </a:r>
                      <a:r>
                        <a:rPr lang="en-US" sz="1400" dirty="0"/>
                        <a:t> </a:t>
                      </a:r>
                      <a:r>
                        <a:rPr lang="en-US" sz="1400" dirty="0" err="1"/>
                        <a:t>lựa</a:t>
                      </a:r>
                      <a:r>
                        <a:rPr lang="en-US" sz="1400" dirty="0"/>
                        <a:t> </a:t>
                      </a:r>
                      <a:r>
                        <a:rPr lang="en-US" sz="1400" dirty="0" err="1"/>
                        <a:t>chọn</a:t>
                      </a:r>
                      <a:r>
                        <a:rPr lang="en-US" sz="1400" dirty="0"/>
                        <a:t> </a:t>
                      </a:r>
                      <a:r>
                        <a:rPr lang="en-US" sz="1400" dirty="0" err="1"/>
                        <a:t>số</a:t>
                      </a:r>
                      <a:r>
                        <a:rPr lang="en-US" sz="1400" dirty="0"/>
                        <a:t> </a:t>
                      </a:r>
                      <a:r>
                        <a:rPr lang="en-US" sz="1400" dirty="0" err="1"/>
                        <a:t>lượng</a:t>
                      </a:r>
                      <a:r>
                        <a:rPr lang="en-US" sz="1400" dirty="0"/>
                        <a:t> </a:t>
                      </a:r>
                      <a:r>
                        <a:rPr lang="en-US" sz="1400" dirty="0" err="1"/>
                        <a:t>và</a:t>
                      </a:r>
                      <a:r>
                        <a:rPr lang="en-US" sz="1400" dirty="0"/>
                        <a:t> </a:t>
                      </a:r>
                      <a:r>
                        <a:rPr lang="en-US" sz="1400" dirty="0" err="1"/>
                        <a:t>tạm</a:t>
                      </a:r>
                      <a:r>
                        <a:rPr lang="en-US" sz="1400" dirty="0"/>
                        <a:t> </a:t>
                      </a:r>
                      <a:r>
                        <a:rPr lang="en-US" sz="1400" dirty="0" err="1"/>
                        <a:t>tính</a:t>
                      </a:r>
                      <a:endParaRPr lang="en-US" sz="1400" dirty="0"/>
                    </a:p>
                    <a:p>
                      <a:r>
                        <a:rPr lang="en-US" sz="1400" dirty="0" err="1">
                          <a:highlight>
                            <a:srgbClr val="FFFF00"/>
                          </a:highlight>
                        </a:rPr>
                        <a:t>Kích</a:t>
                      </a:r>
                      <a:r>
                        <a:rPr lang="en-US" sz="1400" dirty="0">
                          <a:highlight>
                            <a:srgbClr val="FFFF00"/>
                          </a:highlight>
                        </a:rPr>
                        <a:t> </a:t>
                      </a:r>
                      <a:r>
                        <a:rPr lang="en-US" sz="1400" dirty="0" err="1">
                          <a:highlight>
                            <a:srgbClr val="FFFF00"/>
                          </a:highlight>
                        </a:rPr>
                        <a:t>nút</a:t>
                      </a:r>
                      <a:r>
                        <a:rPr lang="en-US" sz="1400" dirty="0">
                          <a:highlight>
                            <a:srgbClr val="FFFF00"/>
                          </a:highlight>
                        </a:rPr>
                        <a:t> </a:t>
                      </a:r>
                      <a:r>
                        <a:rPr lang="en-US" sz="1400" dirty="0" err="1">
                          <a:highlight>
                            <a:srgbClr val="FFFF00"/>
                          </a:highlight>
                        </a:rPr>
                        <a:t>Thêm</a:t>
                      </a:r>
                      <a:r>
                        <a:rPr lang="en-US" sz="1400" dirty="0">
                          <a:highlight>
                            <a:srgbClr val="FFFF00"/>
                          </a:highlight>
                        </a:rPr>
                        <a:t> </a:t>
                      </a:r>
                      <a:r>
                        <a:rPr lang="en-US" sz="1400" dirty="0" err="1">
                          <a:highlight>
                            <a:srgbClr val="FFFF00"/>
                          </a:highlight>
                        </a:rPr>
                        <a:t>vào</a:t>
                      </a:r>
                      <a:r>
                        <a:rPr lang="en-US" sz="1400" dirty="0">
                          <a:highlight>
                            <a:srgbClr val="FFFF00"/>
                          </a:highlight>
                        </a:rPr>
                        <a:t> </a:t>
                      </a:r>
                      <a:r>
                        <a:rPr lang="en-US" sz="1400" dirty="0" err="1">
                          <a:highlight>
                            <a:srgbClr val="FFFF00"/>
                          </a:highlight>
                        </a:rPr>
                        <a:t>giỏ</a:t>
                      </a:r>
                      <a:r>
                        <a:rPr lang="en-US" sz="1400" dirty="0"/>
                        <a:t>: </a:t>
                      </a:r>
                      <a:r>
                        <a:rPr lang="en-US" sz="1400" dirty="0" err="1"/>
                        <a:t>thêm</a:t>
                      </a:r>
                      <a:r>
                        <a:rPr lang="en-US" sz="1400" dirty="0"/>
                        <a:t> </a:t>
                      </a:r>
                      <a:r>
                        <a:rPr lang="en-US" sz="1400" dirty="0" err="1"/>
                        <a:t>sản</a:t>
                      </a:r>
                      <a:r>
                        <a:rPr lang="en-US" sz="1400" dirty="0"/>
                        <a:t> </a:t>
                      </a:r>
                      <a:r>
                        <a:rPr lang="en-US" sz="1400" dirty="0" err="1"/>
                        <a:t>phẩm</a:t>
                      </a:r>
                      <a:r>
                        <a:rPr lang="en-US" sz="1400" dirty="0"/>
                        <a:t> </a:t>
                      </a:r>
                      <a:r>
                        <a:rPr lang="en-US" sz="1400" dirty="0" err="1"/>
                        <a:t>vào</a:t>
                      </a:r>
                      <a:r>
                        <a:rPr lang="en-US" sz="1400" dirty="0"/>
                        <a:t> </a:t>
                      </a:r>
                      <a:r>
                        <a:rPr lang="en-US" sz="1400" dirty="0" err="1"/>
                        <a:t>Giỏ</a:t>
                      </a:r>
                      <a:r>
                        <a:rPr lang="en-US" sz="1400" dirty="0"/>
                        <a:t> </a:t>
                      </a:r>
                      <a:r>
                        <a:rPr lang="en-US" sz="1400" dirty="0" err="1"/>
                        <a:t>hàng</a:t>
                      </a:r>
                      <a:r>
                        <a:rPr lang="en-US" sz="1400" dirty="0"/>
                        <a:t>. </a:t>
                      </a:r>
                    </a:p>
                    <a:p>
                      <a:r>
                        <a:rPr lang="en-US" sz="1400" dirty="0" err="1">
                          <a:highlight>
                            <a:srgbClr val="FFFF00"/>
                          </a:highlight>
                        </a:rPr>
                        <a:t>Nhấn</a:t>
                      </a:r>
                      <a:r>
                        <a:rPr lang="en-US" sz="1400" dirty="0">
                          <a:highlight>
                            <a:srgbClr val="FFFF00"/>
                          </a:highlight>
                        </a:rPr>
                        <a:t> </a:t>
                      </a:r>
                      <a:r>
                        <a:rPr lang="en-US" sz="1400" dirty="0" err="1">
                          <a:highlight>
                            <a:srgbClr val="FFFF00"/>
                          </a:highlight>
                        </a:rPr>
                        <a:t>biểu</a:t>
                      </a:r>
                      <a:r>
                        <a:rPr lang="en-US" sz="1400" dirty="0">
                          <a:highlight>
                            <a:srgbClr val="FFFF00"/>
                          </a:highlight>
                        </a:rPr>
                        <a:t> </a:t>
                      </a:r>
                      <a:r>
                        <a:rPr lang="en-US" sz="1400" dirty="0" err="1">
                          <a:highlight>
                            <a:srgbClr val="FFFF00"/>
                          </a:highlight>
                        </a:rPr>
                        <a:t>tượng</a:t>
                      </a:r>
                      <a:r>
                        <a:rPr lang="en-US" sz="1400" dirty="0">
                          <a:highlight>
                            <a:srgbClr val="FFFF00"/>
                          </a:highlight>
                        </a:rPr>
                        <a:t> </a:t>
                      </a:r>
                      <a:r>
                        <a:rPr lang="en-US" sz="1400" dirty="0" err="1">
                          <a:highlight>
                            <a:srgbClr val="FFFF00"/>
                          </a:highlight>
                        </a:rPr>
                        <a:t>giỏ</a:t>
                      </a:r>
                      <a:r>
                        <a:rPr lang="en-US" sz="1400" dirty="0">
                          <a:highlight>
                            <a:srgbClr val="FFFF00"/>
                          </a:highlight>
                        </a:rPr>
                        <a:t> </a:t>
                      </a:r>
                      <a:r>
                        <a:rPr lang="en-US" sz="1400" dirty="0" err="1">
                          <a:highlight>
                            <a:srgbClr val="FFFF00"/>
                          </a:highlight>
                        </a:rPr>
                        <a:t>hàng</a:t>
                      </a:r>
                      <a:r>
                        <a:rPr lang="en-US" sz="1400" dirty="0">
                          <a:highlight>
                            <a:srgbClr val="FFFF00"/>
                          </a:highlight>
                        </a:rPr>
                        <a:t> </a:t>
                      </a:r>
                      <a:r>
                        <a:rPr lang="en-US" sz="1400" dirty="0" err="1">
                          <a:highlight>
                            <a:srgbClr val="FFFF00"/>
                          </a:highlight>
                        </a:rPr>
                        <a:t>trên</a:t>
                      </a:r>
                      <a:r>
                        <a:rPr lang="en-US" sz="1400" dirty="0">
                          <a:highlight>
                            <a:srgbClr val="FFFF00"/>
                          </a:highlight>
                        </a:rPr>
                        <a:t> menu</a:t>
                      </a:r>
                      <a:r>
                        <a:rPr lang="en-US" sz="1400" dirty="0"/>
                        <a:t>: </a:t>
                      </a:r>
                      <a:r>
                        <a:rPr lang="en-US" sz="1400" dirty="0" err="1"/>
                        <a:t>chuyển</a:t>
                      </a:r>
                      <a:r>
                        <a:rPr lang="en-US" sz="1400" dirty="0"/>
                        <a:t> qua </a:t>
                      </a:r>
                      <a:r>
                        <a:rPr lang="en-US" sz="1400" dirty="0" err="1"/>
                        <a:t>trang</a:t>
                      </a:r>
                      <a:r>
                        <a:rPr lang="en-US" sz="1400" dirty="0"/>
                        <a:t> </a:t>
                      </a:r>
                      <a:r>
                        <a:rPr lang="en-US" sz="1400" dirty="0" err="1"/>
                        <a:t>Giỏ</a:t>
                      </a:r>
                      <a:r>
                        <a:rPr lang="en-US" sz="1400" dirty="0"/>
                        <a:t> </a:t>
                      </a:r>
                      <a:r>
                        <a:rPr lang="en-US" sz="1400" dirty="0" err="1"/>
                        <a:t>hàng</a:t>
                      </a:r>
                      <a:endParaRPr lang="en-US" sz="14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trang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ProductDetail.cshtml</a:t>
                      </a:r>
                      <a:endParaRPr lang="vi-VN" sz="1400" b="0" kern="1200" dirty="0">
                        <a:solidFill>
                          <a:schemeClr val="bg1"/>
                        </a:solidFill>
                        <a:latin typeface="+mn-lt"/>
                        <a:ea typeface="+mn-ea"/>
                        <a:cs typeface="+mn-cs"/>
                      </a:endParaRPr>
                    </a:p>
                  </a:txBody>
                  <a:tcPr/>
                </a:tc>
                <a:extLst>
                  <a:ext uri="{0D108BD9-81ED-4DB2-BD59-A6C34878D82A}">
                    <a16:rowId xmlns:a16="http://schemas.microsoft.com/office/drawing/2014/main" val="1611195140"/>
                  </a:ext>
                </a:extLst>
              </a:tr>
              <a:tr h="1022484">
                <a:tc>
                  <a:txBody>
                    <a:bodyPr/>
                    <a:lstStyle/>
                    <a:p>
                      <a:r>
                        <a:rPr lang="en-US" sz="1400" dirty="0" err="1"/>
                        <a:t>Sản</a:t>
                      </a:r>
                      <a:r>
                        <a:rPr lang="en-US" sz="1400" dirty="0"/>
                        <a:t> </a:t>
                      </a:r>
                      <a:r>
                        <a:rPr lang="en-US" sz="1400" dirty="0" err="1"/>
                        <a:t>phảm</a:t>
                      </a:r>
                      <a:r>
                        <a:rPr lang="en-US" sz="1400" dirty="0"/>
                        <a:t> </a:t>
                      </a:r>
                      <a:r>
                        <a:rPr lang="en-US" sz="1400" dirty="0" err="1"/>
                        <a:t>tương</a:t>
                      </a:r>
                      <a:r>
                        <a:rPr lang="en-US" sz="1400" dirty="0"/>
                        <a:t> </a:t>
                      </a:r>
                      <a:r>
                        <a:rPr lang="en-US" sz="1400" dirty="0" err="1"/>
                        <a:t>tự</a:t>
                      </a:r>
                      <a:endParaRPr lang="en-US" sz="14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400" dirty="0" err="1"/>
                        <a:t>Hiển</a:t>
                      </a:r>
                      <a:r>
                        <a:rPr lang="en-US" sz="1400" dirty="0"/>
                        <a:t> </a:t>
                      </a:r>
                      <a:r>
                        <a:rPr lang="en-US" sz="1400" dirty="0" err="1"/>
                        <a:t>thị</a:t>
                      </a:r>
                      <a:r>
                        <a:rPr lang="en-US" sz="1400" dirty="0"/>
                        <a:t> </a:t>
                      </a:r>
                      <a:r>
                        <a:rPr lang="en-US" sz="1400" dirty="0" err="1"/>
                        <a:t>danh</a:t>
                      </a:r>
                      <a:r>
                        <a:rPr lang="en-US" sz="1400" dirty="0"/>
                        <a:t> </a:t>
                      </a:r>
                      <a:r>
                        <a:rPr lang="en-US" sz="1400" dirty="0" err="1"/>
                        <a:t>sách</a:t>
                      </a:r>
                      <a:r>
                        <a:rPr lang="en-US" sz="1400" dirty="0"/>
                        <a:t> </a:t>
                      </a:r>
                      <a:r>
                        <a:rPr lang="en-US" sz="1400" dirty="0" err="1"/>
                        <a:t>các</a:t>
                      </a:r>
                      <a:r>
                        <a:rPr lang="en-US" sz="1400" dirty="0"/>
                        <a:t> </a:t>
                      </a:r>
                      <a:r>
                        <a:rPr lang="en-US" sz="1400" dirty="0" err="1"/>
                        <a:t>sản</a:t>
                      </a:r>
                      <a:r>
                        <a:rPr lang="en-US" sz="1400" dirty="0"/>
                        <a:t> </a:t>
                      </a:r>
                      <a:r>
                        <a:rPr lang="en-US" sz="1400" dirty="0" err="1"/>
                        <a:t>phẩm</a:t>
                      </a:r>
                      <a:r>
                        <a:rPr lang="en-US" sz="1400" dirty="0"/>
                        <a:t> cũng </a:t>
                      </a:r>
                      <a:r>
                        <a:rPr lang="en-US" sz="1400" dirty="0" err="1"/>
                        <a:t>chủng</a:t>
                      </a:r>
                      <a:r>
                        <a:rPr lang="en-US" sz="1400" dirty="0"/>
                        <a:t> </a:t>
                      </a:r>
                      <a:r>
                        <a:rPr lang="en-US" sz="1400" dirty="0" err="1"/>
                        <a:t>loại</a:t>
                      </a:r>
                      <a:r>
                        <a:rPr lang="en-US" sz="1400" dirty="0"/>
                        <a:t>, </a:t>
                      </a:r>
                      <a:r>
                        <a:rPr lang="en-US" sz="1400" dirty="0" err="1"/>
                        <a:t>hiển</a:t>
                      </a:r>
                      <a:r>
                        <a:rPr lang="en-US" sz="1400" dirty="0"/>
                        <a:t> </a:t>
                      </a:r>
                      <a:r>
                        <a:rPr lang="en-US" sz="1400" dirty="0" err="1"/>
                        <a:t>thị</a:t>
                      </a:r>
                      <a:r>
                        <a:rPr lang="en-US" sz="1400" dirty="0"/>
                        <a:t> </a:t>
                      </a:r>
                      <a:r>
                        <a:rPr lang="en-US" sz="1400" dirty="0" err="1"/>
                        <a:t>dưới</a:t>
                      </a:r>
                      <a:r>
                        <a:rPr lang="en-US" sz="1400" dirty="0"/>
                        <a:t> </a:t>
                      </a:r>
                      <a:r>
                        <a:rPr lang="en-US" sz="1400" dirty="0" err="1"/>
                        <a:t>dạng</a:t>
                      </a:r>
                      <a:r>
                        <a:rPr lang="en-US" sz="1400" dirty="0"/>
                        <a:t> slider (</a:t>
                      </a:r>
                      <a:r>
                        <a:rPr lang="en-US" sz="1400" dirty="0" err="1"/>
                        <a:t>giống</a:t>
                      </a:r>
                      <a:r>
                        <a:rPr lang="en-US" sz="1400" dirty="0"/>
                        <a:t> </a:t>
                      </a:r>
                      <a:r>
                        <a:rPr lang="en-US" sz="1400" dirty="0" err="1"/>
                        <a:t>phần</a:t>
                      </a:r>
                      <a:r>
                        <a:rPr lang="en-US" sz="1400" dirty="0"/>
                        <a:t> </a:t>
                      </a:r>
                      <a:r>
                        <a:rPr lang="en-US" sz="1400" dirty="0" err="1"/>
                        <a:t>Sản</a:t>
                      </a:r>
                      <a:r>
                        <a:rPr lang="en-US" sz="1400" dirty="0"/>
                        <a:t> </a:t>
                      </a:r>
                      <a:r>
                        <a:rPr lang="en-US" sz="1400" dirty="0" err="1"/>
                        <a:t>phẩm</a:t>
                      </a:r>
                      <a:r>
                        <a:rPr lang="en-US" sz="1400" dirty="0"/>
                        <a:t> </a:t>
                      </a:r>
                      <a:r>
                        <a:rPr lang="en-US" sz="1400" dirty="0" err="1"/>
                        <a:t>nổi</a:t>
                      </a:r>
                      <a:r>
                        <a:rPr lang="en-US" sz="1400" dirty="0"/>
                        <a:t> </a:t>
                      </a:r>
                      <a:r>
                        <a:rPr lang="en-US" sz="1400" dirty="0" err="1"/>
                        <a:t>bật</a:t>
                      </a:r>
                      <a:r>
                        <a:rPr lang="en-US" sz="1400" dirty="0"/>
                        <a:t> </a:t>
                      </a:r>
                      <a:r>
                        <a:rPr lang="en-US" sz="1400" dirty="0" err="1"/>
                        <a:t>của</a:t>
                      </a:r>
                      <a:r>
                        <a:rPr lang="en-US" sz="1400" dirty="0"/>
                        <a:t> </a:t>
                      </a:r>
                      <a:r>
                        <a:rPr lang="en-US" sz="1400" dirty="0" err="1"/>
                        <a:t>trang</a:t>
                      </a:r>
                      <a:r>
                        <a:rPr lang="en-US" sz="1400" dirty="0"/>
                        <a:t> Home)</a:t>
                      </a:r>
                    </a:p>
                  </a:txBody>
                  <a:tcPr/>
                </a:tc>
                <a:tc>
                  <a:txBody>
                    <a:bodyPr/>
                    <a:lstStyle/>
                    <a:p>
                      <a:r>
                        <a:rPr lang="en-US" sz="1400" dirty="0" err="1"/>
                        <a:t>Tách</a:t>
                      </a:r>
                      <a:r>
                        <a:rPr lang="en-US" sz="1400" dirty="0"/>
                        <a:t> </a:t>
                      </a:r>
                      <a:r>
                        <a:rPr lang="en-US" sz="1400" dirty="0" err="1"/>
                        <a:t>thành</a:t>
                      </a:r>
                      <a:r>
                        <a:rPr lang="en-US" sz="1400" dirty="0"/>
                        <a:t> Partial View</a:t>
                      </a:r>
                    </a:p>
                  </a:txBody>
                  <a:tcPr/>
                </a:tc>
                <a:extLst>
                  <a:ext uri="{0D108BD9-81ED-4DB2-BD59-A6C34878D82A}">
                    <a16:rowId xmlns:a16="http://schemas.microsoft.com/office/drawing/2014/main" val="503317695"/>
                  </a:ext>
                </a:extLst>
              </a:tr>
              <a:tr h="1022484">
                <a:tc>
                  <a:txBody>
                    <a:bodyPr/>
                    <a:lstStyle/>
                    <a:p>
                      <a:r>
                        <a:rPr lang="en-US" sz="1400" dirty="0"/>
                        <a:t>Top Deals</a:t>
                      </a:r>
                    </a:p>
                  </a:txBody>
                  <a:tcPr/>
                </a:tc>
                <a:tc>
                  <a:txBody>
                    <a:bodyPr/>
                    <a:lstStyle/>
                    <a:p>
                      <a:r>
                        <a:rPr lang="en-US" sz="1400" dirty="0" err="1"/>
                        <a:t>Hiển</a:t>
                      </a:r>
                      <a:r>
                        <a:rPr lang="en-US" sz="1400" dirty="0"/>
                        <a:t> </a:t>
                      </a:r>
                      <a:r>
                        <a:rPr lang="en-US" sz="1400" dirty="0" err="1"/>
                        <a:t>thị</a:t>
                      </a:r>
                      <a:r>
                        <a:rPr lang="en-US" sz="1400" dirty="0"/>
                        <a:t> </a:t>
                      </a:r>
                      <a:r>
                        <a:rPr lang="en-US" sz="1400" dirty="0" err="1"/>
                        <a:t>danh</a:t>
                      </a:r>
                      <a:r>
                        <a:rPr lang="en-US" sz="1400" dirty="0"/>
                        <a:t> </a:t>
                      </a:r>
                      <a:r>
                        <a:rPr lang="en-US" sz="1400" dirty="0" err="1"/>
                        <a:t>sách</a:t>
                      </a:r>
                      <a:r>
                        <a:rPr lang="en-US" sz="1400" dirty="0"/>
                        <a:t> </a:t>
                      </a:r>
                      <a:r>
                        <a:rPr lang="en-US" sz="1400" dirty="0" err="1"/>
                        <a:t>các</a:t>
                      </a:r>
                      <a:r>
                        <a:rPr lang="en-US" sz="1400" dirty="0"/>
                        <a:t> </a:t>
                      </a:r>
                      <a:r>
                        <a:rPr lang="en-US" sz="1400" dirty="0" err="1"/>
                        <a:t>sản</a:t>
                      </a:r>
                      <a:r>
                        <a:rPr lang="en-US" sz="1400" dirty="0"/>
                        <a:t> </a:t>
                      </a:r>
                      <a:r>
                        <a:rPr lang="en-US" sz="1400" dirty="0" err="1"/>
                        <a:t>phẩm</a:t>
                      </a:r>
                      <a:r>
                        <a:rPr lang="en-US" sz="1400" dirty="0"/>
                        <a:t> </a:t>
                      </a:r>
                      <a:r>
                        <a:rPr lang="en-US" sz="1400" dirty="0" err="1"/>
                        <a:t>bán</a:t>
                      </a:r>
                      <a:r>
                        <a:rPr lang="en-US" sz="1400" dirty="0"/>
                        <a:t> </a:t>
                      </a:r>
                      <a:r>
                        <a:rPr lang="en-US" sz="1400" dirty="0" err="1"/>
                        <a:t>chạy</a:t>
                      </a:r>
                      <a:r>
                        <a:rPr lang="en-US" sz="1400" dirty="0"/>
                        <a:t> </a:t>
                      </a:r>
                      <a:r>
                        <a:rPr lang="en-US" sz="1400" dirty="0" err="1"/>
                        <a:t>nhất</a:t>
                      </a:r>
                      <a:r>
                        <a:rPr lang="en-US" sz="1400" dirty="0"/>
                        <a:t>, </a:t>
                      </a:r>
                      <a:r>
                        <a:rPr lang="en-US" sz="1400" dirty="0" err="1"/>
                        <a:t>phân</a:t>
                      </a:r>
                      <a:r>
                        <a:rPr lang="en-US" sz="1400" dirty="0"/>
                        <a:t> </a:t>
                      </a:r>
                      <a:r>
                        <a:rPr lang="en-US" sz="1400" dirty="0" err="1"/>
                        <a:t>trang</a:t>
                      </a:r>
                      <a:r>
                        <a:rPr lang="en-US" sz="1400" dirty="0"/>
                        <a:t> 3 </a:t>
                      </a:r>
                      <a:r>
                        <a:rPr lang="en-US" sz="1400" dirty="0" err="1"/>
                        <a:t>sản</a:t>
                      </a:r>
                      <a:r>
                        <a:rPr lang="en-US" sz="1400" dirty="0"/>
                        <a:t> </a:t>
                      </a:r>
                      <a:r>
                        <a:rPr lang="en-US" sz="1400" dirty="0" err="1"/>
                        <a:t>phẩm</a:t>
                      </a:r>
                      <a:r>
                        <a:rPr lang="en-US" sz="1400" dirty="0"/>
                        <a:t>/</a:t>
                      </a:r>
                      <a:r>
                        <a:rPr lang="en-US" sz="1400" dirty="0" err="1"/>
                        <a:t>trang</a:t>
                      </a:r>
                      <a:r>
                        <a:rPr lang="en-US" sz="1400" dirty="0"/>
                        <a:t> (</a:t>
                      </a:r>
                      <a:r>
                        <a:rPr lang="en-US" sz="1400" dirty="0" err="1"/>
                        <a:t>giống</a:t>
                      </a:r>
                      <a:r>
                        <a:rPr lang="en-US" sz="1400" dirty="0"/>
                        <a:t> </a:t>
                      </a:r>
                      <a:r>
                        <a:rPr lang="en-US" sz="1400" dirty="0" err="1"/>
                        <a:t>phần</a:t>
                      </a:r>
                      <a:r>
                        <a:rPr lang="en-US" sz="1400" dirty="0"/>
                        <a:t> </a:t>
                      </a:r>
                      <a:r>
                        <a:rPr lang="en-US" sz="1400" dirty="0" err="1"/>
                        <a:t>Sản</a:t>
                      </a:r>
                      <a:r>
                        <a:rPr lang="en-US" sz="1400" dirty="0"/>
                        <a:t> </a:t>
                      </a:r>
                      <a:r>
                        <a:rPr lang="en-US" sz="1400" dirty="0" err="1"/>
                        <a:t>phẩm</a:t>
                      </a:r>
                      <a:r>
                        <a:rPr lang="en-US" sz="1400" dirty="0"/>
                        <a:t> </a:t>
                      </a:r>
                      <a:r>
                        <a:rPr lang="en-US" sz="1400" dirty="0" err="1"/>
                        <a:t>mới</a:t>
                      </a:r>
                      <a:r>
                        <a:rPr lang="en-US" sz="1400" dirty="0"/>
                        <a:t> </a:t>
                      </a:r>
                      <a:r>
                        <a:rPr lang="en-US" sz="1400" dirty="0" err="1"/>
                        <a:t>của</a:t>
                      </a:r>
                      <a:r>
                        <a:rPr lang="en-US" sz="1400" dirty="0"/>
                        <a:t> </a:t>
                      </a:r>
                      <a:r>
                        <a:rPr lang="en-US" sz="1400" dirty="0" err="1"/>
                        <a:t>trang</a:t>
                      </a:r>
                      <a:r>
                        <a:rPr lang="en-US" sz="1400" dirty="0"/>
                        <a:t> Home)</a:t>
                      </a:r>
                    </a:p>
                  </a:txBody>
                  <a:tcPr/>
                </a:tc>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400" dirty="0" err="1"/>
                        <a:t>Tách</a:t>
                      </a:r>
                      <a:r>
                        <a:rPr lang="en-US" sz="1400" dirty="0"/>
                        <a:t> </a:t>
                      </a:r>
                      <a:r>
                        <a:rPr lang="en-US" sz="1400" dirty="0" err="1"/>
                        <a:t>thành</a:t>
                      </a:r>
                      <a:r>
                        <a:rPr lang="en-US" sz="1400" dirty="0"/>
                        <a:t> Partial View</a:t>
                      </a:r>
                    </a:p>
                  </a:txBody>
                  <a:tcPr/>
                </a:tc>
                <a:extLst>
                  <a:ext uri="{0D108BD9-81ED-4DB2-BD59-A6C34878D82A}">
                    <a16:rowId xmlns:a16="http://schemas.microsoft.com/office/drawing/2014/main" val="930952482"/>
                  </a:ext>
                </a:extLst>
              </a:tr>
            </a:tbl>
          </a:graphicData>
        </a:graphic>
      </p:graphicFrame>
      <p:pic>
        <p:nvPicPr>
          <p:cNvPr id="6" name="Picture 5">
            <a:extLst>
              <a:ext uri="{FF2B5EF4-FFF2-40B4-BE49-F238E27FC236}">
                <a16:creationId xmlns:a16="http://schemas.microsoft.com/office/drawing/2014/main" id="{DDF2D031-A3CA-59BB-02F9-038FFB7AFE74}"/>
              </a:ext>
            </a:extLst>
          </p:cNvPr>
          <p:cNvPicPr>
            <a:picLocks noChangeAspect="1"/>
          </p:cNvPicPr>
          <p:nvPr/>
        </p:nvPicPr>
        <p:blipFill>
          <a:blip r:embed="rId3"/>
          <a:stretch>
            <a:fillRect/>
          </a:stretch>
        </p:blipFill>
        <p:spPr>
          <a:xfrm>
            <a:off x="6435206" y="0"/>
            <a:ext cx="5755206" cy="6858000"/>
          </a:xfrm>
          <a:prstGeom prst="rect">
            <a:avLst/>
          </a:prstGeom>
        </p:spPr>
      </p:pic>
    </p:spTree>
    <p:extLst>
      <p:ext uri="{BB962C8B-B14F-4D97-AF65-F5344CB8AC3E}">
        <p14:creationId xmlns:p14="http://schemas.microsoft.com/office/powerpoint/2010/main" val="2052788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946149"/>
          </a:xfrm>
        </p:spPr>
        <p:txBody>
          <a:bodyPr>
            <a:noAutofit/>
          </a:bodyPr>
          <a:lstStyle/>
          <a:p>
            <a:r>
              <a:rPr lang="en-US" sz="3600" dirty="0"/>
              <a:t>2.2. Trang Chi </a:t>
            </a:r>
            <a:r>
              <a:rPr lang="en-US" sz="3600" dirty="0" err="1"/>
              <a:t>tiết</a:t>
            </a:r>
            <a:r>
              <a:rPr lang="en-US" sz="3600" dirty="0"/>
              <a:t> </a:t>
            </a:r>
            <a:r>
              <a:rPr lang="en-US" sz="3600" dirty="0" err="1"/>
              <a:t>sản</a:t>
            </a:r>
            <a:r>
              <a:rPr lang="en-US" sz="3600" dirty="0"/>
              <a:t> </a:t>
            </a:r>
            <a:r>
              <a:rPr lang="en-US" sz="3600" dirty="0" err="1"/>
              <a:t>phẩm</a:t>
            </a:r>
            <a:r>
              <a:rPr lang="en-US" sz="3600" dirty="0"/>
              <a:t> - </a:t>
            </a:r>
            <a:r>
              <a:rPr lang="en-US" sz="2800" dirty="0"/>
              <a:t>Model</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3289900688"/>
              </p:ext>
            </p:extLst>
          </p:nvPr>
        </p:nvGraphicFramePr>
        <p:xfrm>
          <a:off x="150812" y="1633120"/>
          <a:ext cx="3505200" cy="4800600"/>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3746387964"/>
                    </a:ext>
                  </a:extLst>
                </a:gridCol>
              </a:tblGrid>
              <a:tr h="457200">
                <a:tc>
                  <a:txBody>
                    <a:bodyPr/>
                    <a:lstStyle/>
                    <a:p>
                      <a:r>
                        <a:rPr lang="en-US" dirty="0"/>
                        <a:t>Model</a:t>
                      </a:r>
                    </a:p>
                  </a:txBody>
                  <a:tcPr/>
                </a:tc>
                <a:extLst>
                  <a:ext uri="{0D108BD9-81ED-4DB2-BD59-A6C34878D82A}">
                    <a16:rowId xmlns:a16="http://schemas.microsoft.com/office/drawing/2014/main" val="2981023087"/>
                  </a:ext>
                </a:extLst>
              </a:tr>
              <a:tr h="4343400">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Tạo</a:t>
                      </a:r>
                      <a:r>
                        <a:rPr lang="en-US" sz="1400" b="0" kern="1200" dirty="0">
                          <a:solidFill>
                            <a:schemeClr val="bg1"/>
                          </a:solidFill>
                          <a:latin typeface="+mn-lt"/>
                          <a:ea typeface="+mn-ea"/>
                          <a:cs typeface="+mn-cs"/>
                        </a:rPr>
                        <a:t> View Model </a:t>
                      </a:r>
                      <a:r>
                        <a:rPr lang="en-US" sz="1400" b="0" kern="1200" dirty="0" err="1">
                          <a:solidFill>
                            <a:schemeClr val="bg1"/>
                          </a:solidFill>
                          <a:latin typeface="+mn-lt"/>
                          <a:ea typeface="+mn-ea"/>
                          <a:cs typeface="+mn-cs"/>
                        </a:rPr>
                        <a:t>đặt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tên</a:t>
                      </a:r>
                      <a:r>
                        <a:rPr lang="en-US" sz="1400" b="0" kern="1200" dirty="0">
                          <a:solidFill>
                            <a:schemeClr val="bg1"/>
                          </a:solidFill>
                          <a:latin typeface="+mn-lt"/>
                          <a:ea typeface="+mn-ea"/>
                          <a:cs typeface="+mn-cs"/>
                        </a:rPr>
                        <a:t> </a:t>
                      </a:r>
                      <a:r>
                        <a:rPr lang="en-US" sz="1400" b="1" kern="1200" dirty="0" err="1">
                          <a:solidFill>
                            <a:schemeClr val="bg1"/>
                          </a:solidFill>
                          <a:highlight>
                            <a:srgbClr val="FFFF00"/>
                          </a:highlight>
                          <a:latin typeface="+mn-lt"/>
                          <a:ea typeface="+mn-ea"/>
                          <a:cs typeface="+mn-cs"/>
                        </a:rPr>
                        <a:t>ProductDetailVM.cs</a:t>
                      </a:r>
                      <a:r>
                        <a:rPr lang="en-US" sz="1400" b="1" kern="1200" dirty="0">
                          <a:solidFill>
                            <a:schemeClr val="bg1"/>
                          </a:solidFill>
                          <a:highlight>
                            <a:srgbClr val="FFFF00"/>
                          </a:highlight>
                          <a:latin typeface="+mn-lt"/>
                          <a:ea typeface="+mn-ea"/>
                          <a:cs typeface="+mn-cs"/>
                        </a:rPr>
                        <a:t>,</a:t>
                      </a:r>
                      <a:r>
                        <a:rPr lang="en-US" sz="1400" b="1"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đó</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có</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chứa</a:t>
                      </a:r>
                      <a:r>
                        <a:rPr lang="en-US" sz="1400" b="0" kern="1200" dirty="0">
                          <a:solidFill>
                            <a:schemeClr val="bg1"/>
                          </a:solidFill>
                          <a:latin typeface="+mn-lt"/>
                          <a:ea typeface="+mn-ea"/>
                          <a:cs typeface="+mn-cs"/>
                        </a:rPr>
                        <a:t> 02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a:solidFill>
                            <a:schemeClr val="bg1"/>
                          </a:solidFill>
                          <a:highlight>
                            <a:srgbClr val="FFFF00"/>
                          </a:highlight>
                          <a:latin typeface="+mn-lt"/>
                          <a:ea typeface="+mn-ea"/>
                          <a:cs typeface="+mn-cs"/>
                        </a:rPr>
                        <a:t>List&lt;Product&gt; </a:t>
                      </a:r>
                      <a:r>
                        <a:rPr lang="en-US" sz="1400" b="1" kern="1200" dirty="0" err="1">
                          <a:solidFill>
                            <a:schemeClr val="bg1"/>
                          </a:solidFill>
                          <a:highlight>
                            <a:srgbClr val="FFFF00"/>
                          </a:highlight>
                          <a:latin typeface="+mn-lt"/>
                          <a:ea typeface="+mn-ea"/>
                          <a:cs typeface="+mn-cs"/>
                        </a:rPr>
                        <a:t>RelatedProducts</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 8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cùng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mục</a:t>
                      </a:r>
                      <a:endParaRPr lang="en-US" sz="14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a:solidFill>
                            <a:schemeClr val="bg1"/>
                          </a:solidFill>
                          <a:highlight>
                            <a:srgbClr val="FFFF00"/>
                          </a:highlight>
                          <a:latin typeface="+mn-lt"/>
                          <a:ea typeface="+mn-ea"/>
                          <a:cs typeface="+mn-cs"/>
                        </a:rPr>
                        <a:t>List&lt;Product&gt; </a:t>
                      </a:r>
                      <a:r>
                        <a:rPr lang="en-US" sz="1400" b="1" kern="1200" dirty="0" err="1">
                          <a:solidFill>
                            <a:schemeClr val="bg1"/>
                          </a:solidFill>
                          <a:highlight>
                            <a:srgbClr val="FFFF00"/>
                          </a:highlight>
                          <a:latin typeface="+mn-lt"/>
                          <a:ea typeface="+mn-ea"/>
                          <a:cs typeface="+mn-cs"/>
                        </a:rPr>
                        <a:t>TopProducts</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 8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bán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chạy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nhất</a:t>
                      </a:r>
                      <a:r>
                        <a:rPr lang="en-US" sz="1400" b="0" kern="1200" dirty="0">
                          <a:solidFill>
                            <a:schemeClr val="bg1"/>
                          </a:solidFill>
                          <a:latin typeface="+mn-lt"/>
                          <a:ea typeface="+mn-ea"/>
                          <a:cs typeface="+mn-cs"/>
                        </a:rPr>
                        <a:t> cũng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mục</a:t>
                      </a:r>
                      <a:endParaRPr lang="en-US" sz="14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7D4B2A5E-12CB-BF9C-4A39-06996DCBF03E}"/>
              </a:ext>
            </a:extLst>
          </p:cNvPr>
          <p:cNvPicPr>
            <a:picLocks noChangeAspect="1"/>
          </p:cNvPicPr>
          <p:nvPr/>
        </p:nvPicPr>
        <p:blipFill>
          <a:blip r:embed="rId2"/>
          <a:stretch>
            <a:fillRect/>
          </a:stretch>
        </p:blipFill>
        <p:spPr>
          <a:xfrm>
            <a:off x="4418013" y="1633120"/>
            <a:ext cx="6934714" cy="4800600"/>
          </a:xfrm>
          <a:prstGeom prst="rect">
            <a:avLst/>
          </a:prstGeom>
        </p:spPr>
      </p:pic>
    </p:spTree>
    <p:extLst>
      <p:ext uri="{BB962C8B-B14F-4D97-AF65-F5344CB8AC3E}">
        <p14:creationId xmlns:p14="http://schemas.microsoft.com/office/powerpoint/2010/main" val="1869111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9372600" cy="1005455"/>
          </a:xfrm>
        </p:spPr>
        <p:txBody>
          <a:bodyPr>
            <a:noAutofit/>
          </a:bodyPr>
          <a:lstStyle/>
          <a:p>
            <a:r>
              <a:rPr lang="en-US" sz="3600" dirty="0"/>
              <a:t>2.2. Trang Chi </a:t>
            </a:r>
            <a:r>
              <a:rPr lang="en-US" sz="3600" dirty="0" err="1"/>
              <a:t>tiết</a:t>
            </a:r>
            <a:r>
              <a:rPr lang="en-US" sz="3600" dirty="0"/>
              <a:t> </a:t>
            </a:r>
            <a:r>
              <a:rPr lang="en-US" sz="3600" dirty="0" err="1"/>
              <a:t>sản</a:t>
            </a:r>
            <a:r>
              <a:rPr lang="en-US" sz="3600" dirty="0"/>
              <a:t> </a:t>
            </a:r>
            <a:r>
              <a:rPr lang="en-US" sz="3600" dirty="0" err="1"/>
              <a:t>phẩm</a:t>
            </a:r>
            <a:br>
              <a:rPr lang="en-US" sz="3600" dirty="0"/>
            </a:br>
            <a:r>
              <a:rPr lang="en-US" sz="28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2854171580"/>
              </p:ext>
            </p:extLst>
          </p:nvPr>
        </p:nvGraphicFramePr>
        <p:xfrm>
          <a:off x="150812" y="1539742"/>
          <a:ext cx="2971800" cy="5117122"/>
        </p:xfrm>
        <a:graphic>
          <a:graphicData uri="http://schemas.openxmlformats.org/drawingml/2006/table">
            <a:tbl>
              <a:tblPr firstRow="1" bandRow="1">
                <a:tableStyleId>{073A0DAA-6AF3-43AB-8588-CEC1D06C72B9}</a:tableStyleId>
              </a:tblPr>
              <a:tblGrid>
                <a:gridCol w="2971800">
                  <a:extLst>
                    <a:ext uri="{9D8B030D-6E8A-4147-A177-3AD203B41FA5}">
                      <a16:colId xmlns:a16="http://schemas.microsoft.com/office/drawing/2014/main" val="3776698516"/>
                    </a:ext>
                  </a:extLst>
                </a:gridCol>
              </a:tblGrid>
              <a:tr h="561498">
                <a:tc>
                  <a:txBody>
                    <a:bodyPr/>
                    <a:lstStyle/>
                    <a:p>
                      <a:r>
                        <a:rPr lang="en-US" dirty="0"/>
                        <a:t>Controller: </a:t>
                      </a:r>
                      <a:r>
                        <a:rPr lang="en-US" dirty="0" err="1"/>
                        <a:t>HomeController</a:t>
                      </a:r>
                      <a:endParaRPr lang="en-US" dirty="0"/>
                    </a:p>
                  </a:txBody>
                  <a:tcPr/>
                </a:tc>
                <a:extLst>
                  <a:ext uri="{0D108BD9-81ED-4DB2-BD59-A6C34878D82A}">
                    <a16:rowId xmlns:a16="http://schemas.microsoft.com/office/drawing/2014/main" val="2981023087"/>
                  </a:ext>
                </a:extLst>
              </a:tr>
              <a:tr h="4555624">
                <a:tc>
                  <a:txBody>
                    <a:bodyPr/>
                    <a:lstStyle/>
                    <a:p>
                      <a:r>
                        <a:rPr lang="en-US" sz="1600" b="0" kern="1200" dirty="0" err="1">
                          <a:solidFill>
                            <a:schemeClr val="bg1"/>
                          </a:solidFill>
                          <a:latin typeface="+mn-lt"/>
                          <a:ea typeface="+mn-ea"/>
                          <a:cs typeface="+mn-cs"/>
                        </a:rPr>
                        <a:t>Khai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báo</a:t>
                      </a:r>
                      <a:r>
                        <a:rPr lang="en-US" sz="1600" b="0" kern="1200" dirty="0">
                          <a:solidFill>
                            <a:schemeClr val="bg1"/>
                          </a:solidFill>
                          <a:latin typeface="+mn-lt"/>
                          <a:ea typeface="+mn-ea"/>
                          <a:cs typeface="+mn-cs"/>
                        </a:rPr>
                        <a:t>: </a:t>
                      </a:r>
                    </a:p>
                    <a:p>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MaSV_MyStore.Models</a:t>
                      </a:r>
                      <a:r>
                        <a:rPr lang="en-US" sz="1400" b="1" kern="1200" dirty="0">
                          <a:solidFill>
                            <a:schemeClr val="bg1"/>
                          </a:solidFill>
                          <a:highlight>
                            <a:srgbClr val="FFFF00"/>
                          </a:highlight>
                          <a:latin typeface="+mn-lt"/>
                          <a:ea typeface="+mn-ea"/>
                          <a:cs typeface="+mn-cs"/>
                        </a:rPr>
                        <a:t>;</a:t>
                      </a:r>
                    </a:p>
                    <a:p>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MaSV_MyStore.Models.ViewModel</a:t>
                      </a:r>
                      <a:r>
                        <a:rPr lang="en-US" sz="1400" b="1" kern="1200" dirty="0">
                          <a:solidFill>
                            <a:schemeClr val="bg1"/>
                          </a:solidFill>
                          <a:highlight>
                            <a:srgbClr val="FFFF00"/>
                          </a:highlight>
                          <a:latin typeface="+mn-lt"/>
                          <a:ea typeface="+mn-ea"/>
                          <a:cs typeface="+mn-cs"/>
                        </a:rPr>
                        <a:t>; </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600" b="0" kern="1200" dirty="0">
                        <a:solidFill>
                          <a:schemeClr val="bg1"/>
                        </a:solidFill>
                        <a:latin typeface="+mn-lt"/>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a:solidFill>
                            <a:schemeClr val="bg1"/>
                          </a:solidFill>
                          <a:latin typeface="+mn-lt"/>
                          <a:ea typeface="+mn-ea"/>
                          <a:cs typeface="+mn-cs"/>
                        </a:rPr>
                        <a:t>Action </a:t>
                      </a:r>
                      <a:r>
                        <a:rPr lang="en-US" sz="1600" b="1" kern="1200" dirty="0" err="1">
                          <a:solidFill>
                            <a:schemeClr val="bg1"/>
                          </a:solidFill>
                          <a:highlight>
                            <a:srgbClr val="FFFF00"/>
                          </a:highlight>
                          <a:latin typeface="+mn-lt"/>
                          <a:ea typeface="+mn-ea"/>
                          <a:cs typeface="+mn-cs"/>
                        </a:rPr>
                        <a:t>ProductDetails</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truyền</a:t>
                      </a:r>
                      <a:r>
                        <a:rPr lang="en-US" sz="1600" b="0" kern="1200" dirty="0">
                          <a:solidFill>
                            <a:schemeClr val="bg1"/>
                          </a:solidFill>
                          <a:latin typeface="+mn-lt"/>
                          <a:ea typeface="+mn-ea"/>
                          <a:cs typeface="+mn-cs"/>
                        </a:rPr>
                        <a:t> 3 </a:t>
                      </a:r>
                      <a:r>
                        <a:rPr lang="en-US" sz="1600" b="0" kern="1200" dirty="0" err="1">
                          <a:solidFill>
                            <a:schemeClr val="bg1"/>
                          </a:solidFill>
                          <a:latin typeface="+mn-lt"/>
                          <a:ea typeface="+mn-ea"/>
                          <a:cs typeface="+mn-cs"/>
                        </a:rPr>
                        <a:t>tham</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số</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sau</a:t>
                      </a:r>
                      <a:endParaRPr lang="en-US" sz="16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a:solidFill>
                            <a:schemeClr val="bg1"/>
                          </a:solidFill>
                          <a:highlight>
                            <a:srgbClr val="FFFF00"/>
                          </a:highlight>
                          <a:latin typeface="+mn-lt"/>
                          <a:ea typeface="+mn-ea"/>
                          <a:cs typeface="+mn-cs"/>
                        </a:rPr>
                        <a:t>id</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mã</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của</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endParaRPr lang="en-US" sz="14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a:solidFill>
                            <a:schemeClr val="bg1"/>
                          </a:solidFill>
                          <a:highlight>
                            <a:srgbClr val="FFFF00"/>
                          </a:highlight>
                          <a:latin typeface="+mn-lt"/>
                          <a:ea typeface="+mn-ea"/>
                          <a:cs typeface="+mn-cs"/>
                        </a:rPr>
                        <a:t>quantity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số</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lượng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đặt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mua</a:t>
                      </a:r>
                      <a:endParaRPr lang="en-US" sz="1400" b="0" kern="1200" dirty="0">
                        <a:solidFill>
                          <a:schemeClr val="bg1"/>
                        </a:solidFill>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a:solidFill>
                            <a:schemeClr val="bg1"/>
                          </a:solidFill>
                          <a:highlight>
                            <a:srgbClr val="FFFF00"/>
                          </a:highlight>
                          <a:latin typeface="+mn-lt"/>
                          <a:ea typeface="+mn-ea"/>
                          <a:cs typeface="+mn-cs"/>
                        </a:rPr>
                        <a:t>page</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vị</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trí</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trên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phần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phân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trang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của</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các</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bán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chạy</a:t>
                      </a:r>
                      <a:endParaRPr lang="en-US" sz="14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6" name="Picture 5">
            <a:extLst>
              <a:ext uri="{FF2B5EF4-FFF2-40B4-BE49-F238E27FC236}">
                <a16:creationId xmlns:a16="http://schemas.microsoft.com/office/drawing/2014/main" id="{92CCD5D3-859E-7F6A-C3C1-9F169C81ECF9}"/>
              </a:ext>
            </a:extLst>
          </p:cNvPr>
          <p:cNvPicPr>
            <a:picLocks noChangeAspect="1"/>
          </p:cNvPicPr>
          <p:nvPr/>
        </p:nvPicPr>
        <p:blipFill>
          <a:blip r:embed="rId2"/>
          <a:stretch>
            <a:fillRect/>
          </a:stretch>
        </p:blipFill>
        <p:spPr>
          <a:xfrm>
            <a:off x="3503612" y="1541910"/>
            <a:ext cx="8546307" cy="5117123"/>
          </a:xfrm>
          <a:prstGeom prst="rect">
            <a:avLst/>
          </a:prstGeom>
        </p:spPr>
      </p:pic>
    </p:spTree>
    <p:extLst>
      <p:ext uri="{BB962C8B-B14F-4D97-AF65-F5344CB8AC3E}">
        <p14:creationId xmlns:p14="http://schemas.microsoft.com/office/powerpoint/2010/main" val="2137001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1" y="76200"/>
            <a:ext cx="6477002" cy="1371600"/>
          </a:xfrm>
        </p:spPr>
        <p:txBody>
          <a:bodyPr>
            <a:noAutofit/>
          </a:bodyPr>
          <a:lstStyle/>
          <a:p>
            <a:r>
              <a:rPr lang="en-US" sz="3600" dirty="0"/>
              <a:t>2.2. Trang Chi </a:t>
            </a:r>
            <a:r>
              <a:rPr lang="en-US" sz="3600" dirty="0" err="1"/>
              <a:t>tiết</a:t>
            </a:r>
            <a:r>
              <a:rPr lang="en-US" sz="3600" dirty="0"/>
              <a:t> </a:t>
            </a:r>
            <a:r>
              <a:rPr lang="en-US" sz="3600" dirty="0" err="1"/>
              <a:t>sản</a:t>
            </a:r>
            <a:r>
              <a:rPr lang="en-US" sz="3600" dirty="0"/>
              <a:t> </a:t>
            </a:r>
            <a:r>
              <a:rPr lang="en-US" sz="3600" dirty="0" err="1"/>
              <a:t>phẩm</a:t>
            </a:r>
            <a:br>
              <a:rPr lang="en-US" sz="3600" dirty="0"/>
            </a:br>
            <a:r>
              <a:rPr lang="en-US" sz="2400" dirty="0"/>
              <a:t>View: </a:t>
            </a:r>
            <a:r>
              <a:rPr lang="en-US" sz="2400" dirty="0" err="1"/>
              <a:t>chuyển</a:t>
            </a:r>
            <a:r>
              <a:rPr lang="en-US" sz="2400" dirty="0"/>
              <a:t> code </a:t>
            </a:r>
            <a:r>
              <a:rPr lang="en-US" sz="2400" dirty="0" err="1"/>
              <a:t>trang</a:t>
            </a:r>
            <a:r>
              <a:rPr lang="en-US" sz="2400" dirty="0"/>
              <a:t> FE sang BE </a:t>
            </a:r>
            <a:r>
              <a:rPr lang="en-US" sz="2400" dirty="0" err="1"/>
              <a:t>và</a:t>
            </a:r>
            <a:r>
              <a:rPr lang="en-US" sz="2400" dirty="0"/>
              <a:t> </a:t>
            </a:r>
            <a:r>
              <a:rPr lang="en-US" sz="2400" dirty="0" err="1"/>
              <a:t>viết</a:t>
            </a:r>
            <a:r>
              <a:rPr lang="en-US" sz="2400" dirty="0"/>
              <a:t> </a:t>
            </a:r>
            <a:r>
              <a:rPr lang="en-US" sz="2400" dirty="0" err="1"/>
              <a:t>lại</a:t>
            </a:r>
            <a:r>
              <a:rPr lang="en-US" sz="2400" dirty="0"/>
              <a:t> </a:t>
            </a:r>
            <a:r>
              <a:rPr lang="en-US" sz="2400" dirty="0" err="1"/>
              <a:t>để</a:t>
            </a:r>
            <a:r>
              <a:rPr lang="en-US" sz="2400" dirty="0"/>
              <a:t> </a:t>
            </a:r>
            <a:r>
              <a:rPr lang="en-US" sz="2400" dirty="0" err="1"/>
              <a:t>hiển</a:t>
            </a:r>
            <a:r>
              <a:rPr lang="en-US" sz="2400" dirty="0"/>
              <a:t> </a:t>
            </a:r>
            <a:r>
              <a:rPr lang="en-US" sz="2400" dirty="0" err="1"/>
              <a:t>thị</a:t>
            </a:r>
            <a:r>
              <a:rPr lang="en-US" sz="2400" dirty="0"/>
              <a:t> </a:t>
            </a:r>
            <a:r>
              <a:rPr lang="en-US" sz="2400" dirty="0" err="1"/>
              <a:t>dữ</a:t>
            </a:r>
            <a:r>
              <a:rPr lang="en-US" sz="2400" dirty="0"/>
              <a:t> </a:t>
            </a:r>
            <a:r>
              <a:rPr lang="en-US" sz="2400" dirty="0" err="1"/>
              <a:t>liệu</a:t>
            </a:r>
            <a:r>
              <a:rPr lang="en-US" sz="2400" dirty="0"/>
              <a:t> </a:t>
            </a:r>
            <a:r>
              <a:rPr lang="en-US" sz="2400" dirty="0" err="1"/>
              <a:t>truy</a:t>
            </a:r>
            <a:r>
              <a:rPr lang="en-US" sz="2400" dirty="0"/>
              <a:t> </a:t>
            </a:r>
            <a:r>
              <a:rPr lang="en-US" sz="2400" dirty="0" err="1"/>
              <a:t>vấn</a:t>
            </a:r>
            <a:r>
              <a:rPr lang="en-US" sz="2400" dirty="0"/>
              <a:t> </a:t>
            </a:r>
            <a:r>
              <a:rPr lang="en-US" sz="2400" dirty="0" err="1"/>
              <a:t>từ</a:t>
            </a:r>
            <a:r>
              <a:rPr lang="en-US" sz="2400" dirty="0"/>
              <a:t> DB</a:t>
            </a:r>
            <a:endParaRPr lang="en-US" sz="3600" dirty="0">
              <a:latin typeface="Calibri Light" panose="020F0302020204030204" pitchFamily="34" charset="0"/>
              <a:cs typeface="Calibri Light" panose="020F0302020204030204" pitchFamily="34" charset="0"/>
            </a:endParaRPr>
          </a:p>
        </p:txBody>
      </p:sp>
      <p:graphicFrame>
        <p:nvGraphicFramePr>
          <p:cNvPr id="3" name="Table 2">
            <a:extLst>
              <a:ext uri="{FF2B5EF4-FFF2-40B4-BE49-F238E27FC236}">
                <a16:creationId xmlns:a16="http://schemas.microsoft.com/office/drawing/2014/main" id="{87BBF9E0-E997-8592-722C-140B18ADBF69}"/>
              </a:ext>
            </a:extLst>
          </p:cNvPr>
          <p:cNvGraphicFramePr>
            <a:graphicFrameLocks noGrp="1"/>
          </p:cNvGraphicFramePr>
          <p:nvPr>
            <p:extLst>
              <p:ext uri="{D42A27DB-BD31-4B8C-83A1-F6EECF244321}">
                <p14:modId xmlns:p14="http://schemas.microsoft.com/office/powerpoint/2010/main" val="3727918136"/>
              </p:ext>
            </p:extLst>
          </p:nvPr>
        </p:nvGraphicFramePr>
        <p:xfrm>
          <a:off x="74612" y="1481667"/>
          <a:ext cx="2590800" cy="2927872"/>
        </p:xfrm>
        <a:graphic>
          <a:graphicData uri="http://schemas.openxmlformats.org/drawingml/2006/table">
            <a:tbl>
              <a:tblPr firstRow="1" bandRow="1">
                <a:tableStyleId>{073A0DAA-6AF3-43AB-8588-CEC1D06C72B9}</a:tableStyleId>
              </a:tblPr>
              <a:tblGrid>
                <a:gridCol w="2590800">
                  <a:extLst>
                    <a:ext uri="{9D8B030D-6E8A-4147-A177-3AD203B41FA5}">
                      <a16:colId xmlns:a16="http://schemas.microsoft.com/office/drawing/2014/main" val="3043263125"/>
                    </a:ext>
                  </a:extLst>
                </a:gridCol>
              </a:tblGrid>
              <a:tr h="457200">
                <a:tc>
                  <a:txBody>
                    <a:bodyPr/>
                    <a:lstStyle/>
                    <a:p>
                      <a:r>
                        <a:rPr lang="en-US" dirty="0" err="1"/>
                        <a:t>Index.cshtml</a:t>
                      </a:r>
                      <a:endParaRPr lang="en-US" dirty="0"/>
                    </a:p>
                  </a:txBody>
                  <a:tcPr/>
                </a:tc>
                <a:extLst>
                  <a:ext uri="{0D108BD9-81ED-4DB2-BD59-A6C34878D82A}">
                    <a16:rowId xmlns:a16="http://schemas.microsoft.com/office/drawing/2014/main" val="733771988"/>
                  </a:ext>
                </a:extLst>
              </a:tr>
              <a:tr h="564776">
                <a:tc>
                  <a:txBody>
                    <a:bodyPr/>
                    <a:lstStyle/>
                    <a:p>
                      <a:r>
                        <a:rPr lang="en-US" sz="1600" dirty="0"/>
                        <a:t>Model: </a:t>
                      </a:r>
                      <a:r>
                        <a:rPr lang="en-US" sz="1600" dirty="0" err="1"/>
                        <a:t>sử</a:t>
                      </a:r>
                      <a:r>
                        <a:rPr lang="en-US" sz="1600" dirty="0"/>
                        <a:t> </a:t>
                      </a:r>
                      <a:r>
                        <a:rPr lang="en-US" sz="1600" dirty="0" err="1"/>
                        <a:t>dụng</a:t>
                      </a:r>
                      <a:r>
                        <a:rPr lang="en-US" sz="1600" dirty="0"/>
                        <a:t> </a:t>
                      </a:r>
                      <a:r>
                        <a:rPr lang="en-US" sz="1600" dirty="0" err="1">
                          <a:highlight>
                            <a:srgbClr val="FFFF00"/>
                          </a:highlight>
                        </a:rPr>
                        <a:t>ProductDetailsVM.cs</a:t>
                      </a:r>
                      <a:endParaRPr lang="en-US" sz="1600" dirty="0">
                        <a:highlight>
                          <a:srgbClr val="FFFF00"/>
                        </a:highlight>
                      </a:endParaRPr>
                    </a:p>
                  </a:txBody>
                  <a:tcPr/>
                </a:tc>
                <a:extLst>
                  <a:ext uri="{0D108BD9-81ED-4DB2-BD59-A6C34878D82A}">
                    <a16:rowId xmlns:a16="http://schemas.microsoft.com/office/drawing/2014/main" val="3150072435"/>
                  </a:ext>
                </a:extLst>
              </a:tr>
              <a:tr h="824752">
                <a:tc>
                  <a:txBody>
                    <a:bodyPr/>
                    <a:lstStyle/>
                    <a:p>
                      <a:r>
                        <a:rPr lang="en-US" sz="1600" dirty="0" err="1"/>
                        <a:t>Gọi</a:t>
                      </a:r>
                      <a:r>
                        <a:rPr lang="en-US" sz="1600" dirty="0"/>
                        <a:t> </a:t>
                      </a:r>
                      <a:r>
                        <a:rPr lang="en-US" sz="1600" dirty="0" err="1"/>
                        <a:t>tham</a:t>
                      </a:r>
                      <a:r>
                        <a:rPr lang="en-US" sz="1600" dirty="0"/>
                        <a:t> </a:t>
                      </a:r>
                      <a:r>
                        <a:rPr lang="en-US" sz="1600" dirty="0" err="1"/>
                        <a:t>chiếu</a:t>
                      </a:r>
                      <a:r>
                        <a:rPr lang="en-US" sz="1600" dirty="0"/>
                        <a:t> </a:t>
                      </a:r>
                      <a:r>
                        <a:rPr lang="en-US" sz="1600" dirty="0" err="1"/>
                        <a:t>đến</a:t>
                      </a:r>
                      <a:r>
                        <a:rPr lang="en-US" sz="1600" dirty="0"/>
                        <a:t> </a:t>
                      </a:r>
                      <a:r>
                        <a:rPr lang="en-US" sz="1600" dirty="0" err="1"/>
                        <a:t>các</a:t>
                      </a:r>
                      <a:r>
                        <a:rPr lang="en-US" sz="1600" dirty="0"/>
                        <a:t> partial view </a:t>
                      </a:r>
                      <a:r>
                        <a:rPr lang="en-US" sz="1600" dirty="0" err="1"/>
                        <a:t>theo</a:t>
                      </a:r>
                      <a:r>
                        <a:rPr lang="en-US" sz="1600" dirty="0"/>
                        <a:t> </a:t>
                      </a:r>
                      <a:r>
                        <a:rPr lang="en-US" sz="1600" dirty="0" err="1"/>
                        <a:t>thứ</a:t>
                      </a:r>
                      <a:r>
                        <a:rPr lang="en-US" sz="1600" dirty="0"/>
                        <a:t> </a:t>
                      </a:r>
                      <a:r>
                        <a:rPr lang="en-US" sz="1600" dirty="0" err="1"/>
                        <a:t>tự</a:t>
                      </a:r>
                      <a:r>
                        <a:rPr lang="en-US" sz="1600" dirty="0"/>
                        <a:t> </a:t>
                      </a:r>
                      <a:r>
                        <a:rPr lang="en-US" sz="1600" dirty="0" err="1"/>
                        <a:t>xuất</a:t>
                      </a:r>
                      <a:r>
                        <a:rPr lang="en-US" sz="1600" dirty="0"/>
                        <a:t> </a:t>
                      </a:r>
                      <a:r>
                        <a:rPr lang="en-US" sz="1600" dirty="0" err="1"/>
                        <a:t>hiện</a:t>
                      </a:r>
                      <a:r>
                        <a:rPr lang="en-US" sz="1600" dirty="0"/>
                        <a:t> </a:t>
                      </a:r>
                      <a:r>
                        <a:rPr lang="en-US" sz="1600" dirty="0" err="1"/>
                        <a:t>trong</a:t>
                      </a:r>
                      <a:r>
                        <a:rPr lang="en-US" sz="1600" dirty="0"/>
                        <a:t> </a:t>
                      </a:r>
                      <a:r>
                        <a:rPr lang="en-US" sz="1600" dirty="0" err="1"/>
                        <a:t>giao</a:t>
                      </a:r>
                      <a:r>
                        <a:rPr lang="en-US" sz="1600" dirty="0"/>
                        <a:t> </a:t>
                      </a:r>
                      <a:r>
                        <a:rPr lang="en-US" sz="1600" dirty="0" err="1"/>
                        <a:t>diện</a:t>
                      </a:r>
                      <a:r>
                        <a:rPr lang="en-US" sz="1600" dirty="0"/>
                        <a:t>.</a:t>
                      </a:r>
                    </a:p>
                  </a:txBody>
                  <a:tcPr/>
                </a:tc>
                <a:extLst>
                  <a:ext uri="{0D108BD9-81ED-4DB2-BD59-A6C34878D82A}">
                    <a16:rowId xmlns:a16="http://schemas.microsoft.com/office/drawing/2014/main" val="2389879409"/>
                  </a:ext>
                </a:extLst>
              </a:tr>
              <a:tr h="1021976">
                <a:tc>
                  <a:txBody>
                    <a:bodyPr/>
                    <a:lstStyle/>
                    <a:p>
                      <a:r>
                        <a:rPr lang="en-US" sz="1600" dirty="0" err="1"/>
                        <a:t>Cắt</a:t>
                      </a:r>
                      <a:r>
                        <a:rPr lang="en-US" sz="1600" dirty="0"/>
                        <a:t> </a:t>
                      </a:r>
                      <a:r>
                        <a:rPr lang="en-US" sz="1600" dirty="0" err="1"/>
                        <a:t>phần</a:t>
                      </a:r>
                      <a:r>
                        <a:rPr lang="en-US" sz="1600" dirty="0"/>
                        <a:t> Style sang file </a:t>
                      </a:r>
                      <a:r>
                        <a:rPr lang="en-US" sz="1600" dirty="0" err="1">
                          <a:highlight>
                            <a:srgbClr val="FFFF00"/>
                          </a:highlight>
                        </a:rPr>
                        <a:t>CustomerDetailProduct.css</a:t>
                      </a:r>
                      <a:r>
                        <a:rPr lang="en-US" sz="1600" dirty="0"/>
                        <a:t>, </a:t>
                      </a:r>
                      <a:r>
                        <a:rPr lang="en-US" sz="1600" dirty="0" err="1"/>
                        <a:t>lưu</a:t>
                      </a:r>
                      <a:r>
                        <a:rPr lang="en-US" sz="1600" dirty="0"/>
                        <a:t> </a:t>
                      </a:r>
                      <a:r>
                        <a:rPr lang="en-US" sz="1600" dirty="0" err="1"/>
                        <a:t>trong</a:t>
                      </a:r>
                      <a:r>
                        <a:rPr lang="en-US" sz="1600" dirty="0"/>
                        <a:t> </a:t>
                      </a:r>
                      <a:r>
                        <a:rPr lang="en-US" sz="1600" dirty="0" err="1"/>
                        <a:t>thư</a:t>
                      </a:r>
                      <a:r>
                        <a:rPr lang="en-US" sz="1600" dirty="0"/>
                        <a:t> </a:t>
                      </a:r>
                      <a:r>
                        <a:rPr lang="en-US" sz="1600" dirty="0" err="1"/>
                        <a:t>mục</a:t>
                      </a:r>
                      <a:r>
                        <a:rPr lang="en-US" sz="1600" dirty="0"/>
                        <a:t> </a:t>
                      </a:r>
                      <a:r>
                        <a:rPr lang="en-US" sz="1600" dirty="0">
                          <a:highlight>
                            <a:srgbClr val="FFFF00"/>
                          </a:highlight>
                        </a:rPr>
                        <a:t>Content\</a:t>
                      </a:r>
                      <a:r>
                        <a:rPr lang="en-US" sz="1600" dirty="0" err="1">
                          <a:highlight>
                            <a:srgbClr val="FFFF00"/>
                          </a:highlight>
                        </a:rPr>
                        <a:t>myStyle</a:t>
                      </a:r>
                      <a:endParaRPr lang="en-US" sz="1600" dirty="0">
                        <a:highlight>
                          <a:srgbClr val="FFFF00"/>
                        </a:highlight>
                      </a:endParaRPr>
                    </a:p>
                  </a:txBody>
                  <a:tcPr/>
                </a:tc>
                <a:extLst>
                  <a:ext uri="{0D108BD9-81ED-4DB2-BD59-A6C34878D82A}">
                    <a16:rowId xmlns:a16="http://schemas.microsoft.com/office/drawing/2014/main" val="367496347"/>
                  </a:ext>
                </a:extLst>
              </a:tr>
            </a:tbl>
          </a:graphicData>
        </a:graphic>
      </p:graphicFrame>
      <p:pic>
        <p:nvPicPr>
          <p:cNvPr id="9" name="Picture 8">
            <a:extLst>
              <a:ext uri="{FF2B5EF4-FFF2-40B4-BE49-F238E27FC236}">
                <a16:creationId xmlns:a16="http://schemas.microsoft.com/office/drawing/2014/main" id="{6C0ED477-8C21-5EBF-4B08-A892725073AD}"/>
              </a:ext>
            </a:extLst>
          </p:cNvPr>
          <p:cNvPicPr>
            <a:picLocks noChangeAspect="1"/>
          </p:cNvPicPr>
          <p:nvPr/>
        </p:nvPicPr>
        <p:blipFill>
          <a:blip r:embed="rId2"/>
          <a:stretch>
            <a:fillRect/>
          </a:stretch>
        </p:blipFill>
        <p:spPr>
          <a:xfrm>
            <a:off x="2817813" y="1447800"/>
            <a:ext cx="3733800" cy="5410200"/>
          </a:xfrm>
          <a:prstGeom prst="rect">
            <a:avLst/>
          </a:prstGeom>
        </p:spPr>
      </p:pic>
      <p:pic>
        <p:nvPicPr>
          <p:cNvPr id="5" name="Picture 4">
            <a:extLst>
              <a:ext uri="{FF2B5EF4-FFF2-40B4-BE49-F238E27FC236}">
                <a16:creationId xmlns:a16="http://schemas.microsoft.com/office/drawing/2014/main" id="{36E5207E-F2D6-247A-332A-5B3A33359D94}"/>
              </a:ext>
            </a:extLst>
          </p:cNvPr>
          <p:cNvPicPr>
            <a:picLocks noChangeAspect="1"/>
          </p:cNvPicPr>
          <p:nvPr/>
        </p:nvPicPr>
        <p:blipFill>
          <a:blip r:embed="rId3"/>
          <a:stretch>
            <a:fillRect/>
          </a:stretch>
        </p:blipFill>
        <p:spPr>
          <a:xfrm>
            <a:off x="6627814" y="16933"/>
            <a:ext cx="5532002" cy="6858000"/>
          </a:xfrm>
          <a:prstGeom prst="rect">
            <a:avLst/>
          </a:prstGeom>
        </p:spPr>
      </p:pic>
    </p:spTree>
    <p:extLst>
      <p:ext uri="{BB962C8B-B14F-4D97-AF65-F5344CB8AC3E}">
        <p14:creationId xmlns:p14="http://schemas.microsoft.com/office/powerpoint/2010/main" val="444797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1" y="152400"/>
            <a:ext cx="5884285" cy="1371600"/>
          </a:xfrm>
        </p:spPr>
        <p:txBody>
          <a:bodyPr>
            <a:noAutofit/>
          </a:bodyPr>
          <a:lstStyle/>
          <a:p>
            <a:r>
              <a:rPr lang="en-US" sz="3600" dirty="0"/>
              <a:t>2.2 Trang Chi </a:t>
            </a:r>
            <a:r>
              <a:rPr lang="en-US" sz="3600" dirty="0" err="1"/>
              <a:t>tiết</a:t>
            </a:r>
            <a:r>
              <a:rPr lang="en-US" sz="3600" dirty="0"/>
              <a:t> </a:t>
            </a:r>
            <a:r>
              <a:rPr lang="en-US" sz="3600" dirty="0" err="1"/>
              <a:t>sản</a:t>
            </a:r>
            <a:r>
              <a:rPr lang="en-US" sz="3600" dirty="0"/>
              <a:t> </a:t>
            </a:r>
            <a:r>
              <a:rPr lang="en-US" sz="3600" dirty="0" err="1"/>
              <a:t>phẩm</a:t>
            </a:r>
            <a:br>
              <a:rPr lang="en-US" sz="3600" dirty="0"/>
            </a:br>
            <a:r>
              <a:rPr lang="en-US" sz="2400" dirty="0"/>
              <a:t>View: </a:t>
            </a:r>
            <a:r>
              <a:rPr lang="en-US" sz="2400" dirty="0" err="1"/>
              <a:t>chuyển</a:t>
            </a:r>
            <a:r>
              <a:rPr lang="en-US" sz="2400" dirty="0"/>
              <a:t> code </a:t>
            </a:r>
            <a:r>
              <a:rPr lang="en-US" sz="2400" dirty="0" err="1"/>
              <a:t>trang</a:t>
            </a:r>
            <a:r>
              <a:rPr lang="en-US" sz="2400" dirty="0"/>
              <a:t> FE sang BE </a:t>
            </a:r>
            <a:r>
              <a:rPr lang="en-US" sz="2400" dirty="0" err="1"/>
              <a:t>và</a:t>
            </a:r>
            <a:r>
              <a:rPr lang="en-US" sz="2400" dirty="0"/>
              <a:t> </a:t>
            </a:r>
            <a:r>
              <a:rPr lang="en-US" sz="2400" dirty="0" err="1"/>
              <a:t>viết</a:t>
            </a:r>
            <a:r>
              <a:rPr lang="en-US" sz="2400" dirty="0"/>
              <a:t> </a:t>
            </a:r>
            <a:r>
              <a:rPr lang="en-US" sz="2400" dirty="0" err="1"/>
              <a:t>lại</a:t>
            </a:r>
            <a:r>
              <a:rPr lang="en-US" sz="2400" dirty="0"/>
              <a:t> </a:t>
            </a:r>
            <a:r>
              <a:rPr lang="en-US" sz="2400" dirty="0" err="1"/>
              <a:t>để</a:t>
            </a:r>
            <a:r>
              <a:rPr lang="en-US" sz="2400" dirty="0"/>
              <a:t> </a:t>
            </a:r>
            <a:r>
              <a:rPr lang="en-US" sz="2400" dirty="0" err="1"/>
              <a:t>hiển</a:t>
            </a:r>
            <a:r>
              <a:rPr lang="en-US" sz="2400" dirty="0"/>
              <a:t> </a:t>
            </a:r>
            <a:r>
              <a:rPr lang="en-US" sz="2400" dirty="0" err="1"/>
              <a:t>thị</a:t>
            </a:r>
            <a:r>
              <a:rPr lang="en-US" sz="2400" dirty="0"/>
              <a:t> </a:t>
            </a:r>
            <a:r>
              <a:rPr lang="en-US" sz="2400" dirty="0" err="1"/>
              <a:t>dữ</a:t>
            </a:r>
            <a:r>
              <a:rPr lang="en-US" sz="2400" dirty="0"/>
              <a:t> </a:t>
            </a:r>
            <a:r>
              <a:rPr lang="en-US" sz="2400" dirty="0" err="1"/>
              <a:t>liệu</a:t>
            </a:r>
            <a:r>
              <a:rPr lang="en-US" sz="2400" dirty="0"/>
              <a:t> </a:t>
            </a:r>
            <a:r>
              <a:rPr lang="en-US" sz="2400" dirty="0" err="1"/>
              <a:t>truy</a:t>
            </a:r>
            <a:r>
              <a:rPr lang="en-US" sz="2400" dirty="0"/>
              <a:t> </a:t>
            </a:r>
            <a:r>
              <a:rPr lang="en-US" sz="2400" dirty="0" err="1"/>
              <a:t>vấn</a:t>
            </a:r>
            <a:r>
              <a:rPr lang="en-US" sz="2400" dirty="0"/>
              <a:t> </a:t>
            </a:r>
            <a:r>
              <a:rPr lang="en-US" sz="2400" dirty="0" err="1"/>
              <a:t>từ</a:t>
            </a:r>
            <a:r>
              <a:rPr lang="en-US" sz="2400" dirty="0"/>
              <a:t> DB</a:t>
            </a:r>
            <a:endParaRPr lang="en-US" sz="2400" dirty="0">
              <a:latin typeface="Calibri Light" panose="020F0302020204030204" pitchFamily="34" charset="0"/>
              <a:cs typeface="Calibri Light" panose="020F0302020204030204" pitchFamily="34" charset="0"/>
            </a:endParaRPr>
          </a:p>
        </p:txBody>
      </p:sp>
      <p:graphicFrame>
        <p:nvGraphicFramePr>
          <p:cNvPr id="3" name="Table 2">
            <a:extLst>
              <a:ext uri="{FF2B5EF4-FFF2-40B4-BE49-F238E27FC236}">
                <a16:creationId xmlns:a16="http://schemas.microsoft.com/office/drawing/2014/main" id="{87BBF9E0-E997-8592-722C-140B18ADBF69}"/>
              </a:ext>
            </a:extLst>
          </p:cNvPr>
          <p:cNvGraphicFramePr>
            <a:graphicFrameLocks noGrp="1"/>
          </p:cNvGraphicFramePr>
          <p:nvPr>
            <p:extLst>
              <p:ext uri="{D42A27DB-BD31-4B8C-83A1-F6EECF244321}">
                <p14:modId xmlns:p14="http://schemas.microsoft.com/office/powerpoint/2010/main" val="3927478256"/>
              </p:ext>
            </p:extLst>
          </p:nvPr>
        </p:nvGraphicFramePr>
        <p:xfrm>
          <a:off x="6222609" y="609600"/>
          <a:ext cx="5884286" cy="2132198"/>
        </p:xfrm>
        <a:graphic>
          <a:graphicData uri="http://schemas.openxmlformats.org/drawingml/2006/table">
            <a:tbl>
              <a:tblPr firstRow="1" bandRow="1">
                <a:tableStyleId>{073A0DAA-6AF3-43AB-8588-CEC1D06C72B9}</a:tableStyleId>
              </a:tblPr>
              <a:tblGrid>
                <a:gridCol w="5884286">
                  <a:extLst>
                    <a:ext uri="{9D8B030D-6E8A-4147-A177-3AD203B41FA5}">
                      <a16:colId xmlns:a16="http://schemas.microsoft.com/office/drawing/2014/main" val="864292645"/>
                    </a:ext>
                  </a:extLst>
                </a:gridCol>
              </a:tblGrid>
              <a:tr h="319011">
                <a:tc>
                  <a:txBody>
                    <a:bodyPr/>
                    <a:lstStyle/>
                    <a:p>
                      <a:r>
                        <a:rPr lang="en-US" dirty="0"/>
                        <a:t>Partial View</a:t>
                      </a:r>
                    </a:p>
                  </a:txBody>
                  <a:tcPr/>
                </a:tc>
                <a:extLst>
                  <a:ext uri="{0D108BD9-81ED-4DB2-BD59-A6C34878D82A}">
                    <a16:rowId xmlns:a16="http://schemas.microsoft.com/office/drawing/2014/main" val="733771988"/>
                  </a:ext>
                </a:extLst>
              </a:tr>
              <a:tr h="459791">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a:t>Model: </a:t>
                      </a:r>
                      <a:r>
                        <a:rPr lang="en-US" sz="1600" dirty="0" err="1"/>
                        <a:t>sử</a:t>
                      </a:r>
                      <a:r>
                        <a:rPr lang="en-US" sz="1600" dirty="0"/>
                        <a:t> </a:t>
                      </a:r>
                      <a:r>
                        <a:rPr lang="en-US" sz="1600" dirty="0" err="1"/>
                        <a:t>dụng</a:t>
                      </a:r>
                      <a:r>
                        <a:rPr lang="en-US" sz="1600" dirty="0"/>
                        <a:t> </a:t>
                      </a:r>
                      <a:r>
                        <a:rPr lang="en-US" sz="1600" dirty="0" err="1">
                          <a:highlight>
                            <a:srgbClr val="FFFF00"/>
                          </a:highlight>
                        </a:rPr>
                        <a:t>ProductDetailsVM.cs</a:t>
                      </a:r>
                      <a:endParaRPr lang="en-US" sz="1600" dirty="0">
                        <a:highlight>
                          <a:srgbClr val="FFFF00"/>
                        </a:highlight>
                      </a:endParaRPr>
                    </a:p>
                  </a:txBody>
                  <a:tcPr/>
                </a:tc>
                <a:extLst>
                  <a:ext uri="{0D108BD9-81ED-4DB2-BD59-A6C34878D82A}">
                    <a16:rowId xmlns:a16="http://schemas.microsoft.com/office/drawing/2014/main" val="3150072435"/>
                  </a:ext>
                </a:extLst>
              </a:tr>
              <a:tr h="653387">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highlight>
                            <a:srgbClr val="FFFF00"/>
                          </a:highlight>
                          <a:latin typeface="+mn-lt"/>
                          <a:ea typeface="+mn-ea"/>
                          <a:cs typeface="+mn-cs"/>
                        </a:rPr>
                        <a:t>_</a:t>
                      </a:r>
                      <a:r>
                        <a:rPr lang="en-US" sz="1600" kern="1200" dirty="0" err="1">
                          <a:solidFill>
                            <a:schemeClr val="dk1"/>
                          </a:solidFill>
                          <a:highlight>
                            <a:srgbClr val="FFFF00"/>
                          </a:highlight>
                          <a:latin typeface="+mn-lt"/>
                          <a:ea typeface="+mn-ea"/>
                          <a:cs typeface="+mn-cs"/>
                        </a:rPr>
                        <a:t>PVRelatedProduct</a:t>
                      </a:r>
                      <a:r>
                        <a:rPr lang="en-US" sz="1600" dirty="0"/>
                        <a:t>: </a:t>
                      </a:r>
                      <a:r>
                        <a:rPr lang="en-US" sz="1600" dirty="0" err="1"/>
                        <a:t>chứa</a:t>
                      </a:r>
                      <a:r>
                        <a:rPr lang="en-US" sz="1600" dirty="0"/>
                        <a:t> </a:t>
                      </a:r>
                      <a:r>
                        <a:rPr lang="en-US" sz="1600" dirty="0" err="1"/>
                        <a:t>đoạn</a:t>
                      </a:r>
                      <a:r>
                        <a:rPr lang="en-US" sz="1600" dirty="0"/>
                        <a:t> code </a:t>
                      </a:r>
                      <a:r>
                        <a:rPr lang="en-US" sz="1600" dirty="0" err="1"/>
                        <a:t>liên</a:t>
                      </a:r>
                      <a:r>
                        <a:rPr lang="en-US" sz="1600" dirty="0"/>
                        <a:t> </a:t>
                      </a:r>
                      <a:r>
                        <a:rPr lang="en-US" sz="1600" dirty="0" err="1"/>
                        <a:t>quan</a:t>
                      </a:r>
                      <a:r>
                        <a:rPr lang="en-US" sz="1600" dirty="0"/>
                        <a:t> </a:t>
                      </a:r>
                      <a:r>
                        <a:rPr lang="en-US" sz="1600" dirty="0" err="1"/>
                        <a:t>đến</a:t>
                      </a:r>
                      <a:r>
                        <a:rPr lang="en-US" sz="1600" dirty="0"/>
                        <a:t> Danh </a:t>
                      </a:r>
                      <a:r>
                        <a:rPr lang="en-US" sz="1600" dirty="0" err="1"/>
                        <a:t>sách</a:t>
                      </a:r>
                      <a:r>
                        <a:rPr lang="en-US" sz="1600" dirty="0"/>
                        <a:t> </a:t>
                      </a:r>
                      <a:r>
                        <a:rPr lang="en-US" sz="1600" dirty="0" err="1"/>
                        <a:t>sản</a:t>
                      </a:r>
                      <a:r>
                        <a:rPr lang="en-US" sz="1600" dirty="0"/>
                        <a:t> </a:t>
                      </a:r>
                      <a:r>
                        <a:rPr lang="en-US" sz="1600" dirty="0" err="1"/>
                        <a:t>phẩm</a:t>
                      </a:r>
                      <a:r>
                        <a:rPr lang="en-US" sz="1600" dirty="0"/>
                        <a:t> cũng </a:t>
                      </a:r>
                      <a:r>
                        <a:rPr lang="en-US" sz="1600" dirty="0" err="1"/>
                        <a:t>danh</a:t>
                      </a:r>
                      <a:r>
                        <a:rPr lang="en-US" sz="1600" dirty="0"/>
                        <a:t> </a:t>
                      </a:r>
                      <a:r>
                        <a:rPr lang="en-US" sz="1600" dirty="0" err="1"/>
                        <a:t>mục</a:t>
                      </a:r>
                      <a:endParaRPr lang="en-US" sz="1600" dirty="0"/>
                    </a:p>
                  </a:txBody>
                  <a:tcPr/>
                </a:tc>
                <a:extLst>
                  <a:ext uri="{0D108BD9-81ED-4DB2-BD59-A6C34878D82A}">
                    <a16:rowId xmlns:a16="http://schemas.microsoft.com/office/drawing/2014/main" val="2389879409"/>
                  </a:ext>
                </a:extLst>
              </a:tr>
              <a:tr h="653387">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sz="1600" dirty="0">
                          <a:highlight>
                            <a:srgbClr val="FFFF00"/>
                          </a:highlight>
                        </a:rPr>
                        <a:t>_</a:t>
                      </a:r>
                      <a:r>
                        <a:rPr lang="en-US" sz="1600" dirty="0" err="1">
                          <a:highlight>
                            <a:srgbClr val="FFFF00"/>
                          </a:highlight>
                        </a:rPr>
                        <a:t>PVTopProduct</a:t>
                      </a:r>
                      <a:r>
                        <a:rPr lang="en-US" sz="1600" dirty="0"/>
                        <a:t>: </a:t>
                      </a:r>
                      <a:r>
                        <a:rPr lang="en-US" sz="1600" dirty="0" err="1"/>
                        <a:t>chứa</a:t>
                      </a:r>
                      <a:r>
                        <a:rPr lang="en-US" sz="1600" dirty="0"/>
                        <a:t> </a:t>
                      </a:r>
                      <a:r>
                        <a:rPr lang="en-US" sz="1600" dirty="0" err="1"/>
                        <a:t>đoạn</a:t>
                      </a:r>
                      <a:r>
                        <a:rPr lang="en-US" sz="1600" dirty="0"/>
                        <a:t> code </a:t>
                      </a:r>
                      <a:r>
                        <a:rPr lang="en-US" sz="1600" dirty="0" err="1"/>
                        <a:t>liên</a:t>
                      </a:r>
                      <a:r>
                        <a:rPr lang="en-US" sz="1600" dirty="0"/>
                        <a:t> </a:t>
                      </a:r>
                      <a:r>
                        <a:rPr lang="en-US" sz="1600" dirty="0" err="1"/>
                        <a:t>quan</a:t>
                      </a:r>
                      <a:r>
                        <a:rPr lang="en-US" sz="1600" dirty="0"/>
                        <a:t> </a:t>
                      </a:r>
                      <a:r>
                        <a:rPr lang="en-US" sz="1600" dirty="0" err="1"/>
                        <a:t>đến</a:t>
                      </a:r>
                      <a:r>
                        <a:rPr lang="en-US" sz="1600" dirty="0"/>
                        <a:t> </a:t>
                      </a:r>
                      <a:r>
                        <a:rPr lang="en-US" sz="1600" dirty="0" err="1"/>
                        <a:t>Sản</a:t>
                      </a:r>
                      <a:r>
                        <a:rPr lang="en-US" sz="1600" dirty="0"/>
                        <a:t> </a:t>
                      </a:r>
                      <a:r>
                        <a:rPr lang="en-US" sz="1600" dirty="0" err="1"/>
                        <a:t>phẩm</a:t>
                      </a:r>
                      <a:r>
                        <a:rPr lang="en-US" sz="1600" dirty="0"/>
                        <a:t> </a:t>
                      </a:r>
                      <a:r>
                        <a:rPr lang="en-US" sz="1600" dirty="0" err="1"/>
                        <a:t>bán</a:t>
                      </a:r>
                      <a:r>
                        <a:rPr lang="en-US" sz="1600" dirty="0"/>
                        <a:t> </a:t>
                      </a:r>
                      <a:r>
                        <a:rPr lang="en-US" sz="1600" dirty="0" err="1"/>
                        <a:t>chạy</a:t>
                      </a:r>
                      <a:r>
                        <a:rPr lang="en-US" sz="1600" dirty="0"/>
                        <a:t> </a:t>
                      </a:r>
                      <a:r>
                        <a:rPr lang="en-US" sz="1600" dirty="0" err="1"/>
                        <a:t>nhất</a:t>
                      </a:r>
                      <a:r>
                        <a:rPr lang="en-US" sz="1600" dirty="0"/>
                        <a:t> </a:t>
                      </a:r>
                      <a:r>
                        <a:rPr lang="en-US" sz="1600" dirty="0" err="1"/>
                        <a:t>cùng</a:t>
                      </a:r>
                      <a:r>
                        <a:rPr lang="en-US" sz="1600" dirty="0"/>
                        <a:t> </a:t>
                      </a:r>
                      <a:r>
                        <a:rPr lang="en-US" sz="1600" dirty="0" err="1"/>
                        <a:t>danh</a:t>
                      </a:r>
                      <a:r>
                        <a:rPr lang="en-US" sz="1600" dirty="0"/>
                        <a:t> </a:t>
                      </a:r>
                      <a:r>
                        <a:rPr lang="en-US" sz="1600" dirty="0" err="1"/>
                        <a:t>mục</a:t>
                      </a:r>
                      <a:endParaRPr lang="en-US" sz="1600" dirty="0"/>
                    </a:p>
                  </a:txBody>
                  <a:tcPr/>
                </a:tc>
                <a:extLst>
                  <a:ext uri="{0D108BD9-81ED-4DB2-BD59-A6C34878D82A}">
                    <a16:rowId xmlns:a16="http://schemas.microsoft.com/office/drawing/2014/main" val="367496347"/>
                  </a:ext>
                </a:extLst>
              </a:tr>
            </a:tbl>
          </a:graphicData>
        </a:graphic>
      </p:graphicFrame>
      <p:pic>
        <p:nvPicPr>
          <p:cNvPr id="5" name="Picture 4">
            <a:extLst>
              <a:ext uri="{FF2B5EF4-FFF2-40B4-BE49-F238E27FC236}">
                <a16:creationId xmlns:a16="http://schemas.microsoft.com/office/drawing/2014/main" id="{8540F9DD-4F88-9FAD-5009-DC436EA62F2E}"/>
              </a:ext>
            </a:extLst>
          </p:cNvPr>
          <p:cNvPicPr>
            <a:picLocks noChangeAspect="1"/>
          </p:cNvPicPr>
          <p:nvPr/>
        </p:nvPicPr>
        <p:blipFill>
          <a:blip r:embed="rId2"/>
          <a:stretch>
            <a:fillRect/>
          </a:stretch>
        </p:blipFill>
        <p:spPr>
          <a:xfrm>
            <a:off x="6200269" y="2819400"/>
            <a:ext cx="5884286" cy="3962400"/>
          </a:xfrm>
          <a:prstGeom prst="rect">
            <a:avLst/>
          </a:prstGeom>
        </p:spPr>
      </p:pic>
      <p:pic>
        <p:nvPicPr>
          <p:cNvPr id="7" name="Picture 6">
            <a:extLst>
              <a:ext uri="{FF2B5EF4-FFF2-40B4-BE49-F238E27FC236}">
                <a16:creationId xmlns:a16="http://schemas.microsoft.com/office/drawing/2014/main" id="{109B2C76-88EE-68BC-33C9-2C13E3BB8B57}"/>
              </a:ext>
            </a:extLst>
          </p:cNvPr>
          <p:cNvPicPr>
            <a:picLocks noChangeAspect="1"/>
          </p:cNvPicPr>
          <p:nvPr/>
        </p:nvPicPr>
        <p:blipFill>
          <a:blip r:embed="rId3"/>
          <a:stretch>
            <a:fillRect/>
          </a:stretch>
        </p:blipFill>
        <p:spPr>
          <a:xfrm>
            <a:off x="54942" y="1600200"/>
            <a:ext cx="6032092" cy="5181600"/>
          </a:xfrm>
          <a:prstGeom prst="rect">
            <a:avLst/>
          </a:prstGeom>
        </p:spPr>
      </p:pic>
    </p:spTree>
    <p:extLst>
      <p:ext uri="{BB962C8B-B14F-4D97-AF65-F5344CB8AC3E}">
        <p14:creationId xmlns:p14="http://schemas.microsoft.com/office/powerpoint/2010/main" val="78101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976DE-E665-3F90-84C7-CAFC032C46AA}"/>
              </a:ext>
            </a:extLst>
          </p:cNvPr>
          <p:cNvSpPr>
            <a:spLocks noGrp="1"/>
          </p:cNvSpPr>
          <p:nvPr>
            <p:ph type="title"/>
          </p:nvPr>
        </p:nvSpPr>
        <p:spPr>
          <a:xfrm>
            <a:off x="4773875" y="97012"/>
            <a:ext cx="7322053" cy="822960"/>
          </a:xfrm>
        </p:spPr>
        <p:txBody>
          <a:bodyPr>
            <a:normAutofit fontScale="90000"/>
          </a:bodyPr>
          <a:lstStyle/>
          <a:p>
            <a:r>
              <a:rPr lang="en-US" sz="5400" dirty="0"/>
              <a:t>3. </a:t>
            </a:r>
            <a:r>
              <a:rPr lang="en-US" sz="5400" dirty="0" err="1"/>
              <a:t>Giỏ</a:t>
            </a:r>
            <a:r>
              <a:rPr lang="en-US" sz="5400" dirty="0"/>
              <a:t> </a:t>
            </a:r>
            <a:r>
              <a:rPr lang="en-US" sz="5400" dirty="0" err="1"/>
              <a:t>hàng</a:t>
            </a:r>
            <a:r>
              <a:rPr lang="en-US" sz="5400" dirty="0"/>
              <a:t> (</a:t>
            </a:r>
            <a:r>
              <a:rPr lang="en-US" sz="5400" dirty="0" err="1"/>
              <a:t>CartController</a:t>
            </a:r>
            <a:r>
              <a:rPr lang="en-US" sz="5400" dirty="0"/>
              <a:t>)</a:t>
            </a:r>
          </a:p>
        </p:txBody>
      </p:sp>
      <p:sp>
        <p:nvSpPr>
          <p:cNvPr id="4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2737" y="3258717"/>
            <a:ext cx="4480560" cy="18283"/>
          </a:xfrm>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 name="connsiteX0" fmla="*/ 0 w 4480560"/>
              <a:gd name="connsiteY0" fmla="*/ 0 h 18283"/>
              <a:gd name="connsiteX1" fmla="*/ 595274 w 4480560"/>
              <a:gd name="connsiteY1" fmla="*/ 0 h 18283"/>
              <a:gd name="connsiteX2" fmla="*/ 1100938 w 4480560"/>
              <a:gd name="connsiteY2" fmla="*/ 0 h 18283"/>
              <a:gd name="connsiteX3" fmla="*/ 1830629 w 4480560"/>
              <a:gd name="connsiteY3" fmla="*/ 0 h 18283"/>
              <a:gd name="connsiteX4" fmla="*/ 2425903 w 4480560"/>
              <a:gd name="connsiteY4" fmla="*/ 0 h 18283"/>
              <a:gd name="connsiteX5" fmla="*/ 3021178 w 4480560"/>
              <a:gd name="connsiteY5" fmla="*/ 0 h 18283"/>
              <a:gd name="connsiteX6" fmla="*/ 3750869 w 4480560"/>
              <a:gd name="connsiteY6" fmla="*/ 0 h 18283"/>
              <a:gd name="connsiteX7" fmla="*/ 4480560 w 4480560"/>
              <a:gd name="connsiteY7" fmla="*/ 0 h 18283"/>
              <a:gd name="connsiteX8" fmla="*/ 4480560 w 4480560"/>
              <a:gd name="connsiteY8" fmla="*/ 18283 h 18283"/>
              <a:gd name="connsiteX9" fmla="*/ 3930091 w 4480560"/>
              <a:gd name="connsiteY9" fmla="*/ 18283 h 18283"/>
              <a:gd name="connsiteX10" fmla="*/ 3290011 w 4480560"/>
              <a:gd name="connsiteY10" fmla="*/ 18283 h 18283"/>
              <a:gd name="connsiteX11" fmla="*/ 2649931 w 4480560"/>
              <a:gd name="connsiteY11" fmla="*/ 18283 h 18283"/>
              <a:gd name="connsiteX12" fmla="*/ 2054657 w 4480560"/>
              <a:gd name="connsiteY12" fmla="*/ 18283 h 18283"/>
              <a:gd name="connsiteX13" fmla="*/ 1324966 w 4480560"/>
              <a:gd name="connsiteY13" fmla="*/ 18283 h 18283"/>
              <a:gd name="connsiteX14" fmla="*/ 595274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2398" y="6776"/>
                  <a:pt x="4480263" y="12574"/>
                  <a:pt x="4480560" y="18283"/>
                </a:cubicBezTo>
                <a:cubicBezTo>
                  <a:pt x="4305601" y="41515"/>
                  <a:pt x="4025154" y="26457"/>
                  <a:pt x="3840480" y="18283"/>
                </a:cubicBezTo>
                <a:cubicBezTo>
                  <a:pt x="3668919" y="-12336"/>
                  <a:pt x="3556555" y="-12679"/>
                  <a:pt x="3290011" y="18283"/>
                </a:cubicBezTo>
                <a:cubicBezTo>
                  <a:pt x="2991827" y="18167"/>
                  <a:pt x="2862038" y="-22527"/>
                  <a:pt x="2560320" y="18283"/>
                </a:cubicBezTo>
                <a:cubicBezTo>
                  <a:pt x="2273396" y="37371"/>
                  <a:pt x="2159701" y="39993"/>
                  <a:pt x="1965046" y="18283"/>
                </a:cubicBezTo>
                <a:cubicBezTo>
                  <a:pt x="1785994" y="29183"/>
                  <a:pt x="1686680" y="52315"/>
                  <a:pt x="1459382" y="18283"/>
                </a:cubicBezTo>
                <a:cubicBezTo>
                  <a:pt x="1260610" y="4965"/>
                  <a:pt x="913962" y="31527"/>
                  <a:pt x="774497" y="18283"/>
                </a:cubicBezTo>
                <a:cubicBezTo>
                  <a:pt x="689426" y="1848"/>
                  <a:pt x="378264" y="6318"/>
                  <a:pt x="0" y="18283"/>
                </a:cubicBezTo>
                <a:cubicBezTo>
                  <a:pt x="65" y="12033"/>
                  <a:pt x="-93" y="4430"/>
                  <a:pt x="0" y="0"/>
                </a:cubicBezTo>
                <a:close/>
              </a:path>
              <a:path w="4480560" h="18283"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501" y="6202"/>
                  <a:pt x="4480230" y="10215"/>
                  <a:pt x="4480560" y="18283"/>
                </a:cubicBezTo>
                <a:cubicBezTo>
                  <a:pt x="4261480" y="-5436"/>
                  <a:pt x="4206199" y="33096"/>
                  <a:pt x="3930091" y="18283"/>
                </a:cubicBezTo>
                <a:cubicBezTo>
                  <a:pt x="3666932" y="-10907"/>
                  <a:pt x="3493645" y="19371"/>
                  <a:pt x="3290011" y="18283"/>
                </a:cubicBezTo>
                <a:cubicBezTo>
                  <a:pt x="3137078" y="-36465"/>
                  <a:pt x="2894690" y="-13381"/>
                  <a:pt x="2649931" y="18283"/>
                </a:cubicBezTo>
                <a:cubicBezTo>
                  <a:pt x="2413020" y="25861"/>
                  <a:pt x="2225991" y="-5992"/>
                  <a:pt x="2054657" y="18283"/>
                </a:cubicBezTo>
                <a:cubicBezTo>
                  <a:pt x="1886877" y="42108"/>
                  <a:pt x="1548763" y="49957"/>
                  <a:pt x="1324966" y="18283"/>
                </a:cubicBezTo>
                <a:cubicBezTo>
                  <a:pt x="1040995" y="6464"/>
                  <a:pt x="786929" y="-13088"/>
                  <a:pt x="595274" y="18283"/>
                </a:cubicBezTo>
                <a:cubicBezTo>
                  <a:pt x="371401" y="37398"/>
                  <a:pt x="168483" y="27734"/>
                  <a:pt x="0" y="18283"/>
                </a:cubicBezTo>
                <a:cubicBezTo>
                  <a:pt x="-757" y="9900"/>
                  <a:pt x="1321" y="3818"/>
                  <a:pt x="0" y="0"/>
                </a:cubicBezTo>
                <a:close/>
              </a:path>
              <a:path w="4480560" h="18283"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2288" y="6637"/>
                  <a:pt x="4481597" y="12514"/>
                  <a:pt x="4480560" y="18283"/>
                </a:cubicBezTo>
                <a:cubicBezTo>
                  <a:pt x="4299745" y="12592"/>
                  <a:pt x="4055484" y="58791"/>
                  <a:pt x="3840480" y="18283"/>
                </a:cubicBezTo>
                <a:cubicBezTo>
                  <a:pt x="3665362" y="18971"/>
                  <a:pt x="3548412" y="11099"/>
                  <a:pt x="3290011" y="18283"/>
                </a:cubicBezTo>
                <a:cubicBezTo>
                  <a:pt x="3037450" y="41490"/>
                  <a:pt x="2862123" y="47734"/>
                  <a:pt x="2560320" y="18283"/>
                </a:cubicBezTo>
                <a:cubicBezTo>
                  <a:pt x="2308793" y="11723"/>
                  <a:pt x="2153402" y="-21404"/>
                  <a:pt x="1965046" y="18283"/>
                </a:cubicBezTo>
                <a:cubicBezTo>
                  <a:pt x="1778601" y="30511"/>
                  <a:pt x="1672011" y="28407"/>
                  <a:pt x="1459382" y="18283"/>
                </a:cubicBezTo>
                <a:cubicBezTo>
                  <a:pt x="1212351" y="-5289"/>
                  <a:pt x="906131" y="17426"/>
                  <a:pt x="774497" y="18283"/>
                </a:cubicBezTo>
                <a:cubicBezTo>
                  <a:pt x="636671" y="-42716"/>
                  <a:pt x="331670" y="6272"/>
                  <a:pt x="0" y="18283"/>
                </a:cubicBezTo>
                <a:cubicBezTo>
                  <a:pt x="-1001" y="12215"/>
                  <a:pt x="10" y="439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1301" y="6085"/>
                          <a:pt x="4481091" y="12392"/>
                          <a:pt x="4480560" y="18283"/>
                        </a:cubicBezTo>
                        <a:cubicBezTo>
                          <a:pt x="4314132" y="14919"/>
                          <a:pt x="4028383" y="36627"/>
                          <a:pt x="3840480" y="18283"/>
                        </a:cubicBezTo>
                        <a:cubicBezTo>
                          <a:pt x="3652577" y="-61"/>
                          <a:pt x="3547615" y="2843"/>
                          <a:pt x="3290011" y="18283"/>
                        </a:cubicBezTo>
                        <a:cubicBezTo>
                          <a:pt x="3032407" y="33723"/>
                          <a:pt x="2830268" y="8714"/>
                          <a:pt x="2560320" y="18283"/>
                        </a:cubicBezTo>
                        <a:cubicBezTo>
                          <a:pt x="2290372" y="27852"/>
                          <a:pt x="2147422" y="6723"/>
                          <a:pt x="1965046" y="18283"/>
                        </a:cubicBezTo>
                        <a:cubicBezTo>
                          <a:pt x="1782670" y="29843"/>
                          <a:pt x="1689791" y="40675"/>
                          <a:pt x="1459382" y="18283"/>
                        </a:cubicBezTo>
                        <a:cubicBezTo>
                          <a:pt x="1228973" y="-4109"/>
                          <a:pt x="915486" y="36496"/>
                          <a:pt x="774497" y="18283"/>
                        </a:cubicBezTo>
                        <a:cubicBezTo>
                          <a:pt x="633508" y="70"/>
                          <a:pt x="361442" y="-11112"/>
                          <a:pt x="0" y="18283"/>
                        </a:cubicBezTo>
                        <a:cubicBezTo>
                          <a:pt x="-563" y="11432"/>
                          <a:pt x="-159" y="4269"/>
                          <a:pt x="0" y="0"/>
                        </a:cubicBezTo>
                        <a:close/>
                      </a:path>
                      <a:path w="4480560" h="18283"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452" y="6702"/>
                          <a:pt x="4480053" y="10739"/>
                          <a:pt x="4480560" y="18283"/>
                        </a:cubicBezTo>
                        <a:cubicBezTo>
                          <a:pt x="4279652" y="-6855"/>
                          <a:pt x="4200762" y="41561"/>
                          <a:pt x="3930091" y="18283"/>
                        </a:cubicBezTo>
                        <a:cubicBezTo>
                          <a:pt x="3659420" y="-4995"/>
                          <a:pt x="3456052" y="22289"/>
                          <a:pt x="3290011" y="18283"/>
                        </a:cubicBezTo>
                        <a:cubicBezTo>
                          <a:pt x="3123970" y="14277"/>
                          <a:pt x="2882392" y="32813"/>
                          <a:pt x="2649931" y="18283"/>
                        </a:cubicBezTo>
                        <a:cubicBezTo>
                          <a:pt x="2417470" y="3753"/>
                          <a:pt x="2238426" y="7332"/>
                          <a:pt x="2054657" y="18283"/>
                        </a:cubicBezTo>
                        <a:cubicBezTo>
                          <a:pt x="1870888" y="29234"/>
                          <a:pt x="1566368" y="45035"/>
                          <a:pt x="1324966" y="18283"/>
                        </a:cubicBezTo>
                        <a:cubicBezTo>
                          <a:pt x="1083564" y="-8469"/>
                          <a:pt x="787410" y="10941"/>
                          <a:pt x="595274" y="18283"/>
                        </a:cubicBezTo>
                        <a:cubicBezTo>
                          <a:pt x="403138" y="25625"/>
                          <a:pt x="169622" y="10494"/>
                          <a:pt x="0" y="18283"/>
                        </a:cubicBezTo>
                        <a:cubicBezTo>
                          <a:pt x="-310" y="10292"/>
                          <a:pt x="802" y="37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ontent Placeholder 2">
            <a:extLst>
              <a:ext uri="{FF2B5EF4-FFF2-40B4-BE49-F238E27FC236}">
                <a16:creationId xmlns:a16="http://schemas.microsoft.com/office/drawing/2014/main" id="{595E72A1-679F-D2B1-EF6D-4B6062F50812}"/>
              </a:ext>
            </a:extLst>
          </p:cNvPr>
          <p:cNvSpPr>
            <a:spLocks noGrp="1"/>
          </p:cNvSpPr>
          <p:nvPr>
            <p:ph idx="1"/>
          </p:nvPr>
        </p:nvSpPr>
        <p:spPr>
          <a:xfrm>
            <a:off x="4875212" y="228600"/>
            <a:ext cx="6992116" cy="5751576"/>
          </a:xfrm>
        </p:spPr>
        <p:txBody>
          <a:bodyPr anchor="ctr">
            <a:normAutofit/>
          </a:bodyPr>
          <a:lstStyle/>
          <a:p>
            <a:r>
              <a:rPr lang="en-US" sz="2000" dirty="0" err="1"/>
              <a:t>Tạo</a:t>
            </a:r>
            <a:r>
              <a:rPr lang="en-US" sz="2000" dirty="0"/>
              <a:t> </a:t>
            </a:r>
            <a:r>
              <a:rPr lang="en-US" sz="2000" dirty="0" err="1"/>
              <a:t>CartController</a:t>
            </a:r>
            <a:r>
              <a:rPr lang="en-US" sz="2000" dirty="0"/>
              <a:t> </a:t>
            </a:r>
            <a:r>
              <a:rPr lang="en-US" sz="2000" dirty="0" err="1"/>
              <a:t>với</a:t>
            </a:r>
            <a:r>
              <a:rPr lang="en-US" sz="2000" dirty="0"/>
              <a:t> </a:t>
            </a:r>
            <a:r>
              <a:rPr lang="en-US" sz="2000" dirty="0" err="1"/>
              <a:t>các</a:t>
            </a:r>
            <a:r>
              <a:rPr lang="en-US" sz="2000" dirty="0"/>
              <a:t> action </a:t>
            </a:r>
            <a:r>
              <a:rPr lang="en-US" sz="2000" dirty="0" err="1"/>
              <a:t>tương</a:t>
            </a:r>
            <a:r>
              <a:rPr lang="en-US" sz="2000" dirty="0"/>
              <a:t> </a:t>
            </a:r>
            <a:r>
              <a:rPr lang="en-US" sz="2000" dirty="0" err="1"/>
              <a:t>ứng</a:t>
            </a:r>
            <a:r>
              <a:rPr lang="en-US" sz="2000" dirty="0"/>
              <a:t> </a:t>
            </a:r>
            <a:r>
              <a:rPr lang="en-US" sz="2000" dirty="0" err="1"/>
              <a:t>với</a:t>
            </a:r>
            <a:r>
              <a:rPr lang="en-US" sz="2000" dirty="0"/>
              <a:t> </a:t>
            </a:r>
            <a:r>
              <a:rPr lang="en-US" sz="2000" dirty="0" err="1"/>
              <a:t>các</a:t>
            </a:r>
            <a:r>
              <a:rPr lang="en-US" sz="2000" dirty="0"/>
              <a:t> </a:t>
            </a:r>
            <a:r>
              <a:rPr lang="en-US" sz="2000" dirty="0" err="1"/>
              <a:t>chức</a:t>
            </a:r>
            <a:r>
              <a:rPr lang="en-US" sz="2000" dirty="0"/>
              <a:t> </a:t>
            </a:r>
            <a:r>
              <a:rPr lang="en-US" sz="2000" dirty="0" err="1"/>
              <a:t>năng</a:t>
            </a:r>
            <a:r>
              <a:rPr lang="en-US" sz="2000" dirty="0"/>
              <a:t> </a:t>
            </a:r>
            <a:r>
              <a:rPr lang="en-US" sz="2000" dirty="0" err="1"/>
              <a:t>của</a:t>
            </a:r>
            <a:r>
              <a:rPr lang="en-US" sz="2000" dirty="0"/>
              <a:t> </a:t>
            </a:r>
            <a:r>
              <a:rPr lang="en-US" sz="2000" dirty="0" err="1"/>
              <a:t>Giỏ</a:t>
            </a:r>
            <a:r>
              <a:rPr lang="en-US" sz="2000" dirty="0"/>
              <a:t> </a:t>
            </a:r>
            <a:r>
              <a:rPr lang="en-US" sz="2000" dirty="0" err="1"/>
              <a:t>hàng</a:t>
            </a:r>
            <a:r>
              <a:rPr lang="en-US" sz="2000" dirty="0"/>
              <a:t>:</a:t>
            </a:r>
          </a:p>
          <a:p>
            <a:pPr lvl="2"/>
            <a:r>
              <a:rPr lang="en-US" sz="1600" dirty="0" err="1">
                <a:solidFill>
                  <a:schemeClr val="bg2"/>
                </a:solidFill>
                <a:highlight>
                  <a:srgbClr val="FFFF00"/>
                </a:highlight>
              </a:rPr>
              <a:t>GetCartService</a:t>
            </a:r>
            <a:r>
              <a:rPr lang="en-US" sz="1600" dirty="0"/>
              <a:t>: </a:t>
            </a:r>
            <a:r>
              <a:rPr lang="en-US" sz="1600" dirty="0" err="1"/>
              <a:t>lấy</a:t>
            </a:r>
            <a:r>
              <a:rPr lang="en-US" sz="1600" dirty="0"/>
              <a:t> </a:t>
            </a:r>
            <a:r>
              <a:rPr lang="en-US" sz="1600" dirty="0" err="1"/>
              <a:t>dịch</a:t>
            </a:r>
            <a:r>
              <a:rPr lang="en-US" sz="1600" dirty="0"/>
              <a:t> </a:t>
            </a:r>
            <a:r>
              <a:rPr lang="en-US" sz="1600" dirty="0" err="1"/>
              <a:t>vụ</a:t>
            </a:r>
            <a:r>
              <a:rPr lang="en-US" sz="1600" dirty="0"/>
              <a:t> </a:t>
            </a:r>
            <a:r>
              <a:rPr lang="en-US" sz="1600" dirty="0" err="1"/>
              <a:t>giỏ</a:t>
            </a:r>
            <a:r>
              <a:rPr lang="en-US" sz="1600" dirty="0"/>
              <a:t> </a:t>
            </a:r>
            <a:r>
              <a:rPr lang="en-US" sz="1600" dirty="0" err="1"/>
              <a:t>hàng</a:t>
            </a:r>
            <a:endParaRPr lang="en-US" sz="1600" dirty="0"/>
          </a:p>
          <a:p>
            <a:pPr lvl="2"/>
            <a:r>
              <a:rPr lang="en-US" sz="1600" dirty="0">
                <a:solidFill>
                  <a:schemeClr val="bg2"/>
                </a:solidFill>
                <a:highlight>
                  <a:srgbClr val="FFFF00"/>
                </a:highlight>
              </a:rPr>
              <a:t>Index: </a:t>
            </a:r>
            <a:r>
              <a:rPr lang="en-US" sz="1600" dirty="0" err="1"/>
              <a:t>hiển</a:t>
            </a:r>
            <a:r>
              <a:rPr lang="en-US" sz="1600" dirty="0"/>
              <a:t> </a:t>
            </a:r>
            <a:r>
              <a:rPr lang="en-US" sz="1600" dirty="0" err="1"/>
              <a:t>thị</a:t>
            </a:r>
            <a:r>
              <a:rPr lang="en-US" sz="1600" dirty="0"/>
              <a:t> </a:t>
            </a:r>
            <a:r>
              <a:rPr lang="en-US" sz="1600" dirty="0" err="1"/>
              <a:t>các</a:t>
            </a:r>
            <a:r>
              <a:rPr lang="en-US" sz="1600" dirty="0"/>
              <a:t> </a:t>
            </a:r>
            <a:r>
              <a:rPr lang="en-US" sz="1600" dirty="0" err="1"/>
              <a:t>mặt</a:t>
            </a:r>
            <a:r>
              <a:rPr lang="en-US" sz="1600" dirty="0"/>
              <a:t> </a:t>
            </a:r>
            <a:r>
              <a:rPr lang="en-US" sz="1600" dirty="0" err="1"/>
              <a:t>hàng</a:t>
            </a:r>
            <a:r>
              <a:rPr lang="en-US" sz="1600" dirty="0"/>
              <a:t> </a:t>
            </a:r>
            <a:r>
              <a:rPr lang="en-US" sz="1600" dirty="0" err="1"/>
              <a:t>có</a:t>
            </a:r>
            <a:r>
              <a:rPr lang="en-US" sz="1600" dirty="0"/>
              <a:t> </a:t>
            </a:r>
            <a:r>
              <a:rPr lang="en-US" sz="1600" dirty="0" err="1"/>
              <a:t>trong</a:t>
            </a:r>
            <a:r>
              <a:rPr lang="en-US" sz="1600" dirty="0"/>
              <a:t> </a:t>
            </a:r>
            <a:r>
              <a:rPr lang="en-US" sz="1600" dirty="0" err="1"/>
              <a:t>giỏ</a:t>
            </a:r>
            <a:r>
              <a:rPr lang="en-US" sz="1600" dirty="0"/>
              <a:t> </a:t>
            </a:r>
            <a:r>
              <a:rPr lang="en-US" sz="1600" dirty="0" err="1"/>
              <a:t>hàng</a:t>
            </a:r>
            <a:r>
              <a:rPr lang="en-US" sz="1600" dirty="0"/>
              <a:t> </a:t>
            </a:r>
            <a:r>
              <a:rPr lang="en-US" sz="1600" dirty="0" err="1"/>
              <a:t>theo</a:t>
            </a:r>
            <a:r>
              <a:rPr lang="en-US" sz="1600" dirty="0"/>
              <a:t> </a:t>
            </a:r>
            <a:r>
              <a:rPr lang="en-US" sz="1600" dirty="0" err="1"/>
              <a:t>như</a:t>
            </a:r>
            <a:r>
              <a:rPr lang="en-US" sz="1600" dirty="0"/>
              <a:t> </a:t>
            </a:r>
            <a:r>
              <a:rPr lang="en-US" sz="1600" dirty="0" err="1"/>
              <a:t>biểu</a:t>
            </a:r>
            <a:r>
              <a:rPr lang="en-US" sz="1600" dirty="0"/>
              <a:t> </a:t>
            </a:r>
            <a:r>
              <a:rPr lang="en-US" sz="1600" dirty="0" err="1"/>
              <a:t>mẫu</a:t>
            </a:r>
            <a:r>
              <a:rPr lang="en-US" sz="1600" dirty="0"/>
              <a:t> </a:t>
            </a:r>
            <a:r>
              <a:rPr lang="en-US" sz="1600" dirty="0" err="1"/>
              <a:t>Giỏ</a:t>
            </a:r>
            <a:r>
              <a:rPr lang="en-US" sz="1600" dirty="0"/>
              <a:t> </a:t>
            </a:r>
            <a:r>
              <a:rPr lang="en-US" sz="1600" dirty="0" err="1"/>
              <a:t>hàng</a:t>
            </a:r>
            <a:endParaRPr lang="en-US" sz="1600" dirty="0"/>
          </a:p>
          <a:p>
            <a:pPr lvl="2"/>
            <a:r>
              <a:rPr lang="en-US" sz="1600" dirty="0" err="1">
                <a:solidFill>
                  <a:schemeClr val="bg2"/>
                </a:solidFill>
                <a:highlight>
                  <a:srgbClr val="FFFF00"/>
                </a:highlight>
              </a:rPr>
              <a:t>AddItem</a:t>
            </a:r>
            <a:r>
              <a:rPr lang="en-US" sz="1800" dirty="0">
                <a:solidFill>
                  <a:srgbClr val="FFFF00"/>
                </a:solidFill>
              </a:rPr>
              <a:t>: </a:t>
            </a:r>
            <a:r>
              <a:rPr lang="en-US" sz="1600" dirty="0" err="1"/>
              <a:t>thêm</a:t>
            </a:r>
            <a:r>
              <a:rPr lang="en-US" sz="1600" dirty="0"/>
              <a:t> </a:t>
            </a:r>
            <a:r>
              <a:rPr lang="en-US" sz="1600" dirty="0" err="1"/>
              <a:t>sản</a:t>
            </a:r>
            <a:r>
              <a:rPr lang="en-US" sz="1600" dirty="0"/>
              <a:t> </a:t>
            </a:r>
            <a:r>
              <a:rPr lang="en-US" sz="1600" dirty="0" err="1"/>
              <a:t>phẩm</a:t>
            </a:r>
            <a:r>
              <a:rPr lang="en-US" sz="1600" dirty="0"/>
              <a:t> </a:t>
            </a:r>
            <a:r>
              <a:rPr lang="en-US" sz="1600" dirty="0" err="1"/>
              <a:t>vào</a:t>
            </a:r>
            <a:r>
              <a:rPr lang="en-US" sz="1600" dirty="0"/>
              <a:t> </a:t>
            </a:r>
            <a:r>
              <a:rPr lang="en-US" sz="1600" dirty="0" err="1"/>
              <a:t>giỏ</a:t>
            </a:r>
            <a:r>
              <a:rPr lang="en-US" sz="1600" dirty="0"/>
              <a:t> </a:t>
            </a:r>
            <a:r>
              <a:rPr lang="en-US" sz="1600" dirty="0" err="1"/>
              <a:t>hàng</a:t>
            </a:r>
            <a:r>
              <a:rPr lang="en-US" sz="1600" dirty="0"/>
              <a:t> (</a:t>
            </a:r>
            <a:r>
              <a:rPr lang="en-US" sz="1600" dirty="0" err="1"/>
              <a:t>gồm</a:t>
            </a:r>
            <a:r>
              <a:rPr lang="en-US" sz="1600" dirty="0"/>
              <a:t> 1 action </a:t>
            </a:r>
            <a:r>
              <a:rPr lang="en-US" sz="1600" dirty="0" err="1"/>
              <a:t>dạng</a:t>
            </a:r>
            <a:r>
              <a:rPr lang="en-US" sz="1600" dirty="0"/>
              <a:t> POST)</a:t>
            </a:r>
          </a:p>
          <a:p>
            <a:pPr lvl="2"/>
            <a:r>
              <a:rPr lang="en-US" sz="1400" dirty="0" err="1">
                <a:solidFill>
                  <a:schemeClr val="bg2"/>
                </a:solidFill>
                <a:highlight>
                  <a:srgbClr val="FFFF00"/>
                </a:highlight>
              </a:rPr>
              <a:t>RemoveItem</a:t>
            </a:r>
            <a:r>
              <a:rPr lang="en-US" sz="1600" dirty="0">
                <a:solidFill>
                  <a:srgbClr val="FFFF00"/>
                </a:solidFill>
              </a:rPr>
              <a:t>: </a:t>
            </a:r>
            <a:r>
              <a:rPr lang="en-US" sz="1600" dirty="0" err="1"/>
              <a:t>bỏ</a:t>
            </a:r>
            <a:r>
              <a:rPr lang="en-US" sz="1600" dirty="0"/>
              <a:t> </a:t>
            </a:r>
            <a:r>
              <a:rPr lang="en-US" sz="1600" dirty="0" err="1"/>
              <a:t>bớt</a:t>
            </a:r>
            <a:r>
              <a:rPr lang="en-US" sz="1600" dirty="0"/>
              <a:t> </a:t>
            </a:r>
            <a:r>
              <a:rPr lang="en-US" sz="1600" dirty="0" err="1"/>
              <a:t>sản</a:t>
            </a:r>
            <a:r>
              <a:rPr lang="en-US" sz="1600" dirty="0"/>
              <a:t> </a:t>
            </a:r>
            <a:r>
              <a:rPr lang="en-US" sz="1600" dirty="0" err="1"/>
              <a:t>phẩm</a:t>
            </a:r>
            <a:r>
              <a:rPr lang="en-US" sz="1600" dirty="0"/>
              <a:t> </a:t>
            </a:r>
            <a:r>
              <a:rPr lang="en-US" sz="1600" dirty="0" err="1"/>
              <a:t>khỏi</a:t>
            </a:r>
            <a:r>
              <a:rPr lang="en-US" sz="1600" dirty="0"/>
              <a:t> </a:t>
            </a:r>
            <a:r>
              <a:rPr lang="en-US" sz="1600" dirty="0" err="1"/>
              <a:t>giỏ</a:t>
            </a:r>
            <a:r>
              <a:rPr lang="en-US" sz="1600" dirty="0"/>
              <a:t> </a:t>
            </a:r>
            <a:r>
              <a:rPr lang="en-US" sz="1600" dirty="0" err="1"/>
              <a:t>hàng</a:t>
            </a:r>
            <a:r>
              <a:rPr lang="en-US" sz="1600" dirty="0"/>
              <a:t> (</a:t>
            </a:r>
            <a:r>
              <a:rPr lang="en-US" sz="1600" dirty="0" err="1"/>
              <a:t>gồm</a:t>
            </a:r>
            <a:r>
              <a:rPr lang="en-US" sz="1600" dirty="0"/>
              <a:t> 1 action </a:t>
            </a:r>
            <a:r>
              <a:rPr lang="en-US" sz="1600" dirty="0" err="1"/>
              <a:t>dạng</a:t>
            </a:r>
            <a:r>
              <a:rPr lang="en-US" sz="1600" dirty="0"/>
              <a:t> POST)</a:t>
            </a:r>
          </a:p>
          <a:p>
            <a:pPr lvl="2"/>
            <a:r>
              <a:rPr lang="en-US" sz="1400" dirty="0" err="1">
                <a:solidFill>
                  <a:schemeClr val="bg2"/>
                </a:solidFill>
                <a:highlight>
                  <a:srgbClr val="FFFF00"/>
                </a:highlight>
              </a:rPr>
              <a:t>ClearCart</a:t>
            </a:r>
            <a:r>
              <a:rPr lang="en-US" sz="1600" dirty="0"/>
              <a:t>: </a:t>
            </a:r>
            <a:r>
              <a:rPr lang="en-US" sz="1600" dirty="0" err="1"/>
              <a:t>xóa</a:t>
            </a:r>
            <a:r>
              <a:rPr lang="en-US" sz="1600" dirty="0"/>
              <a:t> </a:t>
            </a:r>
            <a:r>
              <a:rPr lang="en-US" sz="1600" dirty="0" err="1"/>
              <a:t>hết</a:t>
            </a:r>
            <a:r>
              <a:rPr lang="en-US" sz="1600" dirty="0"/>
              <a:t> </a:t>
            </a:r>
            <a:r>
              <a:rPr lang="en-US" sz="1600" dirty="0" err="1"/>
              <a:t>các</a:t>
            </a:r>
            <a:r>
              <a:rPr lang="en-US" sz="1600" dirty="0"/>
              <a:t> </a:t>
            </a:r>
            <a:r>
              <a:rPr lang="en-US" sz="1600" dirty="0" err="1"/>
              <a:t>sản</a:t>
            </a:r>
            <a:r>
              <a:rPr lang="en-US" sz="1600" dirty="0"/>
              <a:t> </a:t>
            </a:r>
            <a:r>
              <a:rPr lang="en-US" sz="1600" dirty="0" err="1"/>
              <a:t>phẩm</a:t>
            </a:r>
            <a:r>
              <a:rPr lang="en-US" sz="1600" dirty="0"/>
              <a:t> </a:t>
            </a:r>
            <a:r>
              <a:rPr lang="en-US" sz="1600" dirty="0" err="1"/>
              <a:t>trong</a:t>
            </a:r>
            <a:r>
              <a:rPr lang="en-US" sz="1600" dirty="0"/>
              <a:t> </a:t>
            </a:r>
            <a:r>
              <a:rPr lang="en-US" sz="1600" dirty="0" err="1"/>
              <a:t>giỏ</a:t>
            </a:r>
            <a:r>
              <a:rPr lang="en-US" sz="1600" dirty="0"/>
              <a:t> </a:t>
            </a:r>
            <a:r>
              <a:rPr lang="en-US" sz="1600" dirty="0" err="1"/>
              <a:t>hàng</a:t>
            </a:r>
            <a:endParaRPr lang="en-US" sz="1600" dirty="0"/>
          </a:p>
          <a:p>
            <a:pPr lvl="2"/>
            <a:r>
              <a:rPr lang="en-US" sz="1400" dirty="0" err="1">
                <a:solidFill>
                  <a:schemeClr val="bg2"/>
                </a:solidFill>
                <a:highlight>
                  <a:srgbClr val="FFFF00"/>
                </a:highlight>
              </a:rPr>
              <a:t>UpdateQuantity</a:t>
            </a:r>
            <a:r>
              <a:rPr lang="en-US" sz="1600" dirty="0"/>
              <a:t>: </a:t>
            </a:r>
            <a:r>
              <a:rPr lang="en-US" sz="1600" dirty="0" err="1"/>
              <a:t>cập</a:t>
            </a:r>
            <a:r>
              <a:rPr lang="en-US" sz="1600" dirty="0"/>
              <a:t> </a:t>
            </a:r>
            <a:r>
              <a:rPr lang="en-US" sz="1600" dirty="0" err="1"/>
              <a:t>nhật</a:t>
            </a:r>
            <a:r>
              <a:rPr lang="en-US" sz="1600" dirty="0"/>
              <a:t> </a:t>
            </a:r>
            <a:r>
              <a:rPr lang="en-US" sz="1600" dirty="0" err="1"/>
              <a:t>lại</a:t>
            </a:r>
            <a:r>
              <a:rPr lang="en-US" sz="1600" dirty="0"/>
              <a:t> </a:t>
            </a:r>
            <a:r>
              <a:rPr lang="en-US" sz="1600" dirty="0" err="1"/>
              <a:t>số</a:t>
            </a:r>
            <a:r>
              <a:rPr lang="en-US" sz="1600" dirty="0"/>
              <a:t> </a:t>
            </a:r>
            <a:r>
              <a:rPr lang="en-US" sz="1600" dirty="0" err="1"/>
              <a:t>lượng</a:t>
            </a:r>
            <a:r>
              <a:rPr lang="en-US" sz="1600" dirty="0"/>
              <a:t> </a:t>
            </a:r>
            <a:r>
              <a:rPr lang="en-US" sz="1600" dirty="0" err="1"/>
              <a:t>của</a:t>
            </a:r>
            <a:r>
              <a:rPr lang="en-US" sz="1600" dirty="0"/>
              <a:t> </a:t>
            </a:r>
            <a:r>
              <a:rPr lang="en-US" sz="1600" dirty="0" err="1"/>
              <a:t>một</a:t>
            </a:r>
            <a:r>
              <a:rPr lang="en-US" sz="1600" dirty="0"/>
              <a:t> </a:t>
            </a:r>
            <a:r>
              <a:rPr lang="en-US" sz="1600" dirty="0" err="1"/>
              <a:t>sản</a:t>
            </a:r>
            <a:r>
              <a:rPr lang="en-US" sz="1600" dirty="0"/>
              <a:t> </a:t>
            </a:r>
            <a:r>
              <a:rPr lang="en-US" sz="1600" dirty="0" err="1"/>
              <a:t>phẩm</a:t>
            </a:r>
            <a:r>
              <a:rPr lang="en-US" sz="1600" dirty="0"/>
              <a:t> </a:t>
            </a:r>
            <a:r>
              <a:rPr lang="en-US" sz="1600" dirty="0" err="1"/>
              <a:t>trong</a:t>
            </a:r>
            <a:r>
              <a:rPr lang="en-US" sz="1600" dirty="0"/>
              <a:t> </a:t>
            </a:r>
            <a:r>
              <a:rPr lang="en-US" sz="1600" dirty="0" err="1"/>
              <a:t>giỏ</a:t>
            </a:r>
            <a:r>
              <a:rPr lang="en-US" sz="1600" dirty="0"/>
              <a:t> </a:t>
            </a:r>
            <a:r>
              <a:rPr lang="en-US" sz="1600" dirty="0" err="1"/>
              <a:t>hàng</a:t>
            </a:r>
            <a:endParaRPr lang="en-US" sz="1600" dirty="0"/>
          </a:p>
          <a:p>
            <a:pPr lvl="1"/>
            <a:r>
              <a:rPr lang="en-US" sz="1800" dirty="0"/>
              <a:t>Trong </a:t>
            </a:r>
            <a:r>
              <a:rPr lang="en-US" sz="1800" dirty="0">
                <a:solidFill>
                  <a:srgbClr val="FFFF00"/>
                </a:solidFill>
              </a:rPr>
              <a:t>View\Cart</a:t>
            </a:r>
            <a:r>
              <a:rPr lang="en-US" sz="1800" dirty="0"/>
              <a:t>, </a:t>
            </a:r>
            <a:r>
              <a:rPr lang="en-US" sz="1800" dirty="0" err="1"/>
              <a:t>tạo</a:t>
            </a:r>
            <a:r>
              <a:rPr lang="en-US" sz="1800" dirty="0"/>
              <a:t> </a:t>
            </a:r>
            <a:r>
              <a:rPr lang="en-US" sz="1800" dirty="0" err="1"/>
              <a:t>các</a:t>
            </a:r>
            <a:r>
              <a:rPr lang="en-US" sz="1800" dirty="0"/>
              <a:t> file View </a:t>
            </a:r>
            <a:r>
              <a:rPr lang="en-US" sz="1800" dirty="0" err="1"/>
              <a:t>tương</a:t>
            </a:r>
            <a:r>
              <a:rPr lang="en-US" sz="1800" dirty="0"/>
              <a:t> </a:t>
            </a:r>
            <a:r>
              <a:rPr lang="en-US" sz="1800" dirty="0" err="1"/>
              <a:t>ứng</a:t>
            </a:r>
            <a:r>
              <a:rPr lang="en-US" sz="1800" dirty="0"/>
              <a:t> </a:t>
            </a:r>
            <a:r>
              <a:rPr lang="en-US" sz="1800" dirty="0" err="1"/>
              <a:t>với</a:t>
            </a:r>
            <a:r>
              <a:rPr lang="en-US" sz="1800" dirty="0"/>
              <a:t> </a:t>
            </a:r>
            <a:r>
              <a:rPr lang="en-US" sz="1800" dirty="0" err="1"/>
              <a:t>các</a:t>
            </a:r>
            <a:r>
              <a:rPr lang="en-US" sz="1800" dirty="0"/>
              <a:t> action</a:t>
            </a:r>
          </a:p>
          <a:p>
            <a:pPr lvl="2"/>
            <a:r>
              <a:rPr lang="en-US" sz="1400" dirty="0" err="1">
                <a:solidFill>
                  <a:schemeClr val="bg2"/>
                </a:solidFill>
                <a:highlight>
                  <a:srgbClr val="FFFF00"/>
                </a:highlight>
              </a:rPr>
              <a:t>Index.cshtml</a:t>
            </a:r>
            <a:r>
              <a:rPr lang="en-US" sz="1400" dirty="0"/>
              <a:t>: </a:t>
            </a:r>
            <a:r>
              <a:rPr lang="en-US" sz="1400" dirty="0" err="1"/>
              <a:t>hiển</a:t>
            </a:r>
            <a:r>
              <a:rPr lang="en-US" sz="1400" dirty="0"/>
              <a:t> </a:t>
            </a:r>
            <a:r>
              <a:rPr lang="en-US" sz="1400" dirty="0" err="1"/>
              <a:t>thị</a:t>
            </a:r>
            <a:r>
              <a:rPr lang="en-US" sz="1400" dirty="0"/>
              <a:t> </a:t>
            </a:r>
            <a:r>
              <a:rPr lang="en-US" sz="1400" dirty="0" err="1"/>
              <a:t>trang</a:t>
            </a:r>
            <a:r>
              <a:rPr lang="en-US" sz="1400" dirty="0"/>
              <a:t> </a:t>
            </a:r>
            <a:r>
              <a:rPr lang="en-US" sz="1400" dirty="0" err="1"/>
              <a:t>Giỏ</a:t>
            </a:r>
            <a:r>
              <a:rPr lang="en-US" sz="1400" dirty="0"/>
              <a:t> </a:t>
            </a:r>
            <a:r>
              <a:rPr lang="en-US" sz="1400" dirty="0" err="1"/>
              <a:t>hàng</a:t>
            </a:r>
            <a:endParaRPr lang="en-US" sz="1400" dirty="0"/>
          </a:p>
        </p:txBody>
      </p:sp>
      <p:sp>
        <p:nvSpPr>
          <p:cNvPr id="3" name="TextBox 2">
            <a:extLst>
              <a:ext uri="{FF2B5EF4-FFF2-40B4-BE49-F238E27FC236}">
                <a16:creationId xmlns:a16="http://schemas.microsoft.com/office/drawing/2014/main" id="{DF859FBD-B23B-9F35-CAF4-32ADE6896152}"/>
              </a:ext>
            </a:extLst>
          </p:cNvPr>
          <p:cNvSpPr txBox="1"/>
          <p:nvPr/>
        </p:nvSpPr>
        <p:spPr>
          <a:xfrm>
            <a:off x="5027612" y="5980176"/>
            <a:ext cx="6553200" cy="369332"/>
          </a:xfrm>
          <a:prstGeom prst="rect">
            <a:avLst/>
          </a:prstGeom>
          <a:noFill/>
        </p:spPr>
        <p:txBody>
          <a:bodyPr wrap="square" rtlCol="0">
            <a:spAutoFit/>
          </a:bodyPr>
          <a:lstStyle/>
          <a:p>
            <a:r>
              <a:rPr lang="en-US" dirty="0"/>
              <a:t>Link Video </a:t>
            </a:r>
            <a:r>
              <a:rPr lang="en-US" dirty="0" err="1"/>
              <a:t>hướng</a:t>
            </a:r>
            <a:r>
              <a:rPr lang="en-US" dirty="0"/>
              <a:t> </a:t>
            </a:r>
            <a:r>
              <a:rPr lang="en-US" dirty="0" err="1"/>
              <a:t>dẫn</a:t>
            </a:r>
            <a:r>
              <a:rPr lang="en-US" dirty="0"/>
              <a:t>:</a:t>
            </a:r>
          </a:p>
        </p:txBody>
      </p:sp>
      <p:pic>
        <p:nvPicPr>
          <p:cNvPr id="4" name="Picture 3">
            <a:extLst>
              <a:ext uri="{FF2B5EF4-FFF2-40B4-BE49-F238E27FC236}">
                <a16:creationId xmlns:a16="http://schemas.microsoft.com/office/drawing/2014/main" id="{5431BD34-2D5B-ED66-5361-DB15A31A652B}"/>
              </a:ext>
            </a:extLst>
          </p:cNvPr>
          <p:cNvPicPr>
            <a:picLocks noChangeAspect="1"/>
          </p:cNvPicPr>
          <p:nvPr/>
        </p:nvPicPr>
        <p:blipFill>
          <a:blip r:embed="rId2"/>
          <a:stretch>
            <a:fillRect/>
          </a:stretch>
        </p:blipFill>
        <p:spPr>
          <a:xfrm>
            <a:off x="-1588" y="0"/>
            <a:ext cx="4738895" cy="6858000"/>
          </a:xfrm>
          <a:prstGeom prst="rect">
            <a:avLst/>
          </a:prstGeom>
        </p:spPr>
      </p:pic>
    </p:spTree>
    <p:extLst>
      <p:ext uri="{BB962C8B-B14F-4D97-AF65-F5344CB8AC3E}">
        <p14:creationId xmlns:p14="http://schemas.microsoft.com/office/powerpoint/2010/main" val="924102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844551"/>
          </a:xfrm>
        </p:spPr>
        <p:txBody>
          <a:bodyPr>
            <a:noAutofit/>
          </a:bodyPr>
          <a:lstStyle/>
          <a:p>
            <a:r>
              <a:rPr lang="en-US" sz="3600" dirty="0"/>
              <a:t>3.1 </a:t>
            </a:r>
            <a:r>
              <a:rPr lang="en-US" sz="3600" dirty="0" err="1"/>
              <a:t>Giỏ</a:t>
            </a:r>
            <a:r>
              <a:rPr lang="en-US" sz="3600" dirty="0"/>
              <a:t> </a:t>
            </a:r>
            <a:r>
              <a:rPr lang="en-US" sz="3600" dirty="0" err="1"/>
              <a:t>hàng</a:t>
            </a:r>
            <a:r>
              <a:rPr lang="en-US" sz="3600" dirty="0"/>
              <a:t> </a:t>
            </a:r>
            <a:r>
              <a:rPr lang="en-US" sz="3600" dirty="0" err="1"/>
              <a:t>cơ</a:t>
            </a:r>
            <a:r>
              <a:rPr lang="en-US" sz="3600" dirty="0"/>
              <a:t> </a:t>
            </a:r>
            <a:r>
              <a:rPr lang="en-US" sz="3600" dirty="0" err="1"/>
              <a:t>bản</a:t>
            </a:r>
            <a:br>
              <a:rPr lang="en-US" sz="3600" dirty="0"/>
            </a:b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sp>
        <p:nvSpPr>
          <p:cNvPr id="9" name="Text Placeholder 8">
            <a:extLst>
              <a:ext uri="{FF2B5EF4-FFF2-40B4-BE49-F238E27FC236}">
                <a16:creationId xmlns:a16="http://schemas.microsoft.com/office/drawing/2014/main" id="{A574E095-5C65-9428-C2D2-CEE7834E19FC}"/>
              </a:ext>
            </a:extLst>
          </p:cNvPr>
          <p:cNvSpPr txBox="1">
            <a:spLocks/>
          </p:cNvSpPr>
          <p:nvPr/>
        </p:nvSpPr>
        <p:spPr>
          <a:xfrm>
            <a:off x="150813" y="1259840"/>
            <a:ext cx="6172200" cy="533400"/>
          </a:xfrm>
          <a:prstGeom prst="rect">
            <a:avLst/>
          </a:prstGeom>
        </p:spPr>
        <p:txBody>
          <a:bodyPr>
            <a:norm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sz="2400" dirty="0" err="1"/>
              <a:t>Cấu</a:t>
            </a:r>
            <a:r>
              <a:rPr lang="en-US" sz="2400" dirty="0"/>
              <a:t> </a:t>
            </a:r>
            <a:r>
              <a:rPr lang="en-US" sz="2400" dirty="0" err="1"/>
              <a:t>trúc</a:t>
            </a:r>
            <a:r>
              <a:rPr lang="en-US" sz="2400" dirty="0"/>
              <a:t> </a:t>
            </a:r>
            <a:r>
              <a:rPr lang="en-US" sz="2400" dirty="0" err="1"/>
              <a:t>trang</a:t>
            </a:r>
            <a:r>
              <a:rPr lang="en-US" sz="2400" dirty="0"/>
              <a:t>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11" name="Table 10">
            <a:extLst>
              <a:ext uri="{FF2B5EF4-FFF2-40B4-BE49-F238E27FC236}">
                <a16:creationId xmlns:a16="http://schemas.microsoft.com/office/drawing/2014/main" id="{AC6D4F6C-1125-4B76-2CCB-80E771801AE4}"/>
              </a:ext>
            </a:extLst>
          </p:cNvPr>
          <p:cNvGraphicFramePr>
            <a:graphicFrameLocks noGrp="1"/>
          </p:cNvGraphicFramePr>
          <p:nvPr>
            <p:extLst>
              <p:ext uri="{D42A27DB-BD31-4B8C-83A1-F6EECF244321}">
                <p14:modId xmlns:p14="http://schemas.microsoft.com/office/powerpoint/2010/main" val="2712186089"/>
              </p:ext>
            </p:extLst>
          </p:nvPr>
        </p:nvGraphicFramePr>
        <p:xfrm>
          <a:off x="227012" y="1813044"/>
          <a:ext cx="4876800" cy="4206755"/>
        </p:xfrm>
        <a:graphic>
          <a:graphicData uri="http://schemas.openxmlformats.org/drawingml/2006/table">
            <a:tbl>
              <a:tblPr firstRow="1" bandRow="1">
                <a:tableStyleId>{073A0DAA-6AF3-43AB-8588-CEC1D06C72B9}</a:tableStyleId>
              </a:tblPr>
              <a:tblGrid>
                <a:gridCol w="903110">
                  <a:extLst>
                    <a:ext uri="{9D8B030D-6E8A-4147-A177-3AD203B41FA5}">
                      <a16:colId xmlns:a16="http://schemas.microsoft.com/office/drawing/2014/main" val="285875749"/>
                    </a:ext>
                  </a:extLst>
                </a:gridCol>
                <a:gridCol w="2525890">
                  <a:extLst>
                    <a:ext uri="{9D8B030D-6E8A-4147-A177-3AD203B41FA5}">
                      <a16:colId xmlns:a16="http://schemas.microsoft.com/office/drawing/2014/main" val="2882471911"/>
                    </a:ext>
                  </a:extLst>
                </a:gridCol>
                <a:gridCol w="1447800">
                  <a:extLst>
                    <a:ext uri="{9D8B030D-6E8A-4147-A177-3AD203B41FA5}">
                      <a16:colId xmlns:a16="http://schemas.microsoft.com/office/drawing/2014/main" val="3686659855"/>
                    </a:ext>
                  </a:extLst>
                </a:gridCol>
              </a:tblGrid>
              <a:tr h="408912">
                <a:tc>
                  <a:txBody>
                    <a:bodyPr/>
                    <a:lstStyle/>
                    <a:p>
                      <a:r>
                        <a:rPr lang="en-US"/>
                        <a:t>Section</a:t>
                      </a:r>
                      <a:endParaRPr lang="en-US" dirty="0"/>
                    </a:p>
                  </a:txBody>
                  <a:tcPr/>
                </a:tc>
                <a:tc>
                  <a:txBody>
                    <a:bodyPr/>
                    <a:lstStyle/>
                    <a:p>
                      <a:r>
                        <a:rPr lang="en-US"/>
                        <a:t>Mục đích</a:t>
                      </a:r>
                      <a:endParaRPr lang="en-US" dirty="0"/>
                    </a:p>
                  </a:txBody>
                  <a:tcPr/>
                </a:tc>
                <a:tc>
                  <a:txBody>
                    <a:bodyPr/>
                    <a:lstStyle/>
                    <a:p>
                      <a:r>
                        <a:rPr lang="en-US"/>
                        <a:t>View</a:t>
                      </a:r>
                      <a:endParaRPr lang="en-US" dirty="0"/>
                    </a:p>
                  </a:txBody>
                  <a:tcPr/>
                </a:tc>
                <a:extLst>
                  <a:ext uri="{0D108BD9-81ED-4DB2-BD59-A6C34878D82A}">
                    <a16:rowId xmlns:a16="http://schemas.microsoft.com/office/drawing/2014/main" val="4116632014"/>
                  </a:ext>
                </a:extLst>
              </a:tr>
              <a:tr h="1445197">
                <a:tc>
                  <a:txBody>
                    <a:bodyPr/>
                    <a:lstStyle/>
                    <a:p>
                      <a:r>
                        <a:rPr lang="en-US" sz="1600"/>
                        <a:t>Phần chi tiết giỏ 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a:solidFill>
                            <a:schemeClr val="bg1"/>
                          </a:solidFill>
                          <a:latin typeface="+mn-lt"/>
                          <a:ea typeface="+mn-ea"/>
                          <a:cs typeface="+mn-cs"/>
                        </a:rPr>
                        <a:t>Hiển thị thông tin các sản phẩm có trong giỏ (ảnh, tên, đơn giá, số lượng, thành tiền, tickbox chọn mua, và xóa sản phẩm khỏi giỏ)</a:t>
                      </a:r>
                      <a:endParaRPr lang="vi-VN" sz="16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a:solidFill>
                            <a:schemeClr val="bg1"/>
                          </a:solidFill>
                          <a:latin typeface="+mn-lt"/>
                          <a:ea typeface="+mn-ea"/>
                          <a:cs typeface="+mn-cs"/>
                        </a:rPr>
                        <a:t>Để trong trang 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1445197">
                <a:tc>
                  <a:txBody>
                    <a:bodyPr/>
                    <a:lstStyle/>
                    <a:p>
                      <a:r>
                        <a:rPr lang="en-US" sz="1600"/>
                        <a:t>Phần Tính tiền</a:t>
                      </a:r>
                      <a:endParaRPr lang="en-US" sz="1600" dirty="0"/>
                    </a:p>
                  </a:txBody>
                  <a:tcPr/>
                </a:tc>
                <a:tc>
                  <a:txBody>
                    <a:bodyPr/>
                    <a:lstStyle/>
                    <a:p>
                      <a:r>
                        <a:rPr lang="en-US" sz="1600" dirty="0" err="1"/>
                        <a:t>Tính</a:t>
                      </a:r>
                      <a:r>
                        <a:rPr lang="en-US" sz="1600" dirty="0"/>
                        <a:t> </a:t>
                      </a:r>
                      <a:r>
                        <a:rPr lang="en-US" sz="1600" dirty="0" err="1"/>
                        <a:t>tiền</a:t>
                      </a:r>
                      <a:r>
                        <a:rPr lang="en-US" sz="1600" dirty="0"/>
                        <a:t> </a:t>
                      </a:r>
                      <a:r>
                        <a:rPr lang="en-US" sz="1600" dirty="0" err="1"/>
                        <a:t>các</a:t>
                      </a:r>
                      <a:r>
                        <a:rPr lang="en-US" sz="1600" dirty="0"/>
                        <a:t> </a:t>
                      </a:r>
                      <a:r>
                        <a:rPr lang="en-US" sz="1600" dirty="0" err="1"/>
                        <a:t>sản</a:t>
                      </a:r>
                      <a:r>
                        <a:rPr lang="en-US" sz="1600" dirty="0"/>
                        <a:t> </a:t>
                      </a:r>
                      <a:r>
                        <a:rPr lang="en-US" sz="1600" dirty="0" err="1"/>
                        <a:t>phẩm</a:t>
                      </a:r>
                      <a:r>
                        <a:rPr lang="en-US" sz="1600" dirty="0"/>
                        <a:t> </a:t>
                      </a:r>
                      <a:r>
                        <a:rPr lang="en-US" sz="1600" dirty="0" err="1"/>
                        <a:t>đã</a:t>
                      </a:r>
                      <a:r>
                        <a:rPr lang="en-US" sz="1600" dirty="0"/>
                        <a:t> </a:t>
                      </a:r>
                      <a:r>
                        <a:rPr lang="en-US" sz="1600" dirty="0" err="1"/>
                        <a:t>chọn</a:t>
                      </a:r>
                      <a:r>
                        <a:rPr lang="en-US" sz="1600" dirty="0"/>
                        <a:t> </a:t>
                      </a:r>
                      <a:r>
                        <a:rPr lang="en-US" sz="1600" dirty="0" err="1"/>
                        <a:t>mua</a:t>
                      </a:r>
                      <a:r>
                        <a:rPr lang="en-US" sz="1600" dirty="0"/>
                        <a:t>.</a:t>
                      </a:r>
                    </a:p>
                    <a:p>
                      <a:r>
                        <a:rPr lang="en-US" sz="1600" dirty="0" err="1"/>
                        <a:t>Nếu</a:t>
                      </a:r>
                      <a:r>
                        <a:rPr lang="en-US" sz="1600" dirty="0"/>
                        <a:t> </a:t>
                      </a:r>
                      <a:r>
                        <a:rPr lang="en-US" sz="1600" dirty="0" err="1"/>
                        <a:t>chọn</a:t>
                      </a:r>
                      <a:r>
                        <a:rPr lang="en-US" sz="1600" dirty="0"/>
                        <a:t> Mua </a:t>
                      </a:r>
                      <a:r>
                        <a:rPr lang="en-US" sz="1600" dirty="0" err="1"/>
                        <a:t>hàng</a:t>
                      </a:r>
                      <a:r>
                        <a:rPr lang="en-US" sz="1600" dirty="0"/>
                        <a:t>: </a:t>
                      </a:r>
                      <a:r>
                        <a:rPr lang="en-US" sz="1600" dirty="0" err="1"/>
                        <a:t>sẽ</a:t>
                      </a:r>
                      <a:r>
                        <a:rPr lang="en-US" sz="1600" dirty="0"/>
                        <a:t> </a:t>
                      </a:r>
                      <a:r>
                        <a:rPr lang="en-US" sz="1600" dirty="0" err="1"/>
                        <a:t>chuyển</a:t>
                      </a:r>
                      <a:r>
                        <a:rPr lang="en-US" sz="1600" dirty="0"/>
                        <a:t> sang </a:t>
                      </a:r>
                      <a:r>
                        <a:rPr lang="en-US" sz="1600" dirty="0" err="1"/>
                        <a:t>trang</a:t>
                      </a:r>
                      <a:r>
                        <a:rPr lang="en-US" sz="1600" dirty="0"/>
                        <a:t> Thanh </a:t>
                      </a:r>
                      <a:r>
                        <a:rPr lang="en-US" sz="1600" dirty="0" err="1"/>
                        <a:t>toán</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503317695"/>
                  </a:ext>
                </a:extLst>
              </a:tr>
              <a:tr h="907449">
                <a:tc>
                  <a:txBody>
                    <a:bodyPr/>
                    <a:lstStyle/>
                    <a:p>
                      <a:r>
                        <a:rPr lang="en-US" sz="1600" dirty="0" err="1"/>
                        <a:t>Nút</a:t>
                      </a:r>
                      <a:r>
                        <a:rPr lang="en-US" sz="1600" dirty="0"/>
                        <a:t> </a:t>
                      </a:r>
                      <a:r>
                        <a:rPr lang="en-US" sz="1600" dirty="0" err="1"/>
                        <a:t>Tiếp</a:t>
                      </a:r>
                      <a:r>
                        <a:rPr lang="en-US" sz="1600" dirty="0"/>
                        <a:t> </a:t>
                      </a:r>
                      <a:r>
                        <a:rPr lang="en-US" sz="1600" dirty="0" err="1"/>
                        <a:t>tục</a:t>
                      </a:r>
                      <a:r>
                        <a:rPr lang="en-US" sz="1600" dirty="0"/>
                        <a:t> </a:t>
                      </a:r>
                      <a:r>
                        <a:rPr lang="en-US" sz="1600" dirty="0" err="1"/>
                        <a:t>mua</a:t>
                      </a:r>
                      <a:r>
                        <a:rPr lang="en-US" sz="1600" dirty="0"/>
                        <a:t> </a:t>
                      </a:r>
                      <a:r>
                        <a:rPr lang="en-US" sz="1600" dirty="0" err="1"/>
                        <a:t>hàng</a:t>
                      </a:r>
                      <a:endParaRPr lang="en-US" sz="1600" dirty="0"/>
                    </a:p>
                  </a:txBody>
                  <a:tcPr/>
                </a:tc>
                <a:tc>
                  <a:txBody>
                    <a:bodyPr/>
                    <a:lstStyle/>
                    <a:p>
                      <a:r>
                        <a:rPr lang="en-US" sz="1600" dirty="0"/>
                        <a:t>Quay </a:t>
                      </a:r>
                      <a:r>
                        <a:rPr lang="en-US" sz="1600" dirty="0" err="1"/>
                        <a:t>trở</a:t>
                      </a:r>
                      <a:r>
                        <a:rPr lang="en-US" sz="1600" dirty="0"/>
                        <a:t> </a:t>
                      </a:r>
                      <a:r>
                        <a:rPr lang="en-US" sz="1600" dirty="0" err="1"/>
                        <a:t>lại</a:t>
                      </a:r>
                      <a:r>
                        <a:rPr lang="en-US" sz="1600" dirty="0"/>
                        <a:t> </a:t>
                      </a:r>
                      <a:r>
                        <a:rPr lang="en-US" sz="1600" dirty="0" err="1"/>
                        <a:t>trang</a:t>
                      </a:r>
                      <a:r>
                        <a:rPr lang="en-US" sz="1600" dirty="0"/>
                        <a:t> Home/Index</a:t>
                      </a: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1419787218"/>
                  </a:ext>
                </a:extLst>
              </a:tr>
            </a:tbl>
          </a:graphicData>
        </a:graphic>
      </p:graphicFrame>
      <p:pic>
        <p:nvPicPr>
          <p:cNvPr id="7" name="Picture 6">
            <a:extLst>
              <a:ext uri="{FF2B5EF4-FFF2-40B4-BE49-F238E27FC236}">
                <a16:creationId xmlns:a16="http://schemas.microsoft.com/office/drawing/2014/main" id="{748C96A8-9FF8-BDD1-C569-168AAFC60609}"/>
              </a:ext>
            </a:extLst>
          </p:cNvPr>
          <p:cNvPicPr>
            <a:picLocks noChangeAspect="1"/>
          </p:cNvPicPr>
          <p:nvPr/>
        </p:nvPicPr>
        <p:blipFill>
          <a:blip r:embed="rId2"/>
          <a:stretch>
            <a:fillRect/>
          </a:stretch>
        </p:blipFill>
        <p:spPr>
          <a:xfrm>
            <a:off x="5181246" y="1793240"/>
            <a:ext cx="6856766" cy="4226560"/>
          </a:xfrm>
          <a:prstGeom prst="rect">
            <a:avLst/>
          </a:prstGeom>
        </p:spPr>
      </p:pic>
    </p:spTree>
    <p:extLst>
      <p:ext uri="{BB962C8B-B14F-4D97-AF65-F5344CB8AC3E}">
        <p14:creationId xmlns:p14="http://schemas.microsoft.com/office/powerpoint/2010/main" val="474554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2437489" cy="1555750"/>
          </a:xfrm>
        </p:spPr>
        <p:txBody>
          <a:bodyPr>
            <a:noAutofit/>
          </a:bodyPr>
          <a:lstStyle/>
          <a:p>
            <a:r>
              <a:rPr lang="en-US" sz="3600" dirty="0"/>
              <a:t>3.1 </a:t>
            </a:r>
            <a:r>
              <a:rPr lang="en-US" sz="3600" dirty="0" err="1"/>
              <a:t>Giỏ</a:t>
            </a:r>
            <a:r>
              <a:rPr lang="en-US" sz="3600" dirty="0"/>
              <a:t> </a:t>
            </a:r>
            <a:r>
              <a:rPr lang="en-US" sz="3600" dirty="0" err="1"/>
              <a:t>hàng</a:t>
            </a:r>
            <a:r>
              <a:rPr lang="en-US" sz="3600" dirty="0"/>
              <a:t> </a:t>
            </a:r>
            <a:r>
              <a:rPr lang="en-US" sz="3600" dirty="0" err="1"/>
              <a:t>cơ</a:t>
            </a:r>
            <a:r>
              <a:rPr lang="en-US" sz="3600" dirty="0"/>
              <a:t> </a:t>
            </a:r>
            <a:r>
              <a:rPr lang="en-US" sz="3600" dirty="0" err="1"/>
              <a:t>bản</a:t>
            </a:r>
            <a:br>
              <a:rPr lang="en-US" sz="3600" dirty="0"/>
            </a:br>
            <a:r>
              <a:rPr lang="en-US" sz="2400" dirty="0"/>
              <a:t>Model</a:t>
            </a:r>
            <a:endParaRPr lang="en-US" sz="3600" dirty="0">
              <a:latin typeface="Calibri Light" panose="020F0302020204030204" pitchFamily="34" charset="0"/>
              <a:cs typeface="Calibri Light" panose="020F0302020204030204" pitchFamily="34" charset="0"/>
            </a:endParaRPr>
          </a:p>
        </p:txBody>
      </p:sp>
      <p:graphicFrame>
        <p:nvGraphicFramePr>
          <p:cNvPr id="3" name="Content Placeholder 11">
            <a:extLst>
              <a:ext uri="{FF2B5EF4-FFF2-40B4-BE49-F238E27FC236}">
                <a16:creationId xmlns:a16="http://schemas.microsoft.com/office/drawing/2014/main" id="{E2B08477-8AB6-8605-04AB-5B313D5F4963}"/>
              </a:ext>
            </a:extLst>
          </p:cNvPr>
          <p:cNvGraphicFramePr>
            <a:graphicFrameLocks/>
          </p:cNvGraphicFramePr>
          <p:nvPr>
            <p:extLst>
              <p:ext uri="{D42A27DB-BD31-4B8C-83A1-F6EECF244321}">
                <p14:modId xmlns:p14="http://schemas.microsoft.com/office/powerpoint/2010/main" val="2588661627"/>
              </p:ext>
            </p:extLst>
          </p:nvPr>
        </p:nvGraphicFramePr>
        <p:xfrm>
          <a:off x="150812" y="1828800"/>
          <a:ext cx="2361289" cy="3200400"/>
        </p:xfrm>
        <a:graphic>
          <a:graphicData uri="http://schemas.openxmlformats.org/drawingml/2006/table">
            <a:tbl>
              <a:tblPr firstRow="1" bandRow="1">
                <a:tableStyleId>{073A0DAA-6AF3-43AB-8588-CEC1D06C72B9}</a:tableStyleId>
              </a:tblPr>
              <a:tblGrid>
                <a:gridCol w="2361289">
                  <a:extLst>
                    <a:ext uri="{9D8B030D-6E8A-4147-A177-3AD203B41FA5}">
                      <a16:colId xmlns:a16="http://schemas.microsoft.com/office/drawing/2014/main" val="3746387964"/>
                    </a:ext>
                  </a:extLst>
                </a:gridCol>
              </a:tblGrid>
              <a:tr h="689317">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dirty="0"/>
                        <a:t>Model: </a:t>
                      </a:r>
                      <a:r>
                        <a:rPr lang="en-US" sz="1800" b="0" kern="1200" dirty="0" err="1">
                          <a:solidFill>
                            <a:schemeClr val="tx1"/>
                          </a:solidFill>
                          <a:latin typeface="+mn-lt"/>
                          <a:ea typeface="+mn-ea"/>
                          <a:cs typeface="+mn-cs"/>
                        </a:rPr>
                        <a:t>Tạo</a:t>
                      </a:r>
                      <a:r>
                        <a:rPr lang="en-US" sz="1800" b="0" kern="1200" dirty="0">
                          <a:solidFill>
                            <a:schemeClr val="tx1"/>
                          </a:solidFill>
                          <a:latin typeface="+mn-lt"/>
                          <a:ea typeface="+mn-ea"/>
                          <a:cs typeface="+mn-cs"/>
                        </a:rPr>
                        <a:t> 03 </a:t>
                      </a:r>
                      <a:r>
                        <a:rPr lang="en-US" sz="1800" b="0" kern="1200" dirty="0" err="1">
                          <a:solidFill>
                            <a:schemeClr val="tx1"/>
                          </a:solidFill>
                          <a:latin typeface="+mn-lt"/>
                          <a:ea typeface="+mn-ea"/>
                          <a:cs typeface="+mn-cs"/>
                        </a:rPr>
                        <a:t>lớp</a:t>
                      </a:r>
                      <a:r>
                        <a:rPr lang="en-US" sz="1800" b="0" kern="1200" dirty="0">
                          <a:solidFill>
                            <a:schemeClr val="tx1"/>
                          </a:solidFill>
                          <a:latin typeface="+mn-lt"/>
                          <a:ea typeface="+mn-ea"/>
                          <a:cs typeface="+mn-cs"/>
                        </a:rPr>
                        <a:t> View Model: </a:t>
                      </a:r>
                    </a:p>
                  </a:txBody>
                  <a:tcPr/>
                </a:tc>
                <a:extLst>
                  <a:ext uri="{0D108BD9-81ED-4DB2-BD59-A6C34878D82A}">
                    <a16:rowId xmlns:a16="http://schemas.microsoft.com/office/drawing/2014/main" val="2981023087"/>
                  </a:ext>
                </a:extLst>
              </a:tr>
              <a:tr h="885433">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err="1">
                          <a:solidFill>
                            <a:schemeClr val="bg1"/>
                          </a:solidFill>
                          <a:highlight>
                            <a:srgbClr val="FFFF00"/>
                          </a:highlight>
                          <a:latin typeface="+mn-lt"/>
                          <a:ea typeface="+mn-ea"/>
                          <a:cs typeface="+mn-cs"/>
                        </a:rPr>
                        <a:t>CartItem.cs</a:t>
                      </a:r>
                      <a:r>
                        <a:rPr lang="en-US" sz="1400" b="1" kern="1200" dirty="0">
                          <a:solidFill>
                            <a:schemeClr val="bg1"/>
                          </a:solidFill>
                          <a:highlight>
                            <a:srgbClr val="FFFF00"/>
                          </a:highlight>
                          <a:latin typeface="+mn-lt"/>
                          <a:ea typeface="+mn-ea"/>
                          <a:cs typeface="+mn-cs"/>
                        </a:rPr>
                        <a:t>,</a:t>
                      </a:r>
                      <a:r>
                        <a:rPr lang="en-US" sz="1400" b="1" kern="1200" dirty="0">
                          <a:solidFill>
                            <a:schemeClr val="bg1"/>
                          </a:solidFill>
                          <a:latin typeface="+mn-lt"/>
                          <a:ea typeface="+mn-ea"/>
                          <a:cs typeface="+mn-cs"/>
                        </a:rPr>
                        <a:t> </a:t>
                      </a: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thông</a:t>
                      </a:r>
                      <a:r>
                        <a:rPr lang="en-US" sz="1400" b="0" kern="1200" dirty="0">
                          <a:solidFill>
                            <a:schemeClr val="bg1"/>
                          </a:solidFill>
                          <a:latin typeface="+mn-lt"/>
                          <a:ea typeface="+mn-ea"/>
                          <a:cs typeface="+mn-cs"/>
                        </a:rPr>
                        <a:t> tin </a:t>
                      </a:r>
                      <a:r>
                        <a:rPr lang="en-US" sz="1400" b="0" kern="1200" dirty="0" err="1">
                          <a:solidFill>
                            <a:schemeClr val="bg1"/>
                          </a:solidFill>
                          <a:latin typeface="+mn-lt"/>
                          <a:ea typeface="+mn-ea"/>
                          <a:cs typeface="+mn-cs"/>
                        </a:rPr>
                        <a:t>mỗi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mặt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có</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endParaRPr lang="en-US" sz="14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r h="787791">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err="1">
                          <a:solidFill>
                            <a:schemeClr val="bg1"/>
                          </a:solidFill>
                          <a:highlight>
                            <a:srgbClr val="FFFF00"/>
                          </a:highlight>
                          <a:latin typeface="+mn-lt"/>
                          <a:ea typeface="+mn-ea"/>
                          <a:cs typeface="+mn-cs"/>
                        </a:rPr>
                        <a:t>Cart.cs</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quản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lý</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sách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các</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endParaRPr lang="en-US" sz="1400" b="0" kern="1200" dirty="0">
                        <a:solidFill>
                          <a:schemeClr val="bg1"/>
                        </a:solidFill>
                        <a:latin typeface="+mn-lt"/>
                        <a:ea typeface="+mn-ea"/>
                        <a:cs typeface="+mn-cs"/>
                      </a:endParaRPr>
                    </a:p>
                  </a:txBody>
                  <a:tcPr/>
                </a:tc>
                <a:extLst>
                  <a:ext uri="{0D108BD9-81ED-4DB2-BD59-A6C34878D82A}">
                    <a16:rowId xmlns:a16="http://schemas.microsoft.com/office/drawing/2014/main" val="174436792"/>
                  </a:ext>
                </a:extLst>
              </a:tr>
              <a:tr h="837859">
                <a:tc>
                  <a:txBody>
                    <a:bodyPr/>
                    <a:lstStyle/>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1" kern="1200" dirty="0" err="1">
                          <a:solidFill>
                            <a:schemeClr val="bg1"/>
                          </a:solidFill>
                          <a:highlight>
                            <a:srgbClr val="FFFF00"/>
                          </a:highlight>
                          <a:latin typeface="+mn-lt"/>
                          <a:ea typeface="+mn-ea"/>
                          <a:cs typeface="+mn-cs"/>
                        </a:rPr>
                        <a:t>CartService.cs</a:t>
                      </a:r>
                      <a:r>
                        <a:rPr lang="en-US" sz="1400" b="1" kern="1200" dirty="0">
                          <a:solidFill>
                            <a:schemeClr val="bg1"/>
                          </a:solidFill>
                          <a:highlight>
                            <a:srgbClr val="FFFF00"/>
                          </a:highlight>
                          <a:latin typeface="+mn-lt"/>
                          <a:ea typeface="+mn-ea"/>
                          <a:cs typeface="+mn-cs"/>
                        </a:rPr>
                        <a:t> </a:t>
                      </a: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tương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tác</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với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session</a:t>
                      </a:r>
                    </a:p>
                  </a:txBody>
                  <a:tcPr/>
                </a:tc>
                <a:extLst>
                  <a:ext uri="{0D108BD9-81ED-4DB2-BD59-A6C34878D82A}">
                    <a16:rowId xmlns:a16="http://schemas.microsoft.com/office/drawing/2014/main" val="462278812"/>
                  </a:ext>
                </a:extLst>
              </a:tr>
            </a:tbl>
          </a:graphicData>
        </a:graphic>
      </p:graphicFrame>
      <p:pic>
        <p:nvPicPr>
          <p:cNvPr id="5" name="Picture 4">
            <a:extLst>
              <a:ext uri="{FF2B5EF4-FFF2-40B4-BE49-F238E27FC236}">
                <a16:creationId xmlns:a16="http://schemas.microsoft.com/office/drawing/2014/main" id="{ED23C6E7-26D1-36E7-0292-52F9B72E3B35}"/>
              </a:ext>
            </a:extLst>
          </p:cNvPr>
          <p:cNvPicPr>
            <a:picLocks noChangeAspect="1"/>
          </p:cNvPicPr>
          <p:nvPr/>
        </p:nvPicPr>
        <p:blipFill>
          <a:blip r:embed="rId2"/>
          <a:stretch>
            <a:fillRect/>
          </a:stretch>
        </p:blipFill>
        <p:spPr>
          <a:xfrm>
            <a:off x="8151812" y="0"/>
            <a:ext cx="3886200" cy="2572360"/>
          </a:xfrm>
          <a:prstGeom prst="rect">
            <a:avLst/>
          </a:prstGeom>
        </p:spPr>
      </p:pic>
      <p:pic>
        <p:nvPicPr>
          <p:cNvPr id="9" name="Picture 8">
            <a:extLst>
              <a:ext uri="{FF2B5EF4-FFF2-40B4-BE49-F238E27FC236}">
                <a16:creationId xmlns:a16="http://schemas.microsoft.com/office/drawing/2014/main" id="{45E03F26-0017-EF06-20AF-4007A7741B61}"/>
              </a:ext>
            </a:extLst>
          </p:cNvPr>
          <p:cNvPicPr>
            <a:picLocks noChangeAspect="1"/>
          </p:cNvPicPr>
          <p:nvPr/>
        </p:nvPicPr>
        <p:blipFill>
          <a:blip r:embed="rId3"/>
          <a:stretch>
            <a:fillRect/>
          </a:stretch>
        </p:blipFill>
        <p:spPr>
          <a:xfrm>
            <a:off x="2626777" y="0"/>
            <a:ext cx="5432076" cy="6858000"/>
          </a:xfrm>
          <a:prstGeom prst="rect">
            <a:avLst/>
          </a:prstGeom>
        </p:spPr>
      </p:pic>
      <p:pic>
        <p:nvPicPr>
          <p:cNvPr id="11" name="Picture 10">
            <a:extLst>
              <a:ext uri="{FF2B5EF4-FFF2-40B4-BE49-F238E27FC236}">
                <a16:creationId xmlns:a16="http://schemas.microsoft.com/office/drawing/2014/main" id="{A87BCE8C-2C7A-9AD3-3EC0-93560736B11A}"/>
              </a:ext>
            </a:extLst>
          </p:cNvPr>
          <p:cNvPicPr>
            <a:picLocks noChangeAspect="1"/>
          </p:cNvPicPr>
          <p:nvPr/>
        </p:nvPicPr>
        <p:blipFill>
          <a:blip r:embed="rId4"/>
          <a:stretch>
            <a:fillRect/>
          </a:stretch>
        </p:blipFill>
        <p:spPr>
          <a:xfrm>
            <a:off x="8151812" y="2655880"/>
            <a:ext cx="3886200" cy="4201449"/>
          </a:xfrm>
          <a:prstGeom prst="rect">
            <a:avLst/>
          </a:prstGeom>
        </p:spPr>
      </p:pic>
    </p:spTree>
    <p:extLst>
      <p:ext uri="{BB962C8B-B14F-4D97-AF65-F5344CB8AC3E}">
        <p14:creationId xmlns:p14="http://schemas.microsoft.com/office/powerpoint/2010/main" val="3043830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5029200" cy="844551"/>
          </a:xfrm>
        </p:spPr>
        <p:txBody>
          <a:bodyPr>
            <a:noAutofit/>
          </a:bodyPr>
          <a:lstStyle/>
          <a:p>
            <a:r>
              <a:rPr lang="en-US" sz="3600" dirty="0"/>
              <a:t>3.1 </a:t>
            </a:r>
            <a:r>
              <a:rPr lang="en-US" sz="3600" dirty="0" err="1"/>
              <a:t>Giỏ</a:t>
            </a:r>
            <a:r>
              <a:rPr lang="en-US" sz="3600" dirty="0"/>
              <a:t> </a:t>
            </a:r>
            <a:r>
              <a:rPr lang="en-US" sz="3600" dirty="0" err="1"/>
              <a:t>hàng</a:t>
            </a:r>
            <a:r>
              <a:rPr lang="en-US" sz="3600" dirty="0"/>
              <a:t> </a:t>
            </a:r>
            <a:r>
              <a:rPr lang="en-US" sz="3600" dirty="0" err="1"/>
              <a:t>cơ</a:t>
            </a:r>
            <a:r>
              <a:rPr lang="en-US" sz="3600" dirty="0"/>
              <a:t> </a:t>
            </a:r>
            <a:r>
              <a:rPr lang="en-US" sz="3600" dirty="0" err="1"/>
              <a:t>bản</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3" name="Content Placeholder 11">
            <a:extLst>
              <a:ext uri="{FF2B5EF4-FFF2-40B4-BE49-F238E27FC236}">
                <a16:creationId xmlns:a16="http://schemas.microsoft.com/office/drawing/2014/main" id="{E2B08477-8AB6-8605-04AB-5B313D5F4963}"/>
              </a:ext>
            </a:extLst>
          </p:cNvPr>
          <p:cNvGraphicFramePr>
            <a:graphicFrameLocks/>
          </p:cNvGraphicFramePr>
          <p:nvPr>
            <p:extLst>
              <p:ext uri="{D42A27DB-BD31-4B8C-83A1-F6EECF244321}">
                <p14:modId xmlns:p14="http://schemas.microsoft.com/office/powerpoint/2010/main" val="1360491659"/>
              </p:ext>
            </p:extLst>
          </p:nvPr>
        </p:nvGraphicFramePr>
        <p:xfrm>
          <a:off x="196551" y="1371600"/>
          <a:ext cx="4952088" cy="3200400"/>
        </p:xfrm>
        <a:graphic>
          <a:graphicData uri="http://schemas.openxmlformats.org/drawingml/2006/table">
            <a:tbl>
              <a:tblPr firstRow="1" bandRow="1">
                <a:tableStyleId>{073A0DAA-6AF3-43AB-8588-CEC1D06C72B9}</a:tableStyleId>
              </a:tblPr>
              <a:tblGrid>
                <a:gridCol w="4952088">
                  <a:extLst>
                    <a:ext uri="{9D8B030D-6E8A-4147-A177-3AD203B41FA5}">
                      <a16:colId xmlns:a16="http://schemas.microsoft.com/office/drawing/2014/main" val="3776698516"/>
                    </a:ext>
                  </a:extLst>
                </a:gridCol>
              </a:tblGrid>
              <a:tr h="466336">
                <a:tc>
                  <a:txBody>
                    <a:bodyPr/>
                    <a:lstStyle/>
                    <a:p>
                      <a:r>
                        <a:rPr lang="en-US" dirty="0"/>
                        <a:t>Controller: </a:t>
                      </a:r>
                      <a:r>
                        <a:rPr lang="en-US" dirty="0" err="1"/>
                        <a:t>CartController</a:t>
                      </a:r>
                      <a:endParaRPr lang="en-US" dirty="0"/>
                    </a:p>
                  </a:txBody>
                  <a:tcPr/>
                </a:tc>
                <a:extLst>
                  <a:ext uri="{0D108BD9-81ED-4DB2-BD59-A6C34878D82A}">
                    <a16:rowId xmlns:a16="http://schemas.microsoft.com/office/drawing/2014/main" val="2981023087"/>
                  </a:ext>
                </a:extLst>
              </a:tr>
              <a:tr h="2734064">
                <a:tc>
                  <a:txBody>
                    <a:bodyPr/>
                    <a:lstStyle/>
                    <a:p>
                      <a:r>
                        <a:rPr lang="en-US" sz="1600" b="0" kern="1200" dirty="0" err="1">
                          <a:solidFill>
                            <a:schemeClr val="bg1"/>
                          </a:solidFill>
                          <a:latin typeface="+mn-lt"/>
                          <a:ea typeface="+mn-ea"/>
                          <a:cs typeface="+mn-cs"/>
                        </a:rPr>
                        <a:t>Khai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báo</a:t>
                      </a:r>
                      <a:r>
                        <a:rPr lang="en-US" sz="1600" b="0" kern="1200" dirty="0">
                          <a:solidFill>
                            <a:schemeClr val="bg1"/>
                          </a:solidFill>
                          <a:latin typeface="+mn-lt"/>
                          <a:ea typeface="+mn-ea"/>
                          <a:cs typeface="+mn-cs"/>
                        </a:rPr>
                        <a:t>: </a:t>
                      </a:r>
                    </a:p>
                    <a:p>
                      <a:pPr lvl="1"/>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MaSV_MyStore.Models</a:t>
                      </a:r>
                      <a:r>
                        <a:rPr lang="en-US" sz="1400" b="1" kern="1200" dirty="0">
                          <a:solidFill>
                            <a:schemeClr val="bg1"/>
                          </a:solidFill>
                          <a:highlight>
                            <a:srgbClr val="FFFF00"/>
                          </a:highlight>
                          <a:latin typeface="+mn-lt"/>
                          <a:ea typeface="+mn-ea"/>
                          <a:cs typeface="+mn-cs"/>
                        </a:rPr>
                        <a:t>; </a:t>
                      </a:r>
                    </a:p>
                    <a:p>
                      <a:pPr lvl="1"/>
                      <a:r>
                        <a:rPr lang="en-US" sz="1400" b="1" kern="1200" dirty="0">
                          <a:solidFill>
                            <a:schemeClr val="bg1"/>
                          </a:solidFill>
                          <a:highlight>
                            <a:srgbClr val="FFFF00"/>
                          </a:highlight>
                          <a:latin typeface="+mn-lt"/>
                          <a:ea typeface="+mn-ea"/>
                          <a:cs typeface="+mn-cs"/>
                        </a:rPr>
                        <a:t>using </a:t>
                      </a:r>
                      <a:r>
                        <a:rPr lang="en-US" sz="1400" b="1" kern="1200" dirty="0" err="1">
                          <a:solidFill>
                            <a:schemeClr val="bg1"/>
                          </a:solidFill>
                          <a:highlight>
                            <a:srgbClr val="FFFF00"/>
                          </a:highlight>
                          <a:latin typeface="+mn-lt"/>
                          <a:ea typeface="+mn-ea"/>
                          <a:cs typeface="+mn-cs"/>
                        </a:rPr>
                        <a:t>MaSV_MyStore.Models.ViewModel</a:t>
                      </a:r>
                      <a:r>
                        <a:rPr lang="en-US" sz="1400" b="1" kern="1200" dirty="0">
                          <a:solidFill>
                            <a:schemeClr val="bg1"/>
                          </a:solidFill>
                          <a:highlight>
                            <a:srgbClr val="FFFF00"/>
                          </a:highlight>
                          <a:latin typeface="+mn-lt"/>
                          <a:ea typeface="+mn-ea"/>
                          <a:cs typeface="+mn-cs"/>
                        </a:rPr>
                        <a:t>; </a:t>
                      </a:r>
                    </a:p>
                    <a:p>
                      <a:endParaRPr lang="en-US" sz="1600" b="0" kern="1200" dirty="0">
                        <a:solidFill>
                          <a:schemeClr val="bg1"/>
                        </a:solidFill>
                        <a:latin typeface="+mn-lt"/>
                        <a:ea typeface="+mn-ea"/>
                        <a:cs typeface="+mn-cs"/>
                      </a:endParaRPr>
                    </a:p>
                    <a:p>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Action:</a:t>
                      </a:r>
                    </a:p>
                    <a:p>
                      <a:pPr marL="285750" indent="-285750">
                        <a:buFont typeface="Arial" panose="020B0604020202020204" pitchFamily="34" charset="0"/>
                        <a:buChar char="•"/>
                      </a:pPr>
                      <a:r>
                        <a:rPr lang="en-US" sz="1400" b="0" kern="1200" dirty="0" err="1">
                          <a:solidFill>
                            <a:schemeClr val="bg1"/>
                          </a:solidFill>
                          <a:highlight>
                            <a:srgbClr val="FFFF00"/>
                          </a:highlight>
                          <a:latin typeface="+mn-lt"/>
                          <a:ea typeface="+mn-ea"/>
                          <a:cs typeface="+mn-cs"/>
                        </a:rPr>
                        <a:t>GetCartService</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lấy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dịch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vụ</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endParaRPr lang="en-US" sz="1400" b="0" kern="1200" dirty="0">
                        <a:solidFill>
                          <a:schemeClr val="bg1"/>
                        </a:solidFill>
                        <a:latin typeface="+mn-lt"/>
                        <a:ea typeface="+mn-ea"/>
                        <a:cs typeface="+mn-cs"/>
                      </a:endParaRPr>
                    </a:p>
                    <a:p>
                      <a:pPr marL="285750" indent="-285750">
                        <a:buFont typeface="Arial" panose="020B0604020202020204" pitchFamily="34" charset="0"/>
                        <a:buChar char="•"/>
                      </a:pPr>
                      <a:r>
                        <a:rPr lang="en-US" sz="1400" b="0" kern="1200" dirty="0">
                          <a:solidFill>
                            <a:schemeClr val="bg1"/>
                          </a:solidFill>
                          <a:highlight>
                            <a:srgbClr val="FFFF00"/>
                          </a:highlight>
                          <a:latin typeface="+mn-lt"/>
                          <a:ea typeface="+mn-ea"/>
                          <a:cs typeface="+mn-cs"/>
                        </a:rPr>
                        <a:t>Index</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hiển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thị</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endParaRPr lang="en-US" sz="1400" b="0" kern="1200" dirty="0">
                        <a:solidFill>
                          <a:schemeClr val="bg1"/>
                        </a:solidFill>
                        <a:latin typeface="+mn-lt"/>
                        <a:ea typeface="+mn-ea"/>
                        <a:cs typeface="+mn-cs"/>
                      </a:endParaRPr>
                    </a:p>
                    <a:p>
                      <a:pPr marL="285750" indent="-285750">
                        <a:buFont typeface="Arial" panose="020B0604020202020204" pitchFamily="34" charset="0"/>
                        <a:buChar char="•"/>
                      </a:pPr>
                      <a:r>
                        <a:rPr lang="en-US" sz="1400" b="0" kern="1200" dirty="0" err="1">
                          <a:solidFill>
                            <a:schemeClr val="bg1"/>
                          </a:solidFill>
                          <a:highlight>
                            <a:srgbClr val="FFFF00"/>
                          </a:highlight>
                          <a:latin typeface="+mn-lt"/>
                          <a:ea typeface="+mn-ea"/>
                          <a:cs typeface="+mn-cs"/>
                        </a:rPr>
                        <a:t>AddToCart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thêm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vào</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endParaRPr lang="en-US" sz="1400" b="0" kern="1200" dirty="0">
                        <a:solidFill>
                          <a:schemeClr val="bg1"/>
                        </a:solidFill>
                        <a:latin typeface="+mn-lt"/>
                        <a:ea typeface="+mn-ea"/>
                        <a:cs typeface="+mn-cs"/>
                      </a:endParaRPr>
                    </a:p>
                    <a:p>
                      <a:pPr marL="285750" indent="-285750">
                        <a:buFont typeface="Arial" panose="020B0604020202020204" pitchFamily="34" charset="0"/>
                        <a:buChar char="•"/>
                      </a:pPr>
                      <a:r>
                        <a:rPr lang="en-US" sz="1400" b="0" kern="1200" dirty="0" err="1">
                          <a:solidFill>
                            <a:schemeClr val="bg1"/>
                          </a:solidFill>
                          <a:highlight>
                            <a:srgbClr val="FFFF00"/>
                          </a:highlight>
                          <a:latin typeface="+mn-lt"/>
                          <a:ea typeface="+mn-ea"/>
                          <a:cs typeface="+mn-cs"/>
                        </a:rPr>
                        <a:t>RemoveFromCart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xóa</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khỏi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endParaRPr lang="en-US" sz="1400" b="0" kern="1200" dirty="0">
                        <a:solidFill>
                          <a:schemeClr val="bg1"/>
                        </a:solidFill>
                        <a:latin typeface="+mn-lt"/>
                        <a:ea typeface="+mn-ea"/>
                        <a:cs typeface="+mn-cs"/>
                      </a:endParaRPr>
                    </a:p>
                    <a:p>
                      <a:pPr marL="285750" indent="-285750">
                        <a:buFont typeface="Arial" panose="020B0604020202020204" pitchFamily="34" charset="0"/>
                        <a:buChar char="•"/>
                      </a:pPr>
                      <a:r>
                        <a:rPr lang="en-US" sz="1400" b="0" kern="1200" dirty="0" err="1">
                          <a:solidFill>
                            <a:schemeClr val="bg1"/>
                          </a:solidFill>
                          <a:highlight>
                            <a:srgbClr val="FFFF00"/>
                          </a:highlight>
                          <a:latin typeface="+mn-lt"/>
                          <a:ea typeface="+mn-ea"/>
                          <a:cs typeface="+mn-cs"/>
                        </a:rPr>
                        <a:t>ClearCart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làm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trống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endParaRPr lang="en-US" sz="1400" b="0" kern="1200" dirty="0">
                        <a:solidFill>
                          <a:schemeClr val="bg1"/>
                        </a:solidFill>
                        <a:latin typeface="+mn-lt"/>
                        <a:ea typeface="+mn-ea"/>
                        <a:cs typeface="+mn-cs"/>
                      </a:endParaRPr>
                    </a:p>
                    <a:p>
                      <a:pPr marL="285750" indent="-285750">
                        <a:buFont typeface="Arial" panose="020B0604020202020204" pitchFamily="34" charset="0"/>
                        <a:buChar char="•"/>
                      </a:pPr>
                      <a:r>
                        <a:rPr lang="en-US" sz="1400" b="0" kern="1200" dirty="0" err="1">
                          <a:solidFill>
                            <a:schemeClr val="bg1"/>
                          </a:solidFill>
                          <a:highlight>
                            <a:srgbClr val="FFFF00"/>
                          </a:highlight>
                          <a:latin typeface="+mn-lt"/>
                          <a:ea typeface="+mn-ea"/>
                          <a:cs typeface="+mn-cs"/>
                        </a:rPr>
                        <a:t>UpdateQuantity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cập</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nhật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số</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lượng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trong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giỏ</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endParaRPr lang="en-US" sz="1400" b="1"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7" name="Picture 6">
            <a:extLst>
              <a:ext uri="{FF2B5EF4-FFF2-40B4-BE49-F238E27FC236}">
                <a16:creationId xmlns:a16="http://schemas.microsoft.com/office/drawing/2014/main" id="{1EE2CCCC-F1AE-1A02-FA8C-6C35769DA8A0}"/>
              </a:ext>
            </a:extLst>
          </p:cNvPr>
          <p:cNvPicPr>
            <a:picLocks noChangeAspect="1"/>
          </p:cNvPicPr>
          <p:nvPr/>
        </p:nvPicPr>
        <p:blipFill>
          <a:blip r:embed="rId2"/>
          <a:stretch>
            <a:fillRect/>
          </a:stretch>
        </p:blipFill>
        <p:spPr>
          <a:xfrm>
            <a:off x="6059858" y="0"/>
            <a:ext cx="6054354" cy="6858000"/>
          </a:xfrm>
          <a:prstGeom prst="rect">
            <a:avLst/>
          </a:prstGeom>
        </p:spPr>
      </p:pic>
    </p:spTree>
    <p:extLst>
      <p:ext uri="{BB962C8B-B14F-4D97-AF65-F5344CB8AC3E}">
        <p14:creationId xmlns:p14="http://schemas.microsoft.com/office/powerpoint/2010/main" val="400347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0"/>
            <a:ext cx="11925300" cy="914400"/>
          </a:xfrm>
        </p:spPr>
        <p:txBody>
          <a:bodyPr>
            <a:noAutofit/>
          </a:bodyPr>
          <a:lstStyle/>
          <a:p>
            <a:r>
              <a:rPr lang="en-US" sz="3600" dirty="0"/>
              <a:t>3.1 </a:t>
            </a:r>
            <a:r>
              <a:rPr lang="en-US" sz="3600" dirty="0" err="1"/>
              <a:t>Giỏ</a:t>
            </a:r>
            <a:r>
              <a:rPr lang="en-US" sz="3600" dirty="0"/>
              <a:t> </a:t>
            </a:r>
            <a:r>
              <a:rPr lang="en-US" sz="3600" dirty="0" err="1"/>
              <a:t>hàng</a:t>
            </a:r>
            <a:r>
              <a:rPr lang="en-US" sz="3600" dirty="0"/>
              <a:t> </a:t>
            </a:r>
            <a:r>
              <a:rPr lang="en-US" sz="3600" dirty="0" err="1"/>
              <a:t>cơ</a:t>
            </a:r>
            <a:r>
              <a:rPr lang="en-US" sz="3600" dirty="0"/>
              <a:t> </a:t>
            </a:r>
            <a:r>
              <a:rPr lang="en-US" sz="3600" dirty="0" err="1"/>
              <a:t>bản</a:t>
            </a:r>
            <a:br>
              <a:rPr lang="en-US" sz="3600" dirty="0"/>
            </a:br>
            <a:r>
              <a:rPr lang="en-US" sz="2400" dirty="0"/>
              <a:t>View: </a:t>
            </a:r>
            <a:r>
              <a:rPr lang="en-US" sz="2400" dirty="0" err="1"/>
              <a:t>Index.cshtml</a:t>
            </a:r>
            <a:endParaRPr lang="en-US" sz="3600" dirty="0">
              <a:latin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60314EC9-F385-554C-389B-2D9BF7BBE506}"/>
              </a:ext>
            </a:extLst>
          </p:cNvPr>
          <p:cNvPicPr>
            <a:picLocks noChangeAspect="1"/>
          </p:cNvPicPr>
          <p:nvPr/>
        </p:nvPicPr>
        <p:blipFill>
          <a:blip r:embed="rId2"/>
          <a:stretch>
            <a:fillRect/>
          </a:stretch>
        </p:blipFill>
        <p:spPr>
          <a:xfrm>
            <a:off x="74613" y="990600"/>
            <a:ext cx="3352799" cy="5867400"/>
          </a:xfrm>
          <a:prstGeom prst="rect">
            <a:avLst/>
          </a:prstGeom>
        </p:spPr>
      </p:pic>
      <p:pic>
        <p:nvPicPr>
          <p:cNvPr id="5" name="Picture 4">
            <a:extLst>
              <a:ext uri="{FF2B5EF4-FFF2-40B4-BE49-F238E27FC236}">
                <a16:creationId xmlns:a16="http://schemas.microsoft.com/office/drawing/2014/main" id="{F3BE4B0D-99EA-9449-6D11-A3D03DE51A6C}"/>
              </a:ext>
            </a:extLst>
          </p:cNvPr>
          <p:cNvPicPr>
            <a:picLocks noChangeAspect="1"/>
          </p:cNvPicPr>
          <p:nvPr/>
        </p:nvPicPr>
        <p:blipFill>
          <a:blip r:embed="rId3"/>
          <a:stretch>
            <a:fillRect/>
          </a:stretch>
        </p:blipFill>
        <p:spPr>
          <a:xfrm>
            <a:off x="3503612" y="533400"/>
            <a:ext cx="8614328" cy="6324600"/>
          </a:xfrm>
          <a:prstGeom prst="rect">
            <a:avLst/>
          </a:prstGeom>
        </p:spPr>
      </p:pic>
    </p:spTree>
    <p:extLst>
      <p:ext uri="{BB962C8B-B14F-4D97-AF65-F5344CB8AC3E}">
        <p14:creationId xmlns:p14="http://schemas.microsoft.com/office/powerpoint/2010/main" val="59562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6477000" cy="844551"/>
          </a:xfrm>
        </p:spPr>
        <p:txBody>
          <a:bodyPr>
            <a:noAutofit/>
          </a:bodyPr>
          <a:lstStyle/>
          <a:p>
            <a:r>
              <a:rPr lang="en-US" sz="3600" dirty="0"/>
              <a:t>3.2 </a:t>
            </a:r>
            <a:r>
              <a:rPr lang="en-US" sz="3600" dirty="0" err="1"/>
              <a:t>Giỏ</a:t>
            </a:r>
            <a:r>
              <a:rPr lang="en-US" sz="3600" dirty="0"/>
              <a:t> </a:t>
            </a:r>
            <a:r>
              <a:rPr lang="en-US" sz="3600" dirty="0" err="1"/>
              <a:t>hàng</a:t>
            </a:r>
            <a:r>
              <a:rPr lang="en-US" sz="3600" dirty="0"/>
              <a:t> (</a:t>
            </a:r>
            <a:r>
              <a:rPr lang="en-US" sz="3600" dirty="0" err="1"/>
              <a:t>nâng</a:t>
            </a:r>
            <a:r>
              <a:rPr lang="en-US" sz="3600" dirty="0"/>
              <a:t> </a:t>
            </a:r>
            <a:r>
              <a:rPr lang="en-US" sz="3600" dirty="0" err="1"/>
              <a:t>cao</a:t>
            </a:r>
            <a:r>
              <a:rPr lang="en-US" sz="3600" dirty="0"/>
              <a:t>)</a:t>
            </a:r>
            <a:br>
              <a:rPr lang="en-US" sz="3600" dirty="0"/>
            </a:b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sp>
        <p:nvSpPr>
          <p:cNvPr id="9" name="Text Placeholder 8">
            <a:extLst>
              <a:ext uri="{FF2B5EF4-FFF2-40B4-BE49-F238E27FC236}">
                <a16:creationId xmlns:a16="http://schemas.microsoft.com/office/drawing/2014/main" id="{A574E095-5C65-9428-C2D2-CEE7834E19FC}"/>
              </a:ext>
            </a:extLst>
          </p:cNvPr>
          <p:cNvSpPr txBox="1">
            <a:spLocks/>
          </p:cNvSpPr>
          <p:nvPr/>
        </p:nvSpPr>
        <p:spPr>
          <a:xfrm>
            <a:off x="150813" y="1259840"/>
            <a:ext cx="6172200" cy="533400"/>
          </a:xfrm>
          <a:prstGeom prst="rect">
            <a:avLst/>
          </a:prstGeom>
        </p:spPr>
        <p:txBody>
          <a:bodyPr>
            <a:norm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sz="2400" dirty="0" err="1"/>
              <a:t>Cấu</a:t>
            </a:r>
            <a:r>
              <a:rPr lang="en-US" sz="2400" dirty="0"/>
              <a:t> </a:t>
            </a:r>
            <a:r>
              <a:rPr lang="en-US" sz="2400" dirty="0" err="1"/>
              <a:t>trúc</a:t>
            </a:r>
            <a:r>
              <a:rPr lang="en-US" sz="2400" dirty="0"/>
              <a:t> </a:t>
            </a:r>
            <a:r>
              <a:rPr lang="en-US" sz="2400" dirty="0" err="1"/>
              <a:t>trang</a:t>
            </a:r>
            <a:r>
              <a:rPr lang="en-US" sz="2400" dirty="0"/>
              <a:t>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11" name="Table 10">
            <a:extLst>
              <a:ext uri="{FF2B5EF4-FFF2-40B4-BE49-F238E27FC236}">
                <a16:creationId xmlns:a16="http://schemas.microsoft.com/office/drawing/2014/main" id="{AC6D4F6C-1125-4B76-2CCB-80E771801AE4}"/>
              </a:ext>
            </a:extLst>
          </p:cNvPr>
          <p:cNvGraphicFramePr>
            <a:graphicFrameLocks noGrp="1"/>
          </p:cNvGraphicFramePr>
          <p:nvPr>
            <p:extLst>
              <p:ext uri="{D42A27DB-BD31-4B8C-83A1-F6EECF244321}">
                <p14:modId xmlns:p14="http://schemas.microsoft.com/office/powerpoint/2010/main" val="23961094"/>
              </p:ext>
            </p:extLst>
          </p:nvPr>
        </p:nvGraphicFramePr>
        <p:xfrm>
          <a:off x="150812" y="1813044"/>
          <a:ext cx="6400800" cy="4057581"/>
        </p:xfrm>
        <a:graphic>
          <a:graphicData uri="http://schemas.openxmlformats.org/drawingml/2006/table">
            <a:tbl>
              <a:tblPr firstRow="1" bandRow="1">
                <a:tableStyleId>{073A0DAA-6AF3-43AB-8588-CEC1D06C72B9}</a:tableStyleId>
              </a:tblPr>
              <a:tblGrid>
                <a:gridCol w="1447800">
                  <a:extLst>
                    <a:ext uri="{9D8B030D-6E8A-4147-A177-3AD203B41FA5}">
                      <a16:colId xmlns:a16="http://schemas.microsoft.com/office/drawing/2014/main" val="285875749"/>
                    </a:ext>
                  </a:extLst>
                </a:gridCol>
                <a:gridCol w="3429000">
                  <a:extLst>
                    <a:ext uri="{9D8B030D-6E8A-4147-A177-3AD203B41FA5}">
                      <a16:colId xmlns:a16="http://schemas.microsoft.com/office/drawing/2014/main" val="2882471911"/>
                    </a:ext>
                  </a:extLst>
                </a:gridCol>
                <a:gridCol w="1524000">
                  <a:extLst>
                    <a:ext uri="{9D8B030D-6E8A-4147-A177-3AD203B41FA5}">
                      <a16:colId xmlns:a16="http://schemas.microsoft.com/office/drawing/2014/main" val="3686659855"/>
                    </a:ext>
                  </a:extLst>
                </a:gridCol>
              </a:tblGrid>
              <a:tr h="472956">
                <a:tc>
                  <a:txBody>
                    <a:bodyPr/>
                    <a:lstStyle/>
                    <a:p>
                      <a:r>
                        <a:rPr lang="en-US"/>
                        <a:t>Section</a:t>
                      </a:r>
                      <a:endParaRPr lang="en-US" dirty="0"/>
                    </a:p>
                  </a:txBody>
                  <a:tcPr/>
                </a:tc>
                <a:tc>
                  <a:txBody>
                    <a:bodyPr/>
                    <a:lstStyle/>
                    <a:p>
                      <a:r>
                        <a:rPr lang="en-US"/>
                        <a:t>Mục đích</a:t>
                      </a:r>
                      <a:endParaRPr lang="en-US" dirty="0"/>
                    </a:p>
                  </a:txBody>
                  <a:tcPr/>
                </a:tc>
                <a:tc>
                  <a:txBody>
                    <a:bodyPr/>
                    <a:lstStyle/>
                    <a:p>
                      <a:r>
                        <a:rPr lang="en-US"/>
                        <a:t>View</a:t>
                      </a:r>
                      <a:endParaRPr lang="en-US" dirty="0"/>
                    </a:p>
                  </a:txBody>
                  <a:tcPr/>
                </a:tc>
                <a:extLst>
                  <a:ext uri="{0D108BD9-81ED-4DB2-BD59-A6C34878D82A}">
                    <a16:rowId xmlns:a16="http://schemas.microsoft.com/office/drawing/2014/main" val="4116632014"/>
                  </a:ext>
                </a:extLst>
              </a:tr>
              <a:tr h="1650406">
                <a:tc>
                  <a:txBody>
                    <a:bodyPr/>
                    <a:lstStyle/>
                    <a:p>
                      <a:r>
                        <a:rPr lang="en-US" sz="1600"/>
                        <a:t>Phần chi tiết giỏ 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thông</a:t>
                      </a:r>
                      <a:r>
                        <a:rPr lang="en-US" sz="1600" b="0" kern="1200" dirty="0">
                          <a:solidFill>
                            <a:schemeClr val="bg1"/>
                          </a:solidFill>
                          <a:latin typeface="+mn-lt"/>
                          <a:ea typeface="+mn-ea"/>
                          <a:cs typeface="+mn-cs"/>
                        </a:rPr>
                        <a:t> tin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phẩm</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có</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giỏ</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ảnh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tên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đơn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giá</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số</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lượng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thành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tiền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tickbox</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chọn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mua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xóa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phẩm</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khỏi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giỏ</a:t>
                      </a:r>
                      <a:r>
                        <a:rPr lang="en-US" sz="1600" b="0" kern="1200" dirty="0">
                          <a:solidFill>
                            <a:schemeClr val="bg1"/>
                          </a:solidFill>
                          <a:latin typeface="+mn-lt"/>
                          <a:ea typeface="+mn-ea"/>
                          <a:cs typeface="+mn-cs"/>
                        </a:rPr>
                        <a:t>), </a:t>
                      </a:r>
                      <a:r>
                        <a:rPr lang="en-US" sz="1600" b="0" kern="1200" dirty="0" err="1">
                          <a:solidFill>
                            <a:schemeClr val="bg1"/>
                          </a:solidFill>
                          <a:highlight>
                            <a:srgbClr val="FFFF00"/>
                          </a:highlight>
                          <a:latin typeface="+mn-lt"/>
                          <a:ea typeface="+mn-ea"/>
                          <a:cs typeface="+mn-cs"/>
                        </a:rPr>
                        <a:t>được</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nhóm</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theo</a:t>
                      </a:r>
                      <a:r>
                        <a:rPr lang="en-US" sz="1600" b="0" kern="1200" dirty="0">
                          <a:solidFill>
                            <a:schemeClr val="bg1"/>
                          </a:solidFill>
                          <a:highlight>
                            <a:srgbClr val="FFFF00"/>
                          </a:highlight>
                          <a:latin typeface="+mn-lt"/>
                          <a:ea typeface="+mn-ea"/>
                          <a:cs typeface="+mn-cs"/>
                        </a:rPr>
                        <a:t> Danh </a:t>
                      </a:r>
                      <a:r>
                        <a:rPr lang="en-US" sz="1600" b="0" kern="1200" dirty="0" err="1">
                          <a:solidFill>
                            <a:schemeClr val="bg1"/>
                          </a:solidFill>
                          <a:highlight>
                            <a:srgbClr val="FFFF00"/>
                          </a:highlight>
                          <a:latin typeface="+mn-lt"/>
                          <a:ea typeface="+mn-ea"/>
                          <a:cs typeface="+mn-cs"/>
                        </a:rPr>
                        <a:t>mục</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sản</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phẩm</a:t>
                      </a:r>
                      <a:endParaRPr lang="vi-VN" sz="1600" b="0" kern="1200" dirty="0">
                        <a:solidFill>
                          <a:schemeClr val="bg1"/>
                        </a:solidFill>
                        <a:highlight>
                          <a:srgbClr val="FFFF00"/>
                        </a:highlight>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1091898">
                <a:tc>
                  <a:txBody>
                    <a:bodyPr/>
                    <a:lstStyle/>
                    <a:p>
                      <a:r>
                        <a:rPr lang="en-US" sz="1600"/>
                        <a:t>Phần Tính tiền</a:t>
                      </a:r>
                      <a:endParaRPr lang="en-US" sz="1600" dirty="0"/>
                    </a:p>
                  </a:txBody>
                  <a:tcPr/>
                </a:tc>
                <a:tc>
                  <a:txBody>
                    <a:bodyPr/>
                    <a:lstStyle/>
                    <a:p>
                      <a:r>
                        <a:rPr lang="en-US" sz="1600" dirty="0" err="1"/>
                        <a:t>Tính</a:t>
                      </a:r>
                      <a:r>
                        <a:rPr lang="en-US" sz="1600" dirty="0"/>
                        <a:t> </a:t>
                      </a:r>
                      <a:r>
                        <a:rPr lang="en-US" sz="1600" dirty="0" err="1"/>
                        <a:t>tiền</a:t>
                      </a:r>
                      <a:r>
                        <a:rPr lang="en-US" sz="1600" dirty="0"/>
                        <a:t> </a:t>
                      </a:r>
                      <a:r>
                        <a:rPr lang="en-US" sz="1600" dirty="0" err="1"/>
                        <a:t>các</a:t>
                      </a:r>
                      <a:r>
                        <a:rPr lang="en-US" sz="1600" dirty="0"/>
                        <a:t> </a:t>
                      </a:r>
                      <a:r>
                        <a:rPr lang="en-US" sz="1600" dirty="0" err="1"/>
                        <a:t>sản</a:t>
                      </a:r>
                      <a:r>
                        <a:rPr lang="en-US" sz="1600" dirty="0"/>
                        <a:t> </a:t>
                      </a:r>
                      <a:r>
                        <a:rPr lang="en-US" sz="1600" dirty="0" err="1"/>
                        <a:t>phẩm</a:t>
                      </a:r>
                      <a:r>
                        <a:rPr lang="en-US" sz="1600" dirty="0"/>
                        <a:t> </a:t>
                      </a:r>
                      <a:r>
                        <a:rPr lang="en-US" sz="1600" dirty="0" err="1"/>
                        <a:t>đã</a:t>
                      </a:r>
                      <a:r>
                        <a:rPr lang="en-US" sz="1600" dirty="0"/>
                        <a:t> </a:t>
                      </a:r>
                      <a:r>
                        <a:rPr lang="en-US" sz="1600" dirty="0" err="1"/>
                        <a:t>chọn</a:t>
                      </a:r>
                      <a:r>
                        <a:rPr lang="en-US" sz="1600" dirty="0"/>
                        <a:t> </a:t>
                      </a:r>
                      <a:r>
                        <a:rPr lang="en-US" sz="1600" dirty="0" err="1"/>
                        <a:t>mua</a:t>
                      </a:r>
                      <a:r>
                        <a:rPr lang="en-US" sz="1600" dirty="0"/>
                        <a:t>.</a:t>
                      </a:r>
                    </a:p>
                    <a:p>
                      <a:r>
                        <a:rPr lang="en-US" sz="1600" dirty="0" err="1">
                          <a:highlight>
                            <a:srgbClr val="FFFF00"/>
                          </a:highlight>
                        </a:rPr>
                        <a:t>Nếu</a:t>
                      </a:r>
                      <a:r>
                        <a:rPr lang="en-US" sz="1600" dirty="0">
                          <a:highlight>
                            <a:srgbClr val="FFFF00"/>
                          </a:highlight>
                        </a:rPr>
                        <a:t> </a:t>
                      </a:r>
                      <a:r>
                        <a:rPr lang="en-US" sz="1600" dirty="0" err="1">
                          <a:highlight>
                            <a:srgbClr val="FFFF00"/>
                          </a:highlight>
                        </a:rPr>
                        <a:t>chọn</a:t>
                      </a:r>
                      <a:r>
                        <a:rPr lang="en-US" sz="1600" dirty="0">
                          <a:highlight>
                            <a:srgbClr val="FFFF00"/>
                          </a:highlight>
                        </a:rPr>
                        <a:t> Mua </a:t>
                      </a:r>
                      <a:r>
                        <a:rPr lang="en-US" sz="1600" dirty="0" err="1">
                          <a:highlight>
                            <a:srgbClr val="FFFF00"/>
                          </a:highlight>
                        </a:rPr>
                        <a:t>hàng</a:t>
                      </a:r>
                      <a:r>
                        <a:rPr lang="en-US" sz="1600" dirty="0"/>
                        <a:t>: </a:t>
                      </a:r>
                      <a:r>
                        <a:rPr lang="en-US" sz="1600" dirty="0" err="1"/>
                        <a:t>sẽ</a:t>
                      </a:r>
                      <a:r>
                        <a:rPr lang="en-US" sz="1600" dirty="0"/>
                        <a:t> </a:t>
                      </a:r>
                      <a:r>
                        <a:rPr lang="en-US" sz="1600" dirty="0" err="1"/>
                        <a:t>chuyển</a:t>
                      </a:r>
                      <a:r>
                        <a:rPr lang="en-US" sz="1600" dirty="0"/>
                        <a:t> sang </a:t>
                      </a:r>
                      <a:r>
                        <a:rPr lang="en-US" sz="1600" dirty="0" err="1">
                          <a:highlight>
                            <a:srgbClr val="FFFF00"/>
                          </a:highlight>
                        </a:rPr>
                        <a:t>trang</a:t>
                      </a:r>
                      <a:r>
                        <a:rPr lang="en-US" sz="1600" dirty="0">
                          <a:highlight>
                            <a:srgbClr val="FFFF00"/>
                          </a:highlight>
                        </a:rPr>
                        <a:t> Thanh </a:t>
                      </a:r>
                      <a:r>
                        <a:rPr lang="en-US" sz="1600" dirty="0" err="1">
                          <a:highlight>
                            <a:srgbClr val="FFFF00"/>
                          </a:highlight>
                        </a:rPr>
                        <a:t>toán</a:t>
                      </a:r>
                      <a:endParaRPr lang="en-US" sz="1600" dirty="0">
                        <a:highlight>
                          <a:srgbClr val="FFFF00"/>
                        </a:highlight>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503317695"/>
                  </a:ext>
                </a:extLst>
              </a:tr>
              <a:tr h="842321">
                <a:tc>
                  <a:txBody>
                    <a:bodyPr/>
                    <a:lstStyle/>
                    <a:p>
                      <a:r>
                        <a:rPr lang="en-US" sz="1600" dirty="0" err="1"/>
                        <a:t>Phần</a:t>
                      </a:r>
                      <a:r>
                        <a:rPr lang="en-US" sz="1600" dirty="0"/>
                        <a:t> </a:t>
                      </a:r>
                      <a:r>
                        <a:rPr lang="en-US" sz="1600" dirty="0" err="1"/>
                        <a:t>Sản</a:t>
                      </a:r>
                      <a:r>
                        <a:rPr lang="en-US" sz="1600" dirty="0"/>
                        <a:t> </a:t>
                      </a:r>
                      <a:r>
                        <a:rPr lang="en-US" sz="1600" dirty="0" err="1"/>
                        <a:t>phẩm</a:t>
                      </a:r>
                      <a:r>
                        <a:rPr lang="en-US" sz="1600" dirty="0"/>
                        <a:t> </a:t>
                      </a:r>
                      <a:r>
                        <a:rPr lang="en-US" sz="1600" dirty="0" err="1"/>
                        <a:t>tương</a:t>
                      </a:r>
                      <a:r>
                        <a:rPr lang="en-US" sz="1600" dirty="0"/>
                        <a:t> </a:t>
                      </a:r>
                      <a:r>
                        <a:rPr lang="en-US" sz="1600" dirty="0" err="1"/>
                        <a:t>tự</a:t>
                      </a:r>
                      <a:endParaRPr lang="en-US" sz="1600" dirty="0"/>
                    </a:p>
                  </a:txBody>
                  <a:tcPr/>
                </a:tc>
                <a:tc>
                  <a:txBody>
                    <a:bodyPr/>
                    <a:lstStyle/>
                    <a:p>
                      <a:r>
                        <a:rPr lang="en-US" sz="1600" dirty="0" err="1"/>
                        <a:t>Hiển</a:t>
                      </a:r>
                      <a:r>
                        <a:rPr lang="en-US" sz="1600" dirty="0"/>
                        <a:t> </a:t>
                      </a:r>
                      <a:r>
                        <a:rPr lang="en-US" sz="1600" dirty="0" err="1"/>
                        <a:t>thị</a:t>
                      </a:r>
                      <a:r>
                        <a:rPr lang="en-US" sz="1600" dirty="0"/>
                        <a:t> </a:t>
                      </a:r>
                      <a:r>
                        <a:rPr lang="en-US" sz="1600" dirty="0" err="1"/>
                        <a:t>thông</a:t>
                      </a:r>
                      <a:r>
                        <a:rPr lang="en-US" sz="1600" dirty="0"/>
                        <a:t> tin </a:t>
                      </a:r>
                      <a:r>
                        <a:rPr lang="en-US" sz="1600" dirty="0" err="1"/>
                        <a:t>các</a:t>
                      </a:r>
                      <a:r>
                        <a:rPr lang="en-US" sz="1600" dirty="0"/>
                        <a:t> </a:t>
                      </a:r>
                      <a:r>
                        <a:rPr lang="en-US" sz="1600" dirty="0" err="1"/>
                        <a:t>sản</a:t>
                      </a:r>
                      <a:r>
                        <a:rPr lang="en-US" sz="1600" dirty="0"/>
                        <a:t> </a:t>
                      </a:r>
                      <a:r>
                        <a:rPr lang="en-US" sz="1600" dirty="0" err="1"/>
                        <a:t>phẩm</a:t>
                      </a:r>
                      <a:r>
                        <a:rPr lang="en-US" sz="1600" dirty="0"/>
                        <a:t> </a:t>
                      </a:r>
                      <a:r>
                        <a:rPr lang="en-US" sz="1600" dirty="0" err="1"/>
                        <a:t>cùng</a:t>
                      </a:r>
                      <a:r>
                        <a:rPr lang="en-US" sz="1600" dirty="0"/>
                        <a:t> </a:t>
                      </a:r>
                      <a:r>
                        <a:rPr lang="en-US" sz="1600" dirty="0" err="1"/>
                        <a:t>loại</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Tách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thành</a:t>
                      </a:r>
                      <a:r>
                        <a:rPr lang="en-US" sz="1600" b="0" kern="1200" dirty="0">
                          <a:solidFill>
                            <a:schemeClr val="bg1"/>
                          </a:solidFill>
                          <a:latin typeface="+mn-lt"/>
                          <a:ea typeface="+mn-ea"/>
                          <a:cs typeface="+mn-cs"/>
                        </a:rPr>
                        <a:t> Partial View</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359410749"/>
                  </a:ext>
                </a:extLst>
              </a:tr>
            </a:tbl>
          </a:graphicData>
        </a:graphic>
      </p:graphicFrame>
      <p:pic>
        <p:nvPicPr>
          <p:cNvPr id="7" name="Picture 6">
            <a:extLst>
              <a:ext uri="{FF2B5EF4-FFF2-40B4-BE49-F238E27FC236}">
                <a16:creationId xmlns:a16="http://schemas.microsoft.com/office/drawing/2014/main" id="{706EE263-C0C2-13FA-BA1C-E853D2EA6878}"/>
              </a:ext>
            </a:extLst>
          </p:cNvPr>
          <p:cNvPicPr>
            <a:picLocks noChangeAspect="1"/>
          </p:cNvPicPr>
          <p:nvPr/>
        </p:nvPicPr>
        <p:blipFill>
          <a:blip r:embed="rId3"/>
          <a:stretch>
            <a:fillRect/>
          </a:stretch>
        </p:blipFill>
        <p:spPr>
          <a:xfrm>
            <a:off x="7008812" y="0"/>
            <a:ext cx="5095754" cy="6858000"/>
          </a:xfrm>
          <a:prstGeom prst="rect">
            <a:avLst/>
          </a:prstGeom>
        </p:spPr>
      </p:pic>
    </p:spTree>
    <p:extLst>
      <p:ext uri="{BB962C8B-B14F-4D97-AF65-F5344CB8AC3E}">
        <p14:creationId xmlns:p14="http://schemas.microsoft.com/office/powerpoint/2010/main" val="2235090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4343400" cy="1555750"/>
          </a:xfrm>
        </p:spPr>
        <p:txBody>
          <a:bodyPr>
            <a:noAutofit/>
          </a:bodyPr>
          <a:lstStyle/>
          <a:p>
            <a:r>
              <a:rPr lang="en-US" sz="3600" dirty="0"/>
              <a:t>3.2 </a:t>
            </a:r>
            <a:r>
              <a:rPr lang="en-US" sz="3600" dirty="0" err="1"/>
              <a:t>Giỏ</a:t>
            </a:r>
            <a:r>
              <a:rPr lang="en-US" sz="3600" dirty="0"/>
              <a:t> </a:t>
            </a:r>
            <a:r>
              <a:rPr lang="en-US" sz="3600" dirty="0" err="1"/>
              <a:t>hàng</a:t>
            </a:r>
            <a:r>
              <a:rPr lang="en-US" sz="3600" dirty="0"/>
              <a:t> </a:t>
            </a:r>
            <a:r>
              <a:rPr lang="en-US" sz="3600" dirty="0" err="1"/>
              <a:t>nâng</a:t>
            </a:r>
            <a:r>
              <a:rPr lang="en-US" sz="3600" dirty="0"/>
              <a:t> </a:t>
            </a:r>
            <a:r>
              <a:rPr lang="en-US" sz="3600" dirty="0" err="1"/>
              <a:t>cao</a:t>
            </a:r>
            <a:br>
              <a:rPr lang="en-US" sz="3600" dirty="0"/>
            </a:br>
            <a:r>
              <a:rPr lang="en-US" sz="2400" dirty="0"/>
              <a:t>Model</a:t>
            </a:r>
            <a:endParaRPr lang="en-US" sz="3600" dirty="0">
              <a:latin typeface="Calibri Light" panose="020F0302020204030204" pitchFamily="34" charset="0"/>
              <a:cs typeface="Calibri Light" panose="020F0302020204030204" pitchFamily="34" charset="0"/>
            </a:endParaRPr>
          </a:p>
        </p:txBody>
      </p:sp>
      <p:graphicFrame>
        <p:nvGraphicFramePr>
          <p:cNvPr id="3" name="Content Placeholder 11">
            <a:extLst>
              <a:ext uri="{FF2B5EF4-FFF2-40B4-BE49-F238E27FC236}">
                <a16:creationId xmlns:a16="http://schemas.microsoft.com/office/drawing/2014/main" id="{E2B08477-8AB6-8605-04AB-5B313D5F4963}"/>
              </a:ext>
            </a:extLst>
          </p:cNvPr>
          <p:cNvGraphicFramePr>
            <a:graphicFrameLocks/>
          </p:cNvGraphicFramePr>
          <p:nvPr>
            <p:extLst>
              <p:ext uri="{D42A27DB-BD31-4B8C-83A1-F6EECF244321}">
                <p14:modId xmlns:p14="http://schemas.microsoft.com/office/powerpoint/2010/main" val="1690247966"/>
              </p:ext>
            </p:extLst>
          </p:nvPr>
        </p:nvGraphicFramePr>
        <p:xfrm>
          <a:off x="4729491" y="152400"/>
          <a:ext cx="7156121" cy="2276210"/>
        </p:xfrm>
        <a:graphic>
          <a:graphicData uri="http://schemas.openxmlformats.org/drawingml/2006/table">
            <a:tbl>
              <a:tblPr firstRow="1" bandRow="1">
                <a:tableStyleId>{073A0DAA-6AF3-43AB-8588-CEC1D06C72B9}</a:tableStyleId>
              </a:tblPr>
              <a:tblGrid>
                <a:gridCol w="7156121">
                  <a:extLst>
                    <a:ext uri="{9D8B030D-6E8A-4147-A177-3AD203B41FA5}">
                      <a16:colId xmlns:a16="http://schemas.microsoft.com/office/drawing/2014/main" val="3746387964"/>
                    </a:ext>
                  </a:extLst>
                </a:gridCol>
              </a:tblGrid>
              <a:tr h="416940">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dirty="0"/>
                        <a:t>Model: </a:t>
                      </a:r>
                      <a:r>
                        <a:rPr lang="en-US" sz="1800" b="0" kern="1200" dirty="0" err="1">
                          <a:solidFill>
                            <a:schemeClr val="tx1"/>
                          </a:solidFill>
                          <a:latin typeface="+mn-lt"/>
                          <a:ea typeface="+mn-ea"/>
                          <a:cs typeface="+mn-cs"/>
                        </a:rPr>
                        <a:t>Cập</a:t>
                      </a:r>
                      <a:r>
                        <a:rPr lang="en-US" sz="1800" b="0" kern="1200" dirty="0">
                          <a:solidFill>
                            <a:schemeClr val="tx1"/>
                          </a:solidFill>
                          <a:latin typeface="+mn-lt"/>
                          <a:ea typeface="+mn-ea"/>
                          <a:cs typeface="+mn-cs"/>
                        </a:rPr>
                        <a:t> </a:t>
                      </a:r>
                      <a:r>
                        <a:rPr lang="en-US" sz="1800" b="0" kern="1200" dirty="0" err="1">
                          <a:solidFill>
                            <a:schemeClr val="tx1"/>
                          </a:solidFill>
                          <a:latin typeface="+mn-lt"/>
                          <a:ea typeface="+mn-ea"/>
                          <a:cs typeface="+mn-cs"/>
                        </a:rPr>
                        <a:t>nhật</a:t>
                      </a:r>
                      <a:r>
                        <a:rPr lang="en-US" sz="1800" b="0" kern="1200" dirty="0">
                          <a:solidFill>
                            <a:schemeClr val="tx1"/>
                          </a:solidFill>
                          <a:latin typeface="+mn-lt"/>
                          <a:ea typeface="+mn-ea"/>
                          <a:cs typeface="+mn-cs"/>
                        </a:rPr>
                        <a:t> 03 </a:t>
                      </a:r>
                      <a:r>
                        <a:rPr lang="en-US" sz="1800" b="0" kern="1200" dirty="0" err="1">
                          <a:solidFill>
                            <a:schemeClr val="tx1"/>
                          </a:solidFill>
                          <a:latin typeface="+mn-lt"/>
                          <a:ea typeface="+mn-ea"/>
                          <a:cs typeface="+mn-cs"/>
                        </a:rPr>
                        <a:t>lớp</a:t>
                      </a:r>
                      <a:r>
                        <a:rPr lang="en-US" sz="1800" b="0" kern="1200" dirty="0">
                          <a:solidFill>
                            <a:schemeClr val="tx1"/>
                          </a:solidFill>
                          <a:latin typeface="+mn-lt"/>
                          <a:ea typeface="+mn-ea"/>
                          <a:cs typeface="+mn-cs"/>
                        </a:rPr>
                        <a:t> View Model: </a:t>
                      </a:r>
                    </a:p>
                  </a:txBody>
                  <a:tcPr/>
                </a:tc>
                <a:extLst>
                  <a:ext uri="{0D108BD9-81ED-4DB2-BD59-A6C34878D82A}">
                    <a16:rowId xmlns:a16="http://schemas.microsoft.com/office/drawing/2014/main" val="2981023087"/>
                  </a:ext>
                </a:extLst>
              </a:tr>
              <a:tr h="487416">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kern="1200" dirty="0" err="1">
                          <a:solidFill>
                            <a:schemeClr val="bg1"/>
                          </a:solidFill>
                          <a:highlight>
                            <a:srgbClr val="FFFF00"/>
                          </a:highlight>
                          <a:latin typeface="+mn-lt"/>
                          <a:ea typeface="+mn-ea"/>
                          <a:cs typeface="+mn-cs"/>
                        </a:rPr>
                        <a:t>CartItem.cs</a:t>
                      </a:r>
                      <a:r>
                        <a:rPr lang="en-US" sz="1400" b="1" kern="1200" dirty="0">
                          <a:solidFill>
                            <a:schemeClr val="bg1"/>
                          </a:solidFill>
                          <a:highlight>
                            <a:srgbClr val="FFFF00"/>
                          </a:highlight>
                          <a:latin typeface="+mn-lt"/>
                          <a:ea typeface="+mn-ea"/>
                          <a:cs typeface="+mn-cs"/>
                        </a:rPr>
                        <a:t>:</a:t>
                      </a:r>
                      <a:r>
                        <a:rPr lang="en-US" sz="1400" b="1" kern="1200" dirty="0">
                          <a:solidFill>
                            <a:schemeClr val="bg1"/>
                          </a:solidFill>
                          <a:latin typeface="+mn-lt"/>
                          <a:ea typeface="+mn-ea"/>
                          <a:cs typeface="+mn-cs"/>
                        </a:rPr>
                        <a:t> </a:t>
                      </a:r>
                      <a:r>
                        <a:rPr lang="en-US" sz="1400" b="0" kern="1200" dirty="0" err="1">
                          <a:solidFill>
                            <a:schemeClr val="bg1"/>
                          </a:solidFill>
                          <a:latin typeface="+mn-lt"/>
                          <a:ea typeface="+mn-ea"/>
                          <a:cs typeface="+mn-cs"/>
                        </a:rPr>
                        <a:t>bổ</a:t>
                      </a:r>
                      <a:r>
                        <a:rPr lang="en-US" sz="1400" b="0" kern="1200" dirty="0">
                          <a:solidFill>
                            <a:schemeClr val="bg1"/>
                          </a:solidFill>
                          <a:latin typeface="+mn-lt"/>
                          <a:ea typeface="+mn-ea"/>
                          <a:cs typeface="+mn-cs"/>
                        </a:rPr>
                        <a:t> sung </a:t>
                      </a:r>
                      <a:r>
                        <a:rPr lang="en-US" sz="1400" b="0" kern="1200" dirty="0" err="1">
                          <a:solidFill>
                            <a:schemeClr val="bg1"/>
                          </a:solidFill>
                          <a:latin typeface="+mn-lt"/>
                          <a:ea typeface="+mn-ea"/>
                          <a:cs typeface="+mn-cs"/>
                        </a:rPr>
                        <a:t>thêm</a:t>
                      </a:r>
                      <a:r>
                        <a:rPr lang="en-US" sz="1400" b="0" kern="1200" dirty="0">
                          <a:solidFill>
                            <a:schemeClr val="bg1"/>
                          </a:solidFill>
                          <a:latin typeface="+mn-lt"/>
                          <a:ea typeface="+mn-ea"/>
                          <a:cs typeface="+mn-cs"/>
                        </a:rPr>
                        <a:t> </a:t>
                      </a:r>
                      <a:r>
                        <a:rPr lang="en-US" sz="1799" kern="1200" dirty="0">
                          <a:solidFill>
                            <a:schemeClr val="dk1"/>
                          </a:solidFill>
                          <a:latin typeface="+mn-lt"/>
                          <a:ea typeface="+mn-ea"/>
                          <a:cs typeface="+mn-cs"/>
                        </a:rPr>
                        <a:t> </a:t>
                      </a:r>
                      <a:r>
                        <a:rPr lang="en-US" sz="1400" b="1" kern="1200" dirty="0">
                          <a:solidFill>
                            <a:schemeClr val="bg1"/>
                          </a:solidFill>
                          <a:highlight>
                            <a:srgbClr val="FFFF00"/>
                          </a:highlight>
                          <a:latin typeface="+mn-lt"/>
                          <a:ea typeface="+mn-ea"/>
                          <a:cs typeface="+mn-cs"/>
                        </a:rPr>
                        <a:t>public string Category</a:t>
                      </a:r>
                      <a:r>
                        <a:rPr lang="en-US" sz="1799" kern="1200" dirty="0">
                          <a:solidFill>
                            <a:schemeClr val="dk1"/>
                          </a:solidFill>
                          <a:latin typeface="+mn-lt"/>
                          <a:ea typeface="+mn-ea"/>
                          <a:cs typeface="+mn-cs"/>
                        </a:rPr>
                        <a:t> </a:t>
                      </a: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lưu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Tên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danh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mục</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của</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phẩm</a:t>
                      </a:r>
                      <a:endParaRPr lang="en-US" sz="1400" b="0" kern="1200" dirty="0">
                        <a:solidFill>
                          <a:schemeClr val="bg1"/>
                        </a:solidFill>
                        <a:latin typeface="+mn-lt"/>
                        <a:ea typeface="+mn-ea"/>
                        <a:cs typeface="+mn-cs"/>
                      </a:endParaRPr>
                    </a:p>
                  </a:txBody>
                  <a:tcPr/>
                </a:tc>
                <a:extLst>
                  <a:ext uri="{0D108BD9-81ED-4DB2-BD59-A6C34878D82A}">
                    <a16:rowId xmlns:a16="http://schemas.microsoft.com/office/drawing/2014/main" val="395742809"/>
                  </a:ext>
                </a:extLst>
              </a:tr>
              <a:tr h="591787">
                <a:tc>
                  <a:txBody>
                    <a:bodyPr/>
                    <a:lstStyle/>
                    <a:p>
                      <a:r>
                        <a:rPr lang="en-US" sz="1400" b="1" kern="1200" dirty="0" err="1">
                          <a:solidFill>
                            <a:schemeClr val="bg1"/>
                          </a:solidFill>
                          <a:highlight>
                            <a:srgbClr val="FFFF00"/>
                          </a:highlight>
                          <a:latin typeface="+mn-lt"/>
                          <a:ea typeface="+mn-ea"/>
                          <a:cs typeface="+mn-cs"/>
                        </a:rPr>
                        <a:t>Cart.cs</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thêm</a:t>
                      </a:r>
                      <a:r>
                        <a:rPr lang="en-US" sz="1400" b="1" kern="1200" dirty="0">
                          <a:solidFill>
                            <a:schemeClr val="bg1"/>
                          </a:solidFill>
                          <a:highlight>
                            <a:srgbClr val="FFFF00"/>
                          </a:highlight>
                          <a:latin typeface="+mn-lt"/>
                          <a:ea typeface="+mn-ea"/>
                          <a:cs typeface="+mn-cs"/>
                        </a:rPr>
                        <a:t>        </a:t>
                      </a:r>
                    </a:p>
                    <a:p>
                      <a:pPr marL="171450" indent="-171450">
                        <a:buFont typeface="Arial" panose="020B0604020202020204" pitchFamily="34" charset="0"/>
                        <a:buChar char="•"/>
                      </a:pPr>
                      <a:r>
                        <a:rPr lang="en-US" sz="1200" b="1" kern="1200" dirty="0">
                          <a:solidFill>
                            <a:schemeClr val="bg1"/>
                          </a:solidFill>
                          <a:highlight>
                            <a:srgbClr val="FFFF00"/>
                          </a:highlight>
                          <a:latin typeface="+mn-lt"/>
                          <a:ea typeface="+mn-ea"/>
                          <a:cs typeface="+mn-cs"/>
                        </a:rPr>
                        <a:t>public List&lt;</a:t>
                      </a:r>
                      <a:r>
                        <a:rPr lang="en-US" sz="1200" b="1" kern="1200" dirty="0" err="1">
                          <a:solidFill>
                            <a:schemeClr val="bg1"/>
                          </a:solidFill>
                          <a:highlight>
                            <a:srgbClr val="FFFF00"/>
                          </a:highlight>
                          <a:latin typeface="+mn-lt"/>
                          <a:ea typeface="+mn-ea"/>
                          <a:cs typeface="+mn-cs"/>
                        </a:rPr>
                        <a:t>IGrouping</a:t>
                      </a:r>
                      <a:r>
                        <a:rPr lang="en-US" sz="1200" b="1" kern="1200" dirty="0">
                          <a:solidFill>
                            <a:schemeClr val="bg1"/>
                          </a:solidFill>
                          <a:highlight>
                            <a:srgbClr val="FFFF00"/>
                          </a:highlight>
                          <a:latin typeface="+mn-lt"/>
                          <a:ea typeface="+mn-ea"/>
                          <a:cs typeface="+mn-cs"/>
                        </a:rPr>
                        <a:t>&lt;</a:t>
                      </a:r>
                      <a:r>
                        <a:rPr lang="en-US" sz="1200" b="1" kern="1200" dirty="0" err="1">
                          <a:solidFill>
                            <a:schemeClr val="bg1"/>
                          </a:solidFill>
                          <a:highlight>
                            <a:srgbClr val="FFFF00"/>
                          </a:highlight>
                          <a:latin typeface="+mn-lt"/>
                          <a:ea typeface="+mn-ea"/>
                          <a:cs typeface="+mn-cs"/>
                        </a:rPr>
                        <a:t>string,CartItem</a:t>
                      </a:r>
                      <a:r>
                        <a:rPr lang="en-US" sz="1200" b="1" kern="1200" dirty="0">
                          <a:solidFill>
                            <a:schemeClr val="bg1"/>
                          </a:solidFill>
                          <a:highlight>
                            <a:srgbClr val="FFFF00"/>
                          </a:highlight>
                          <a:latin typeface="+mn-lt"/>
                          <a:ea typeface="+mn-ea"/>
                          <a:cs typeface="+mn-cs"/>
                        </a:rPr>
                        <a:t>&gt;&gt; </a:t>
                      </a:r>
                      <a:r>
                        <a:rPr lang="en-US" sz="1200" b="1" kern="1200" dirty="0" err="1">
                          <a:solidFill>
                            <a:schemeClr val="bg1"/>
                          </a:solidFill>
                          <a:highlight>
                            <a:srgbClr val="FFFF00"/>
                          </a:highlight>
                          <a:latin typeface="+mn-lt"/>
                          <a:ea typeface="+mn-ea"/>
                          <a:cs typeface="+mn-cs"/>
                        </a:rPr>
                        <a:t>GroupedItems</a:t>
                      </a:r>
                      <a:r>
                        <a:rPr lang="en-US" sz="1200" b="1" kern="1200" dirty="0">
                          <a:solidFill>
                            <a:schemeClr val="bg1"/>
                          </a:solidFill>
                          <a:highlight>
                            <a:srgbClr val="FFFF00"/>
                          </a:highlight>
                          <a:latin typeface="+mn-lt"/>
                          <a:ea typeface="+mn-ea"/>
                          <a:cs typeface="+mn-cs"/>
                        </a:rPr>
                        <a:t> =&gt; </a:t>
                      </a:r>
                      <a:r>
                        <a:rPr lang="en-US" sz="1200" b="1" kern="1200" dirty="0" err="1">
                          <a:solidFill>
                            <a:schemeClr val="bg1"/>
                          </a:solidFill>
                          <a:highlight>
                            <a:srgbClr val="FFFF00"/>
                          </a:highlight>
                          <a:latin typeface="+mn-lt"/>
                          <a:ea typeface="+mn-ea"/>
                          <a:cs typeface="+mn-cs"/>
                        </a:rPr>
                        <a:t>items.GroupBy</a:t>
                      </a:r>
                      <a:r>
                        <a:rPr lang="en-US" sz="1200" b="1" kern="1200" dirty="0">
                          <a:solidFill>
                            <a:schemeClr val="bg1"/>
                          </a:solidFill>
                          <a:highlight>
                            <a:srgbClr val="FFFF00"/>
                          </a:highlight>
                          <a:latin typeface="+mn-lt"/>
                          <a:ea typeface="+mn-ea"/>
                          <a:cs typeface="+mn-cs"/>
                        </a:rPr>
                        <a:t>(</a:t>
                      </a:r>
                      <a:r>
                        <a:rPr lang="en-US" sz="1200" b="1" kern="1200" dirty="0" err="1">
                          <a:solidFill>
                            <a:schemeClr val="bg1"/>
                          </a:solidFill>
                          <a:highlight>
                            <a:srgbClr val="FFFF00"/>
                          </a:highlight>
                          <a:latin typeface="+mn-lt"/>
                          <a:ea typeface="+mn-ea"/>
                          <a:cs typeface="+mn-cs"/>
                        </a:rPr>
                        <a:t>i</a:t>
                      </a:r>
                      <a:r>
                        <a:rPr lang="en-US" sz="1200" b="1" kern="1200" dirty="0">
                          <a:solidFill>
                            <a:schemeClr val="bg1"/>
                          </a:solidFill>
                          <a:highlight>
                            <a:srgbClr val="FFFF00"/>
                          </a:highlight>
                          <a:latin typeface="+mn-lt"/>
                          <a:ea typeface="+mn-ea"/>
                          <a:cs typeface="+mn-cs"/>
                        </a:rPr>
                        <a:t> =&gt; </a:t>
                      </a:r>
                      <a:r>
                        <a:rPr lang="en-US" sz="1200" b="1" kern="1200" dirty="0" err="1">
                          <a:solidFill>
                            <a:schemeClr val="bg1"/>
                          </a:solidFill>
                          <a:highlight>
                            <a:srgbClr val="FFFF00"/>
                          </a:highlight>
                          <a:latin typeface="+mn-lt"/>
                          <a:ea typeface="+mn-ea"/>
                          <a:cs typeface="+mn-cs"/>
                        </a:rPr>
                        <a:t>i.Category</a:t>
                      </a:r>
                      <a:r>
                        <a:rPr lang="en-US" sz="1200" b="1" kern="1200" dirty="0">
                          <a:solidFill>
                            <a:schemeClr val="bg1"/>
                          </a:solidFill>
                          <a:highlight>
                            <a:srgbClr val="FFFF00"/>
                          </a:highlight>
                          <a:latin typeface="+mn-lt"/>
                          <a:ea typeface="+mn-ea"/>
                          <a:cs typeface="+mn-cs"/>
                        </a:rPr>
                        <a:t>).</a:t>
                      </a:r>
                      <a:r>
                        <a:rPr lang="en-US" sz="1200" b="1" kern="1200" dirty="0" err="1">
                          <a:solidFill>
                            <a:schemeClr val="bg1"/>
                          </a:solidFill>
                          <a:highlight>
                            <a:srgbClr val="FFFF00"/>
                          </a:highlight>
                          <a:latin typeface="+mn-lt"/>
                          <a:ea typeface="+mn-ea"/>
                          <a:cs typeface="+mn-cs"/>
                        </a:rPr>
                        <a:t>ToList</a:t>
                      </a:r>
                      <a:r>
                        <a:rPr lang="en-US" sz="1200" b="1" kern="1200" dirty="0">
                          <a:solidFill>
                            <a:schemeClr val="bg1"/>
                          </a:solidFill>
                          <a:highlight>
                            <a:srgbClr val="FFFF00"/>
                          </a:highlight>
                          <a:latin typeface="+mn-lt"/>
                          <a:ea typeface="+mn-ea"/>
                          <a:cs typeface="+mn-cs"/>
                        </a:rPr>
                        <a:t>(); </a:t>
                      </a:r>
                      <a:r>
                        <a:rPr lang="en-US" sz="1200" b="0" kern="1200" dirty="0">
                          <a:solidFill>
                            <a:schemeClr val="bg1"/>
                          </a:solidFill>
                          <a:latin typeface="+mn-lt"/>
                          <a:ea typeface="+mn-ea"/>
                          <a:cs typeface="+mn-cs"/>
                        </a:rPr>
                        <a:t> </a:t>
                      </a:r>
                      <a:r>
                        <a:rPr lang="en-US" sz="1200" b="0" kern="1200" dirty="0" err="1">
                          <a:solidFill>
                            <a:schemeClr val="bg1"/>
                          </a:solidFill>
                          <a:latin typeface="+mn-lt"/>
                          <a:ea typeface="+mn-ea"/>
                          <a:cs typeface="+mn-cs"/>
                        </a:rPr>
                        <a:t>lưu</a:t>
                      </a:r>
                      <a:r>
                        <a:rPr lang="en-US" sz="1200" b="0" kern="1200" dirty="0">
                          <a:solidFill>
                            <a:schemeClr val="bg1"/>
                          </a:solidFill>
                          <a:latin typeface="+mn-lt"/>
                          <a:ea typeface="+mn-ea"/>
                          <a:cs typeface="+mn-cs"/>
                        </a:rPr>
                        <a:t> </a:t>
                      </a:r>
                      <a:r>
                        <a:rPr lang="vi-VN" sz="1200" b="0" kern="1200" dirty="0">
                          <a:solidFill>
                            <a:schemeClr val="bg1"/>
                          </a:solidFill>
                          <a:latin typeface="Calibri" panose="020F0502020204030204" pitchFamily="34" charset="0"/>
                          <a:ea typeface="+mn-ea"/>
                          <a:cs typeface="Calibri" panose="020F0502020204030204" pitchFamily="34" charset="0"/>
                        </a:rPr>
                        <a:t>danh sách các sản phẩm trong giỏ hàng đã được nhóm theo Category</a:t>
                      </a:r>
                      <a:r>
                        <a:rPr lang="en-US" sz="1200" b="0" kern="1200" dirty="0">
                          <a:solidFill>
                            <a:schemeClr val="bg1"/>
                          </a:solidFill>
                          <a:latin typeface="Calibri" panose="020F0502020204030204" pitchFamily="34" charset="0"/>
                          <a:ea typeface="+mn-ea"/>
                          <a:cs typeface="Calibri" panose="020F0502020204030204" pitchFamily="34" charset="0"/>
                        </a:rPr>
                        <a:t>Name</a:t>
                      </a:r>
                    </a:p>
                    <a:p>
                      <a:pPr marL="171450" indent="-171450">
                        <a:buFont typeface="Arial" panose="020B0604020202020204" pitchFamily="34" charset="0"/>
                        <a:buChar char="•"/>
                      </a:pPr>
                      <a:r>
                        <a:rPr lang="en-US" sz="1200" b="1" kern="1200" dirty="0">
                          <a:solidFill>
                            <a:schemeClr val="bg1"/>
                          </a:solidFill>
                          <a:highlight>
                            <a:srgbClr val="FFFF00"/>
                          </a:highlight>
                          <a:latin typeface="Calibri" panose="020F0502020204030204" pitchFamily="34" charset="0"/>
                          <a:ea typeface="+mn-ea"/>
                          <a:cs typeface="Calibri" panose="020F0502020204030204" pitchFamily="34" charset="0"/>
                        </a:rPr>
                        <a:t>public </a:t>
                      </a:r>
                      <a:r>
                        <a:rPr lang="en-US" sz="1200" b="1" kern="1200" dirty="0" err="1">
                          <a:solidFill>
                            <a:schemeClr val="bg1"/>
                          </a:solidFill>
                          <a:highlight>
                            <a:srgbClr val="FFFF00"/>
                          </a:highlight>
                          <a:latin typeface="Calibri" panose="020F0502020204030204" pitchFamily="34" charset="0"/>
                          <a:ea typeface="+mn-ea"/>
                          <a:cs typeface="Calibri" panose="020F0502020204030204" pitchFamily="34" charset="0"/>
                        </a:rPr>
                        <a:t>PagedList.IPagedList</a:t>
                      </a:r>
                      <a:r>
                        <a:rPr lang="en-US" sz="1200" b="1" kern="1200" dirty="0">
                          <a:solidFill>
                            <a:schemeClr val="bg1"/>
                          </a:solidFill>
                          <a:highlight>
                            <a:srgbClr val="FFFF00"/>
                          </a:highlight>
                          <a:latin typeface="Calibri" panose="020F0502020204030204" pitchFamily="34" charset="0"/>
                          <a:ea typeface="+mn-ea"/>
                          <a:cs typeface="Calibri" panose="020F0502020204030204" pitchFamily="34" charset="0"/>
                        </a:rPr>
                        <a:t>&lt;Product&gt; </a:t>
                      </a:r>
                      <a:r>
                        <a:rPr lang="en-US" sz="1200" b="1" kern="1200" dirty="0" err="1">
                          <a:solidFill>
                            <a:schemeClr val="bg1"/>
                          </a:solidFill>
                          <a:highlight>
                            <a:srgbClr val="FFFF00"/>
                          </a:highlight>
                          <a:latin typeface="Calibri" panose="020F0502020204030204" pitchFamily="34" charset="0"/>
                          <a:ea typeface="+mn-ea"/>
                          <a:cs typeface="Calibri" panose="020F0502020204030204" pitchFamily="34" charset="0"/>
                        </a:rPr>
                        <a:t>SimilarProducts</a:t>
                      </a:r>
                      <a:r>
                        <a:rPr lang="en-US" sz="1200" b="0" kern="1200" dirty="0">
                          <a:solidFill>
                            <a:schemeClr val="bg1"/>
                          </a:solidFill>
                          <a:highlight>
                            <a:srgbClr val="FFFF00"/>
                          </a:highlight>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lưu</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danh</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sách</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các</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sản</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phẩm</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cùng</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danh</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mục</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với</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các</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sản</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phẩm</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trong</a:t>
                      </a:r>
                      <a:r>
                        <a:rPr lang="en-US" sz="1200" b="0" kern="1200" dirty="0">
                          <a:solidFill>
                            <a:schemeClr val="bg1"/>
                          </a:solidFill>
                          <a:latin typeface="Calibri" panose="020F0502020204030204" pitchFamily="34" charset="0"/>
                          <a:ea typeface="+mn-ea"/>
                          <a:cs typeface="Calibri" panose="020F0502020204030204" pitchFamily="34" charset="0"/>
                        </a:rPr>
                        <a:t> </a:t>
                      </a:r>
                      <a:r>
                        <a:rPr lang="en-US" sz="1200" b="0" kern="1200" dirty="0" err="1">
                          <a:solidFill>
                            <a:schemeClr val="bg1"/>
                          </a:solidFill>
                          <a:latin typeface="Calibri" panose="020F0502020204030204" pitchFamily="34" charset="0"/>
                          <a:ea typeface="+mn-ea"/>
                          <a:cs typeface="Calibri" panose="020F0502020204030204" pitchFamily="34" charset="0"/>
                        </a:rPr>
                        <a:t>giỏ</a:t>
                      </a:r>
                      <a:endParaRPr lang="en-US" sz="1200" b="0" kern="1200" dirty="0">
                        <a:solidFill>
                          <a:schemeClr val="bg1"/>
                        </a:solidFill>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174436792"/>
                  </a:ext>
                </a:extLst>
              </a:tr>
              <a:tr h="335534">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kern="1200" dirty="0" err="1">
                          <a:solidFill>
                            <a:schemeClr val="bg1"/>
                          </a:solidFill>
                          <a:highlight>
                            <a:srgbClr val="FFFF00"/>
                          </a:highlight>
                          <a:latin typeface="+mn-lt"/>
                          <a:ea typeface="+mn-ea"/>
                          <a:cs typeface="+mn-cs"/>
                        </a:rPr>
                        <a:t>CartService.cs</a:t>
                      </a:r>
                      <a:r>
                        <a:rPr lang="en-US" sz="1400" b="1" kern="1200" dirty="0">
                          <a:solidFill>
                            <a:schemeClr val="bg1"/>
                          </a:solidFill>
                          <a:highlight>
                            <a:srgbClr val="FFFF00"/>
                          </a:highlight>
                          <a:latin typeface="+mn-lt"/>
                          <a:ea typeface="+mn-ea"/>
                          <a:cs typeface="+mn-cs"/>
                        </a:rPr>
                        <a:t> </a:t>
                      </a:r>
                      <a:r>
                        <a:rPr lang="en-US" sz="1400" b="0" kern="1200" dirty="0" err="1">
                          <a:solidFill>
                            <a:schemeClr val="bg1"/>
                          </a:solidFill>
                          <a:latin typeface="+mn-lt"/>
                          <a:ea typeface="+mn-ea"/>
                          <a:cs typeface="+mn-cs"/>
                        </a:rPr>
                        <a:t>giữ</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nguyên</a:t>
                      </a:r>
                      <a:endParaRPr lang="en-US" sz="1400" b="0" kern="1200" dirty="0">
                        <a:solidFill>
                          <a:schemeClr val="bg1"/>
                        </a:solidFill>
                        <a:latin typeface="+mn-lt"/>
                        <a:ea typeface="+mn-ea"/>
                        <a:cs typeface="+mn-cs"/>
                      </a:endParaRPr>
                    </a:p>
                  </a:txBody>
                  <a:tcPr/>
                </a:tc>
                <a:extLst>
                  <a:ext uri="{0D108BD9-81ED-4DB2-BD59-A6C34878D82A}">
                    <a16:rowId xmlns:a16="http://schemas.microsoft.com/office/drawing/2014/main" val="462278812"/>
                  </a:ext>
                </a:extLst>
              </a:tr>
            </a:tbl>
          </a:graphicData>
        </a:graphic>
      </p:graphicFrame>
      <p:pic>
        <p:nvPicPr>
          <p:cNvPr id="6" name="Picture 5">
            <a:extLst>
              <a:ext uri="{FF2B5EF4-FFF2-40B4-BE49-F238E27FC236}">
                <a16:creationId xmlns:a16="http://schemas.microsoft.com/office/drawing/2014/main" id="{38751AAE-1C06-F5E5-796C-012DBD51F7CC}"/>
              </a:ext>
            </a:extLst>
          </p:cNvPr>
          <p:cNvPicPr>
            <a:picLocks noChangeAspect="1"/>
          </p:cNvPicPr>
          <p:nvPr/>
        </p:nvPicPr>
        <p:blipFill>
          <a:blip r:embed="rId3"/>
          <a:stretch>
            <a:fillRect/>
          </a:stretch>
        </p:blipFill>
        <p:spPr>
          <a:xfrm>
            <a:off x="303212" y="2819400"/>
            <a:ext cx="4175447" cy="3132667"/>
          </a:xfrm>
          <a:prstGeom prst="rect">
            <a:avLst/>
          </a:prstGeom>
        </p:spPr>
      </p:pic>
      <p:pic>
        <p:nvPicPr>
          <p:cNvPr id="9" name="Picture 8">
            <a:extLst>
              <a:ext uri="{FF2B5EF4-FFF2-40B4-BE49-F238E27FC236}">
                <a16:creationId xmlns:a16="http://schemas.microsoft.com/office/drawing/2014/main" id="{C3A5DF1D-EFFE-BCF9-C2E3-F34A33E2BF69}"/>
              </a:ext>
            </a:extLst>
          </p:cNvPr>
          <p:cNvPicPr>
            <a:picLocks noChangeAspect="1"/>
          </p:cNvPicPr>
          <p:nvPr/>
        </p:nvPicPr>
        <p:blipFill>
          <a:blip r:embed="rId4"/>
          <a:stretch>
            <a:fillRect/>
          </a:stretch>
        </p:blipFill>
        <p:spPr>
          <a:xfrm>
            <a:off x="4724268" y="2590800"/>
            <a:ext cx="7161344" cy="3810000"/>
          </a:xfrm>
          <a:prstGeom prst="rect">
            <a:avLst/>
          </a:prstGeom>
        </p:spPr>
      </p:pic>
    </p:spTree>
    <p:extLst>
      <p:ext uri="{BB962C8B-B14F-4D97-AF65-F5344CB8AC3E}">
        <p14:creationId xmlns:p14="http://schemas.microsoft.com/office/powerpoint/2010/main" val="2730299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5029200" cy="844551"/>
          </a:xfrm>
        </p:spPr>
        <p:txBody>
          <a:bodyPr>
            <a:noAutofit/>
          </a:bodyPr>
          <a:lstStyle/>
          <a:p>
            <a:r>
              <a:rPr lang="en-US" sz="3600" dirty="0"/>
              <a:t>3.2 </a:t>
            </a:r>
            <a:r>
              <a:rPr lang="en-US" sz="3600" dirty="0" err="1"/>
              <a:t>Giỏ</a:t>
            </a:r>
            <a:r>
              <a:rPr lang="en-US" sz="3600" dirty="0"/>
              <a:t> </a:t>
            </a:r>
            <a:r>
              <a:rPr lang="en-US" sz="3600" dirty="0" err="1"/>
              <a:t>hàng</a:t>
            </a:r>
            <a:r>
              <a:rPr lang="en-US" sz="3600" dirty="0"/>
              <a:t> </a:t>
            </a:r>
            <a:r>
              <a:rPr lang="en-US" sz="3600" dirty="0" err="1"/>
              <a:t>nâng</a:t>
            </a:r>
            <a:r>
              <a:rPr lang="en-US" sz="3600" dirty="0"/>
              <a:t> </a:t>
            </a:r>
            <a:r>
              <a:rPr lang="en-US" sz="3600" dirty="0" err="1"/>
              <a:t>cao</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3" name="Content Placeholder 11">
            <a:extLst>
              <a:ext uri="{FF2B5EF4-FFF2-40B4-BE49-F238E27FC236}">
                <a16:creationId xmlns:a16="http://schemas.microsoft.com/office/drawing/2014/main" id="{E2B08477-8AB6-8605-04AB-5B313D5F4963}"/>
              </a:ext>
            </a:extLst>
          </p:cNvPr>
          <p:cNvGraphicFramePr>
            <a:graphicFrameLocks/>
          </p:cNvGraphicFramePr>
          <p:nvPr>
            <p:extLst>
              <p:ext uri="{D42A27DB-BD31-4B8C-83A1-F6EECF244321}">
                <p14:modId xmlns:p14="http://schemas.microsoft.com/office/powerpoint/2010/main" val="2513552338"/>
              </p:ext>
            </p:extLst>
          </p:nvPr>
        </p:nvGraphicFramePr>
        <p:xfrm>
          <a:off x="3579812" y="1447800"/>
          <a:ext cx="5561688" cy="848061"/>
        </p:xfrm>
        <a:graphic>
          <a:graphicData uri="http://schemas.openxmlformats.org/drawingml/2006/table">
            <a:tbl>
              <a:tblPr firstRow="1" bandRow="1">
                <a:tableStyleId>{073A0DAA-6AF3-43AB-8588-CEC1D06C72B9}</a:tableStyleId>
              </a:tblPr>
              <a:tblGrid>
                <a:gridCol w="5561688">
                  <a:extLst>
                    <a:ext uri="{9D8B030D-6E8A-4147-A177-3AD203B41FA5}">
                      <a16:colId xmlns:a16="http://schemas.microsoft.com/office/drawing/2014/main" val="3776698516"/>
                    </a:ext>
                  </a:extLst>
                </a:gridCol>
              </a:tblGrid>
              <a:tr h="254173">
                <a:tc>
                  <a:txBody>
                    <a:bodyPr/>
                    <a:lstStyle/>
                    <a:p>
                      <a:r>
                        <a:rPr lang="en-US" dirty="0"/>
                        <a:t>Controller: </a:t>
                      </a:r>
                      <a:r>
                        <a:rPr lang="en-US" dirty="0" err="1"/>
                        <a:t>CartController</a:t>
                      </a:r>
                      <a:endParaRPr lang="en-US" dirty="0"/>
                    </a:p>
                  </a:txBody>
                  <a:tcPr/>
                </a:tc>
                <a:extLst>
                  <a:ext uri="{0D108BD9-81ED-4DB2-BD59-A6C34878D82A}">
                    <a16:rowId xmlns:a16="http://schemas.microsoft.com/office/drawing/2014/main" val="2981023087"/>
                  </a:ext>
                </a:extLst>
              </a:tr>
              <a:tr h="482428">
                <a:tc>
                  <a:txBody>
                    <a:bodyPr/>
                    <a:lstStyle/>
                    <a:p>
                      <a:r>
                        <a:rPr lang="en-US" sz="1600" b="0" kern="1200" dirty="0" err="1">
                          <a:solidFill>
                            <a:schemeClr val="bg1"/>
                          </a:solidFill>
                          <a:latin typeface="+mn-lt"/>
                          <a:ea typeface="+mn-ea"/>
                          <a:cs typeface="+mn-cs"/>
                        </a:rPr>
                        <a:t>Chỉnh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sửa</a:t>
                      </a:r>
                      <a:r>
                        <a:rPr lang="en-US" sz="1600" b="0" kern="1200" dirty="0">
                          <a:solidFill>
                            <a:schemeClr val="bg1"/>
                          </a:solidFill>
                          <a:latin typeface="+mn-lt"/>
                          <a:ea typeface="+mn-ea"/>
                          <a:cs typeface="+mn-cs"/>
                        </a:rPr>
                        <a:t> action Index </a:t>
                      </a:r>
                      <a:r>
                        <a:rPr lang="en-US" sz="1600" b="0" kern="1200" dirty="0" err="1">
                          <a:solidFill>
                            <a:schemeClr val="bg1"/>
                          </a:solidFill>
                          <a:latin typeface="+mn-lt"/>
                          <a:ea typeface="+mn-ea"/>
                          <a:cs typeface="+mn-cs"/>
                        </a:rPr>
                        <a:t>như</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sau</a:t>
                      </a:r>
                      <a:r>
                        <a:rPr lang="en-US" sz="1600" b="0" kern="1200" dirty="0">
                          <a:solidFill>
                            <a:schemeClr val="bg1"/>
                          </a:solidFill>
                          <a:latin typeface="+mn-lt"/>
                          <a:ea typeface="+mn-ea"/>
                          <a:cs typeface="+mn-cs"/>
                        </a:rPr>
                        <a:t>:</a:t>
                      </a:r>
                      <a:endParaRPr lang="en-US" sz="1600" b="1" kern="1200" dirty="0">
                        <a:solidFill>
                          <a:schemeClr val="bg1"/>
                        </a:solidFill>
                        <a:highlight>
                          <a:srgbClr val="FFFF00"/>
                        </a:highlight>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5" name="Picture 4">
            <a:extLst>
              <a:ext uri="{FF2B5EF4-FFF2-40B4-BE49-F238E27FC236}">
                <a16:creationId xmlns:a16="http://schemas.microsoft.com/office/drawing/2014/main" id="{D3463CB5-52AF-21BE-4F0E-B454F2C03E7A}"/>
              </a:ext>
            </a:extLst>
          </p:cNvPr>
          <p:cNvPicPr>
            <a:picLocks noChangeAspect="1"/>
          </p:cNvPicPr>
          <p:nvPr/>
        </p:nvPicPr>
        <p:blipFill>
          <a:blip r:embed="rId2"/>
          <a:stretch>
            <a:fillRect/>
          </a:stretch>
        </p:blipFill>
        <p:spPr>
          <a:xfrm>
            <a:off x="1751012" y="2574510"/>
            <a:ext cx="8534400" cy="3728835"/>
          </a:xfrm>
          <a:prstGeom prst="rect">
            <a:avLst/>
          </a:prstGeom>
        </p:spPr>
      </p:pic>
    </p:spTree>
    <p:extLst>
      <p:ext uri="{BB962C8B-B14F-4D97-AF65-F5344CB8AC3E}">
        <p14:creationId xmlns:p14="http://schemas.microsoft.com/office/powerpoint/2010/main" val="173892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0"/>
            <a:ext cx="11925300" cy="914400"/>
          </a:xfrm>
        </p:spPr>
        <p:txBody>
          <a:bodyPr>
            <a:noAutofit/>
          </a:bodyPr>
          <a:lstStyle/>
          <a:p>
            <a:r>
              <a:rPr lang="en-US" sz="3600" dirty="0"/>
              <a:t>3.2 </a:t>
            </a:r>
            <a:r>
              <a:rPr lang="en-US" sz="3600" dirty="0" err="1"/>
              <a:t>Giỏ</a:t>
            </a:r>
            <a:r>
              <a:rPr lang="en-US" sz="3600" dirty="0"/>
              <a:t> </a:t>
            </a:r>
            <a:r>
              <a:rPr lang="en-US" sz="3600" dirty="0" err="1"/>
              <a:t>hàng</a:t>
            </a:r>
            <a:r>
              <a:rPr lang="en-US" sz="3600" dirty="0"/>
              <a:t> </a:t>
            </a:r>
            <a:r>
              <a:rPr lang="en-US" sz="3600" dirty="0" err="1"/>
              <a:t>nâng</a:t>
            </a:r>
            <a:r>
              <a:rPr lang="en-US" sz="3600" dirty="0"/>
              <a:t> </a:t>
            </a:r>
            <a:r>
              <a:rPr lang="en-US" sz="3600" dirty="0" err="1"/>
              <a:t>cao</a:t>
            </a:r>
            <a:br>
              <a:rPr lang="en-US" sz="3600" dirty="0"/>
            </a:br>
            <a:r>
              <a:rPr lang="en-US" sz="2400" dirty="0"/>
              <a:t>View: </a:t>
            </a:r>
            <a:r>
              <a:rPr lang="en-US" sz="2400" dirty="0" err="1"/>
              <a:t>Index.cshtml</a:t>
            </a:r>
            <a:endParaRPr lang="en-US" sz="3600" dirty="0">
              <a:latin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60314EC9-F385-554C-389B-2D9BF7BBE506}"/>
              </a:ext>
            </a:extLst>
          </p:cNvPr>
          <p:cNvPicPr>
            <a:picLocks noChangeAspect="1"/>
          </p:cNvPicPr>
          <p:nvPr/>
        </p:nvPicPr>
        <p:blipFill>
          <a:blip r:embed="rId2"/>
          <a:stretch>
            <a:fillRect/>
          </a:stretch>
        </p:blipFill>
        <p:spPr>
          <a:xfrm>
            <a:off x="74613" y="1219200"/>
            <a:ext cx="3352799" cy="5562600"/>
          </a:xfrm>
          <a:prstGeom prst="rect">
            <a:avLst/>
          </a:prstGeom>
        </p:spPr>
      </p:pic>
      <p:pic>
        <p:nvPicPr>
          <p:cNvPr id="6" name="Picture 5">
            <a:extLst>
              <a:ext uri="{FF2B5EF4-FFF2-40B4-BE49-F238E27FC236}">
                <a16:creationId xmlns:a16="http://schemas.microsoft.com/office/drawing/2014/main" id="{9335E92C-29CB-B1CD-8406-F63E5586E9EB}"/>
              </a:ext>
            </a:extLst>
          </p:cNvPr>
          <p:cNvPicPr>
            <a:picLocks noChangeAspect="1"/>
          </p:cNvPicPr>
          <p:nvPr/>
        </p:nvPicPr>
        <p:blipFill>
          <a:blip r:embed="rId3"/>
          <a:stretch>
            <a:fillRect/>
          </a:stretch>
        </p:blipFill>
        <p:spPr>
          <a:xfrm>
            <a:off x="3503612" y="465668"/>
            <a:ext cx="8609013" cy="6316132"/>
          </a:xfrm>
          <a:prstGeom prst="rect">
            <a:avLst/>
          </a:prstGeom>
        </p:spPr>
      </p:pic>
    </p:spTree>
    <p:extLst>
      <p:ext uri="{BB962C8B-B14F-4D97-AF65-F5344CB8AC3E}">
        <p14:creationId xmlns:p14="http://schemas.microsoft.com/office/powerpoint/2010/main" val="30002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150812" y="152400"/>
            <a:ext cx="3352800" cy="2514600"/>
          </a:xfrm>
        </p:spPr>
        <p:txBody>
          <a:bodyPr>
            <a:noAutofit/>
          </a:bodyPr>
          <a:lstStyle/>
          <a:p>
            <a:r>
              <a:rPr lang="en-US" sz="3600" dirty="0"/>
              <a:t>3.2 </a:t>
            </a:r>
            <a:r>
              <a:rPr lang="en-US" sz="3600" dirty="0" err="1"/>
              <a:t>Giỏ</a:t>
            </a:r>
            <a:r>
              <a:rPr lang="en-US" sz="3600" dirty="0"/>
              <a:t> </a:t>
            </a:r>
            <a:r>
              <a:rPr lang="en-US" sz="3600" dirty="0" err="1"/>
              <a:t>hàng</a:t>
            </a:r>
            <a:r>
              <a:rPr lang="en-US" sz="3600" dirty="0"/>
              <a:t> </a:t>
            </a:r>
            <a:r>
              <a:rPr lang="en-US" sz="3600" dirty="0" err="1"/>
              <a:t>nâng</a:t>
            </a:r>
            <a:r>
              <a:rPr lang="en-US" sz="3600" dirty="0"/>
              <a:t> </a:t>
            </a:r>
            <a:r>
              <a:rPr lang="en-US" sz="3600" dirty="0" err="1"/>
              <a:t>cao</a:t>
            </a:r>
            <a:br>
              <a:rPr lang="en-US" sz="3600" dirty="0"/>
            </a:br>
            <a:r>
              <a:rPr lang="en-US" sz="2400" dirty="0"/>
              <a:t>View: partial view _</a:t>
            </a:r>
            <a:r>
              <a:rPr lang="en-US" sz="2400" dirty="0" err="1"/>
              <a:t>PVSimilarProduct.cshtml</a:t>
            </a:r>
            <a:endParaRPr lang="en-US" sz="3600" dirty="0">
              <a:latin typeface="Calibri Light" panose="020F0302020204030204" pitchFamily="34" charset="0"/>
              <a:cs typeface="Calibri Light" panose="020F0302020204030204" pitchFamily="34" charset="0"/>
            </a:endParaRPr>
          </a:p>
        </p:txBody>
      </p:sp>
      <p:pic>
        <p:nvPicPr>
          <p:cNvPr id="6" name="Picture 5">
            <a:extLst>
              <a:ext uri="{FF2B5EF4-FFF2-40B4-BE49-F238E27FC236}">
                <a16:creationId xmlns:a16="http://schemas.microsoft.com/office/drawing/2014/main" id="{1615D015-0D16-A09B-31AF-A9E450858CB5}"/>
              </a:ext>
            </a:extLst>
          </p:cNvPr>
          <p:cNvPicPr>
            <a:picLocks noChangeAspect="1"/>
          </p:cNvPicPr>
          <p:nvPr/>
        </p:nvPicPr>
        <p:blipFill>
          <a:blip r:embed="rId2"/>
          <a:stretch>
            <a:fillRect/>
          </a:stretch>
        </p:blipFill>
        <p:spPr>
          <a:xfrm>
            <a:off x="3851824" y="0"/>
            <a:ext cx="8338588" cy="6858000"/>
          </a:xfrm>
          <a:prstGeom prst="rect">
            <a:avLst/>
          </a:prstGeom>
        </p:spPr>
      </p:pic>
    </p:spTree>
    <p:extLst>
      <p:ext uri="{BB962C8B-B14F-4D97-AF65-F5344CB8AC3E}">
        <p14:creationId xmlns:p14="http://schemas.microsoft.com/office/powerpoint/2010/main" val="3985234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577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5976DE-E665-3F90-84C7-CAFC032C46AA}"/>
              </a:ext>
            </a:extLst>
          </p:cNvPr>
          <p:cNvSpPr>
            <a:spLocks noGrp="1"/>
          </p:cNvSpPr>
          <p:nvPr>
            <p:ph type="title"/>
          </p:nvPr>
        </p:nvSpPr>
        <p:spPr>
          <a:xfrm>
            <a:off x="841028" y="548640"/>
            <a:ext cx="3599923" cy="3261360"/>
          </a:xfrm>
        </p:spPr>
        <p:txBody>
          <a:bodyPr>
            <a:normAutofit/>
          </a:bodyPr>
          <a:lstStyle/>
          <a:p>
            <a:r>
              <a:rPr lang="en-US" sz="5400" dirty="0"/>
              <a:t>4. </a:t>
            </a:r>
            <a:r>
              <a:rPr lang="en-US" sz="5400" dirty="0" err="1"/>
              <a:t>Đặt</a:t>
            </a:r>
            <a:r>
              <a:rPr lang="en-US" sz="5400" dirty="0"/>
              <a:t> </a:t>
            </a:r>
            <a:r>
              <a:rPr lang="en-US" sz="5400" dirty="0" err="1"/>
              <a:t>hàng</a:t>
            </a:r>
            <a:endParaRPr lang="en-US" sz="5400" dirty="0"/>
          </a:p>
        </p:txBody>
      </p:sp>
      <p:sp>
        <p:nvSpPr>
          <p:cNvPr id="4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2737" y="3258717"/>
            <a:ext cx="4480560" cy="18283"/>
          </a:xfrm>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 name="connsiteX0" fmla="*/ 0 w 4480560"/>
              <a:gd name="connsiteY0" fmla="*/ 0 h 18283"/>
              <a:gd name="connsiteX1" fmla="*/ 595274 w 4480560"/>
              <a:gd name="connsiteY1" fmla="*/ 0 h 18283"/>
              <a:gd name="connsiteX2" fmla="*/ 1100938 w 4480560"/>
              <a:gd name="connsiteY2" fmla="*/ 0 h 18283"/>
              <a:gd name="connsiteX3" fmla="*/ 1830629 w 4480560"/>
              <a:gd name="connsiteY3" fmla="*/ 0 h 18283"/>
              <a:gd name="connsiteX4" fmla="*/ 2425903 w 4480560"/>
              <a:gd name="connsiteY4" fmla="*/ 0 h 18283"/>
              <a:gd name="connsiteX5" fmla="*/ 3021178 w 4480560"/>
              <a:gd name="connsiteY5" fmla="*/ 0 h 18283"/>
              <a:gd name="connsiteX6" fmla="*/ 3750869 w 4480560"/>
              <a:gd name="connsiteY6" fmla="*/ 0 h 18283"/>
              <a:gd name="connsiteX7" fmla="*/ 4480560 w 4480560"/>
              <a:gd name="connsiteY7" fmla="*/ 0 h 18283"/>
              <a:gd name="connsiteX8" fmla="*/ 4480560 w 4480560"/>
              <a:gd name="connsiteY8" fmla="*/ 18283 h 18283"/>
              <a:gd name="connsiteX9" fmla="*/ 3930091 w 4480560"/>
              <a:gd name="connsiteY9" fmla="*/ 18283 h 18283"/>
              <a:gd name="connsiteX10" fmla="*/ 3290011 w 4480560"/>
              <a:gd name="connsiteY10" fmla="*/ 18283 h 18283"/>
              <a:gd name="connsiteX11" fmla="*/ 2649931 w 4480560"/>
              <a:gd name="connsiteY11" fmla="*/ 18283 h 18283"/>
              <a:gd name="connsiteX12" fmla="*/ 2054657 w 4480560"/>
              <a:gd name="connsiteY12" fmla="*/ 18283 h 18283"/>
              <a:gd name="connsiteX13" fmla="*/ 1324966 w 4480560"/>
              <a:gd name="connsiteY13" fmla="*/ 18283 h 18283"/>
              <a:gd name="connsiteX14" fmla="*/ 595274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2398" y="6776"/>
                  <a:pt x="4480263" y="12574"/>
                  <a:pt x="4480560" y="18283"/>
                </a:cubicBezTo>
                <a:cubicBezTo>
                  <a:pt x="4305601" y="41515"/>
                  <a:pt x="4025154" y="26457"/>
                  <a:pt x="3840480" y="18283"/>
                </a:cubicBezTo>
                <a:cubicBezTo>
                  <a:pt x="3668919" y="-12336"/>
                  <a:pt x="3556555" y="-12679"/>
                  <a:pt x="3290011" y="18283"/>
                </a:cubicBezTo>
                <a:cubicBezTo>
                  <a:pt x="2991827" y="18167"/>
                  <a:pt x="2862038" y="-22527"/>
                  <a:pt x="2560320" y="18283"/>
                </a:cubicBezTo>
                <a:cubicBezTo>
                  <a:pt x="2273396" y="37371"/>
                  <a:pt x="2159701" y="39993"/>
                  <a:pt x="1965046" y="18283"/>
                </a:cubicBezTo>
                <a:cubicBezTo>
                  <a:pt x="1785994" y="29183"/>
                  <a:pt x="1686680" y="52315"/>
                  <a:pt x="1459382" y="18283"/>
                </a:cubicBezTo>
                <a:cubicBezTo>
                  <a:pt x="1260610" y="4965"/>
                  <a:pt x="913962" y="31527"/>
                  <a:pt x="774497" y="18283"/>
                </a:cubicBezTo>
                <a:cubicBezTo>
                  <a:pt x="689426" y="1848"/>
                  <a:pt x="378264" y="6318"/>
                  <a:pt x="0" y="18283"/>
                </a:cubicBezTo>
                <a:cubicBezTo>
                  <a:pt x="65" y="12033"/>
                  <a:pt x="-93" y="4430"/>
                  <a:pt x="0" y="0"/>
                </a:cubicBezTo>
                <a:close/>
              </a:path>
              <a:path w="4480560" h="18283"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501" y="6202"/>
                  <a:pt x="4480230" y="10215"/>
                  <a:pt x="4480560" y="18283"/>
                </a:cubicBezTo>
                <a:cubicBezTo>
                  <a:pt x="4261480" y="-5436"/>
                  <a:pt x="4206199" y="33096"/>
                  <a:pt x="3930091" y="18283"/>
                </a:cubicBezTo>
                <a:cubicBezTo>
                  <a:pt x="3666932" y="-10907"/>
                  <a:pt x="3493645" y="19371"/>
                  <a:pt x="3290011" y="18283"/>
                </a:cubicBezTo>
                <a:cubicBezTo>
                  <a:pt x="3137078" y="-36465"/>
                  <a:pt x="2894690" y="-13381"/>
                  <a:pt x="2649931" y="18283"/>
                </a:cubicBezTo>
                <a:cubicBezTo>
                  <a:pt x="2413020" y="25861"/>
                  <a:pt x="2225991" y="-5992"/>
                  <a:pt x="2054657" y="18283"/>
                </a:cubicBezTo>
                <a:cubicBezTo>
                  <a:pt x="1886877" y="42108"/>
                  <a:pt x="1548763" y="49957"/>
                  <a:pt x="1324966" y="18283"/>
                </a:cubicBezTo>
                <a:cubicBezTo>
                  <a:pt x="1040995" y="6464"/>
                  <a:pt x="786929" y="-13088"/>
                  <a:pt x="595274" y="18283"/>
                </a:cubicBezTo>
                <a:cubicBezTo>
                  <a:pt x="371401" y="37398"/>
                  <a:pt x="168483" y="27734"/>
                  <a:pt x="0" y="18283"/>
                </a:cubicBezTo>
                <a:cubicBezTo>
                  <a:pt x="-757" y="9900"/>
                  <a:pt x="1321" y="3818"/>
                  <a:pt x="0" y="0"/>
                </a:cubicBezTo>
                <a:close/>
              </a:path>
              <a:path w="4480560" h="18283"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2288" y="6637"/>
                  <a:pt x="4481597" y="12514"/>
                  <a:pt x="4480560" y="18283"/>
                </a:cubicBezTo>
                <a:cubicBezTo>
                  <a:pt x="4299745" y="12592"/>
                  <a:pt x="4055484" y="58791"/>
                  <a:pt x="3840480" y="18283"/>
                </a:cubicBezTo>
                <a:cubicBezTo>
                  <a:pt x="3665362" y="18971"/>
                  <a:pt x="3548412" y="11099"/>
                  <a:pt x="3290011" y="18283"/>
                </a:cubicBezTo>
                <a:cubicBezTo>
                  <a:pt x="3037450" y="41490"/>
                  <a:pt x="2862123" y="47734"/>
                  <a:pt x="2560320" y="18283"/>
                </a:cubicBezTo>
                <a:cubicBezTo>
                  <a:pt x="2308793" y="11723"/>
                  <a:pt x="2153402" y="-21404"/>
                  <a:pt x="1965046" y="18283"/>
                </a:cubicBezTo>
                <a:cubicBezTo>
                  <a:pt x="1778601" y="30511"/>
                  <a:pt x="1672011" y="28407"/>
                  <a:pt x="1459382" y="18283"/>
                </a:cubicBezTo>
                <a:cubicBezTo>
                  <a:pt x="1212351" y="-5289"/>
                  <a:pt x="906131" y="17426"/>
                  <a:pt x="774497" y="18283"/>
                </a:cubicBezTo>
                <a:cubicBezTo>
                  <a:pt x="636671" y="-42716"/>
                  <a:pt x="331670" y="6272"/>
                  <a:pt x="0" y="18283"/>
                </a:cubicBezTo>
                <a:cubicBezTo>
                  <a:pt x="-1001" y="12215"/>
                  <a:pt x="10" y="439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8283"/>
                      <a:gd name="connsiteX1" fmla="*/ 595274 w 4480560"/>
                      <a:gd name="connsiteY1" fmla="*/ 0 h 18283"/>
                      <a:gd name="connsiteX2" fmla="*/ 1100938 w 4480560"/>
                      <a:gd name="connsiteY2" fmla="*/ 0 h 18283"/>
                      <a:gd name="connsiteX3" fmla="*/ 1651406 w 4480560"/>
                      <a:gd name="connsiteY3" fmla="*/ 0 h 18283"/>
                      <a:gd name="connsiteX4" fmla="*/ 2336292 w 4480560"/>
                      <a:gd name="connsiteY4" fmla="*/ 0 h 18283"/>
                      <a:gd name="connsiteX5" fmla="*/ 2931566 w 4480560"/>
                      <a:gd name="connsiteY5" fmla="*/ 0 h 18283"/>
                      <a:gd name="connsiteX6" fmla="*/ 3482035 w 4480560"/>
                      <a:gd name="connsiteY6" fmla="*/ 0 h 18283"/>
                      <a:gd name="connsiteX7" fmla="*/ 4480560 w 4480560"/>
                      <a:gd name="connsiteY7" fmla="*/ 0 h 18283"/>
                      <a:gd name="connsiteX8" fmla="*/ 4480560 w 4480560"/>
                      <a:gd name="connsiteY8" fmla="*/ 18283 h 18283"/>
                      <a:gd name="connsiteX9" fmla="*/ 3840480 w 4480560"/>
                      <a:gd name="connsiteY9" fmla="*/ 18283 h 18283"/>
                      <a:gd name="connsiteX10" fmla="*/ 3290011 w 4480560"/>
                      <a:gd name="connsiteY10" fmla="*/ 18283 h 18283"/>
                      <a:gd name="connsiteX11" fmla="*/ 2560320 w 4480560"/>
                      <a:gd name="connsiteY11" fmla="*/ 18283 h 18283"/>
                      <a:gd name="connsiteX12" fmla="*/ 1965046 w 4480560"/>
                      <a:gd name="connsiteY12" fmla="*/ 18283 h 18283"/>
                      <a:gd name="connsiteX13" fmla="*/ 1459382 w 4480560"/>
                      <a:gd name="connsiteY13" fmla="*/ 18283 h 18283"/>
                      <a:gd name="connsiteX14" fmla="*/ 774497 w 4480560"/>
                      <a:gd name="connsiteY14" fmla="*/ 18283 h 18283"/>
                      <a:gd name="connsiteX15" fmla="*/ 0 w 4480560"/>
                      <a:gd name="connsiteY15" fmla="*/ 18283 h 18283"/>
                      <a:gd name="connsiteX16" fmla="*/ 0 w 4480560"/>
                      <a:gd name="connsiteY16" fmla="*/ 0 h 18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3"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1301" y="6085"/>
                          <a:pt x="4481091" y="12392"/>
                          <a:pt x="4480560" y="18283"/>
                        </a:cubicBezTo>
                        <a:cubicBezTo>
                          <a:pt x="4314132" y="14919"/>
                          <a:pt x="4028383" y="36627"/>
                          <a:pt x="3840480" y="18283"/>
                        </a:cubicBezTo>
                        <a:cubicBezTo>
                          <a:pt x="3652577" y="-61"/>
                          <a:pt x="3547615" y="2843"/>
                          <a:pt x="3290011" y="18283"/>
                        </a:cubicBezTo>
                        <a:cubicBezTo>
                          <a:pt x="3032407" y="33723"/>
                          <a:pt x="2830268" y="8714"/>
                          <a:pt x="2560320" y="18283"/>
                        </a:cubicBezTo>
                        <a:cubicBezTo>
                          <a:pt x="2290372" y="27852"/>
                          <a:pt x="2147422" y="6723"/>
                          <a:pt x="1965046" y="18283"/>
                        </a:cubicBezTo>
                        <a:cubicBezTo>
                          <a:pt x="1782670" y="29843"/>
                          <a:pt x="1689791" y="40675"/>
                          <a:pt x="1459382" y="18283"/>
                        </a:cubicBezTo>
                        <a:cubicBezTo>
                          <a:pt x="1228973" y="-4109"/>
                          <a:pt x="915486" y="36496"/>
                          <a:pt x="774497" y="18283"/>
                        </a:cubicBezTo>
                        <a:cubicBezTo>
                          <a:pt x="633508" y="70"/>
                          <a:pt x="361442" y="-11112"/>
                          <a:pt x="0" y="18283"/>
                        </a:cubicBezTo>
                        <a:cubicBezTo>
                          <a:pt x="-563" y="11432"/>
                          <a:pt x="-159" y="4269"/>
                          <a:pt x="0" y="0"/>
                        </a:cubicBezTo>
                        <a:close/>
                      </a:path>
                      <a:path w="4480560" h="18283"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452" y="6702"/>
                          <a:pt x="4480053" y="10739"/>
                          <a:pt x="4480560" y="18283"/>
                        </a:cubicBezTo>
                        <a:cubicBezTo>
                          <a:pt x="4279652" y="-6855"/>
                          <a:pt x="4200762" y="41561"/>
                          <a:pt x="3930091" y="18283"/>
                        </a:cubicBezTo>
                        <a:cubicBezTo>
                          <a:pt x="3659420" y="-4995"/>
                          <a:pt x="3456052" y="22289"/>
                          <a:pt x="3290011" y="18283"/>
                        </a:cubicBezTo>
                        <a:cubicBezTo>
                          <a:pt x="3123970" y="14277"/>
                          <a:pt x="2882392" y="32813"/>
                          <a:pt x="2649931" y="18283"/>
                        </a:cubicBezTo>
                        <a:cubicBezTo>
                          <a:pt x="2417470" y="3753"/>
                          <a:pt x="2238426" y="7332"/>
                          <a:pt x="2054657" y="18283"/>
                        </a:cubicBezTo>
                        <a:cubicBezTo>
                          <a:pt x="1870888" y="29234"/>
                          <a:pt x="1566368" y="45035"/>
                          <a:pt x="1324966" y="18283"/>
                        </a:cubicBezTo>
                        <a:cubicBezTo>
                          <a:pt x="1083564" y="-8469"/>
                          <a:pt x="787410" y="10941"/>
                          <a:pt x="595274" y="18283"/>
                        </a:cubicBezTo>
                        <a:cubicBezTo>
                          <a:pt x="403138" y="25625"/>
                          <a:pt x="169622" y="10494"/>
                          <a:pt x="0" y="18283"/>
                        </a:cubicBezTo>
                        <a:cubicBezTo>
                          <a:pt x="-310" y="10292"/>
                          <a:pt x="802" y="377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Content Placeholder 2">
            <a:extLst>
              <a:ext uri="{FF2B5EF4-FFF2-40B4-BE49-F238E27FC236}">
                <a16:creationId xmlns:a16="http://schemas.microsoft.com/office/drawing/2014/main" id="{595E72A1-679F-D2B1-EF6D-4B6062F50812}"/>
              </a:ext>
            </a:extLst>
          </p:cNvPr>
          <p:cNvSpPr>
            <a:spLocks noGrp="1"/>
          </p:cNvSpPr>
          <p:nvPr>
            <p:ph idx="1"/>
          </p:nvPr>
        </p:nvSpPr>
        <p:spPr>
          <a:xfrm>
            <a:off x="4875212" y="228600"/>
            <a:ext cx="6992116" cy="5751576"/>
          </a:xfrm>
        </p:spPr>
        <p:txBody>
          <a:bodyPr anchor="ctr">
            <a:normAutofit/>
          </a:bodyPr>
          <a:lstStyle/>
          <a:p>
            <a:r>
              <a:rPr lang="en-US" sz="2400" dirty="0" err="1"/>
              <a:t>Tạo</a:t>
            </a:r>
            <a:r>
              <a:rPr lang="en-US" sz="2400" dirty="0"/>
              <a:t> </a:t>
            </a:r>
            <a:r>
              <a:rPr lang="en-US" sz="2400" dirty="0" err="1"/>
              <a:t>OrderController</a:t>
            </a:r>
            <a:r>
              <a:rPr lang="en-US" sz="2400" dirty="0"/>
              <a:t> </a:t>
            </a:r>
            <a:r>
              <a:rPr lang="en-US" sz="2400" dirty="0" err="1"/>
              <a:t>với</a:t>
            </a:r>
            <a:r>
              <a:rPr lang="en-US" sz="2000" dirty="0"/>
              <a:t> </a:t>
            </a:r>
            <a:r>
              <a:rPr lang="en-US" sz="2000" dirty="0" err="1"/>
              <a:t>các</a:t>
            </a:r>
            <a:r>
              <a:rPr lang="en-US" sz="2000" dirty="0"/>
              <a:t> action </a:t>
            </a:r>
            <a:r>
              <a:rPr lang="en-US" sz="2000" dirty="0" err="1"/>
              <a:t>sau</a:t>
            </a:r>
            <a:r>
              <a:rPr lang="en-US" sz="2000" dirty="0"/>
              <a:t>:</a:t>
            </a:r>
          </a:p>
          <a:p>
            <a:pPr lvl="1"/>
            <a:r>
              <a:rPr lang="en-US" sz="1800" dirty="0">
                <a:solidFill>
                  <a:schemeClr val="bg2"/>
                </a:solidFill>
                <a:highlight>
                  <a:srgbClr val="FFFF00"/>
                </a:highlight>
              </a:rPr>
              <a:t>Checkout: </a:t>
            </a:r>
            <a:r>
              <a:rPr lang="en-US" sz="1800" dirty="0" err="1"/>
              <a:t>hiển</a:t>
            </a:r>
            <a:r>
              <a:rPr lang="en-US" sz="1800" dirty="0"/>
              <a:t> </a:t>
            </a:r>
            <a:r>
              <a:rPr lang="en-US" sz="1800" dirty="0" err="1"/>
              <a:t>thị</a:t>
            </a:r>
            <a:r>
              <a:rPr lang="en-US" sz="1800" dirty="0"/>
              <a:t> </a:t>
            </a:r>
            <a:r>
              <a:rPr lang="en-US" sz="1800" dirty="0" err="1"/>
              <a:t>trang</a:t>
            </a:r>
            <a:r>
              <a:rPr lang="en-US" sz="1800" dirty="0"/>
              <a:t> </a:t>
            </a:r>
            <a:r>
              <a:rPr lang="en-US" sz="1800" dirty="0" err="1"/>
              <a:t>thanh</a:t>
            </a:r>
            <a:r>
              <a:rPr lang="en-US" sz="1800" dirty="0"/>
              <a:t> </a:t>
            </a:r>
            <a:r>
              <a:rPr lang="en-US" sz="1800" dirty="0" err="1"/>
              <a:t>toán</a:t>
            </a:r>
            <a:endParaRPr lang="en-US" sz="1800" dirty="0"/>
          </a:p>
          <a:p>
            <a:pPr lvl="1"/>
            <a:r>
              <a:rPr lang="en-US" sz="1800" dirty="0" err="1">
                <a:solidFill>
                  <a:schemeClr val="bg1"/>
                </a:solidFill>
                <a:highlight>
                  <a:srgbClr val="FFFF00"/>
                </a:highlight>
              </a:rPr>
              <a:t>OrderSuccess</a:t>
            </a:r>
            <a:r>
              <a:rPr lang="en-US" sz="1800" dirty="0"/>
              <a:t>: </a:t>
            </a:r>
            <a:r>
              <a:rPr lang="en-US" sz="1800" dirty="0" err="1"/>
              <a:t>xác</a:t>
            </a:r>
            <a:r>
              <a:rPr lang="en-US" sz="1800" dirty="0"/>
              <a:t> </a:t>
            </a:r>
            <a:r>
              <a:rPr lang="en-US" sz="1800" dirty="0" err="1"/>
              <a:t>nhận</a:t>
            </a:r>
            <a:r>
              <a:rPr lang="en-US" sz="1800" dirty="0"/>
              <a:t> </a:t>
            </a:r>
            <a:r>
              <a:rPr lang="en-US" sz="1800" dirty="0" err="1"/>
              <a:t>đơn</a:t>
            </a:r>
            <a:r>
              <a:rPr lang="en-US" sz="1800" dirty="0"/>
              <a:t> </a:t>
            </a:r>
            <a:r>
              <a:rPr lang="en-US" sz="1800" dirty="0" err="1"/>
              <a:t>hàng</a:t>
            </a:r>
            <a:r>
              <a:rPr lang="en-US" sz="1800" dirty="0"/>
              <a:t> </a:t>
            </a:r>
            <a:r>
              <a:rPr lang="en-US" sz="1800" dirty="0" err="1"/>
              <a:t>sau</a:t>
            </a:r>
            <a:r>
              <a:rPr lang="en-US" sz="1800" dirty="0"/>
              <a:t> </a:t>
            </a:r>
            <a:r>
              <a:rPr lang="en-US" sz="1800" dirty="0" err="1"/>
              <a:t>khi</a:t>
            </a:r>
            <a:r>
              <a:rPr lang="en-US" sz="1800" dirty="0"/>
              <a:t> </a:t>
            </a:r>
            <a:r>
              <a:rPr lang="en-US" sz="1800" dirty="0" err="1"/>
              <a:t>thanh</a:t>
            </a:r>
            <a:r>
              <a:rPr lang="en-US" sz="1800" dirty="0"/>
              <a:t> </a:t>
            </a:r>
            <a:r>
              <a:rPr lang="en-US" sz="1800" dirty="0" err="1"/>
              <a:t>toán</a:t>
            </a:r>
            <a:endParaRPr lang="en-US" sz="1800" dirty="0"/>
          </a:p>
          <a:p>
            <a:pPr lvl="1"/>
            <a:r>
              <a:rPr lang="en-US" sz="1800" dirty="0">
                <a:solidFill>
                  <a:schemeClr val="bg1"/>
                </a:solidFill>
                <a:highlight>
                  <a:srgbClr val="FFFF00"/>
                </a:highlight>
              </a:rPr>
              <a:t>MyOrder</a:t>
            </a:r>
            <a:r>
              <a:rPr lang="en-US" sz="1800" dirty="0"/>
              <a:t>: </a:t>
            </a:r>
            <a:r>
              <a:rPr lang="en-US" sz="1800" dirty="0" err="1"/>
              <a:t>hiển</a:t>
            </a:r>
            <a:r>
              <a:rPr lang="en-US" sz="1800" dirty="0"/>
              <a:t> </a:t>
            </a:r>
            <a:r>
              <a:rPr lang="en-US" sz="1800" dirty="0" err="1"/>
              <a:t>thị</a:t>
            </a:r>
            <a:r>
              <a:rPr lang="en-US" sz="1800" dirty="0"/>
              <a:t> </a:t>
            </a:r>
            <a:r>
              <a:rPr lang="en-US" sz="1800" dirty="0" err="1"/>
              <a:t>danh</a:t>
            </a:r>
            <a:r>
              <a:rPr lang="en-US" sz="1800" dirty="0"/>
              <a:t> </a:t>
            </a:r>
            <a:r>
              <a:rPr lang="en-US" sz="1800" dirty="0" err="1"/>
              <a:t>sách</a:t>
            </a:r>
            <a:r>
              <a:rPr lang="en-US" sz="1800" dirty="0"/>
              <a:t> </a:t>
            </a:r>
            <a:r>
              <a:rPr lang="en-US" sz="1800" dirty="0" err="1"/>
              <a:t>các</a:t>
            </a:r>
            <a:r>
              <a:rPr lang="en-US" sz="1800" dirty="0"/>
              <a:t> </a:t>
            </a:r>
            <a:r>
              <a:rPr lang="en-US" sz="1800" dirty="0" err="1"/>
              <a:t>đơn</a:t>
            </a:r>
            <a:r>
              <a:rPr lang="en-US" sz="1800" dirty="0"/>
              <a:t> </a:t>
            </a:r>
            <a:r>
              <a:rPr lang="en-US" sz="1800" dirty="0" err="1"/>
              <a:t>hàng</a:t>
            </a:r>
            <a:r>
              <a:rPr lang="en-US" sz="1800" dirty="0"/>
              <a:t> </a:t>
            </a:r>
            <a:r>
              <a:rPr lang="en-US" sz="1800" dirty="0" err="1"/>
              <a:t>đã</a:t>
            </a:r>
            <a:r>
              <a:rPr lang="en-US" sz="1800" dirty="0"/>
              <a:t> </a:t>
            </a:r>
            <a:r>
              <a:rPr lang="en-US" sz="1800" dirty="0" err="1"/>
              <a:t>đặt</a:t>
            </a:r>
            <a:endParaRPr lang="en-US" sz="1800" dirty="0"/>
          </a:p>
          <a:p>
            <a:r>
              <a:rPr lang="en-US" sz="2200" dirty="0"/>
              <a:t>Trong </a:t>
            </a:r>
            <a:r>
              <a:rPr lang="en-US" sz="2200" dirty="0">
                <a:solidFill>
                  <a:srgbClr val="FFFF00"/>
                </a:solidFill>
              </a:rPr>
              <a:t>View\Home</a:t>
            </a:r>
            <a:r>
              <a:rPr lang="en-US" sz="2200" dirty="0"/>
              <a:t>, </a:t>
            </a:r>
            <a:r>
              <a:rPr lang="en-US" sz="2200" dirty="0" err="1"/>
              <a:t>tạo</a:t>
            </a:r>
            <a:r>
              <a:rPr lang="en-US" sz="2200" dirty="0"/>
              <a:t> </a:t>
            </a:r>
            <a:r>
              <a:rPr lang="en-US" sz="2200" dirty="0" err="1"/>
              <a:t>các</a:t>
            </a:r>
            <a:r>
              <a:rPr lang="en-US" sz="2200" dirty="0"/>
              <a:t> file View </a:t>
            </a:r>
            <a:r>
              <a:rPr lang="en-US" sz="2200" dirty="0" err="1"/>
              <a:t>tương</a:t>
            </a:r>
            <a:r>
              <a:rPr lang="en-US" sz="2200" dirty="0"/>
              <a:t> </a:t>
            </a:r>
            <a:r>
              <a:rPr lang="en-US" sz="2200" dirty="0" err="1"/>
              <a:t>ứng</a:t>
            </a:r>
            <a:r>
              <a:rPr lang="en-US" sz="2200" dirty="0"/>
              <a:t> </a:t>
            </a:r>
            <a:r>
              <a:rPr lang="en-US" sz="2200" dirty="0" err="1"/>
              <a:t>với</a:t>
            </a:r>
            <a:r>
              <a:rPr lang="en-US" sz="2200" dirty="0"/>
              <a:t> </a:t>
            </a:r>
            <a:r>
              <a:rPr lang="en-US" sz="2200" dirty="0" err="1"/>
              <a:t>các</a:t>
            </a:r>
            <a:r>
              <a:rPr lang="en-US" sz="2200" dirty="0"/>
              <a:t> action</a:t>
            </a:r>
          </a:p>
          <a:p>
            <a:pPr lvl="1"/>
            <a:r>
              <a:rPr lang="en-US" sz="1800" dirty="0" err="1">
                <a:solidFill>
                  <a:schemeClr val="bg2"/>
                </a:solidFill>
                <a:highlight>
                  <a:srgbClr val="FFFF00"/>
                </a:highlight>
              </a:rPr>
              <a:t>Checkout.cshtml</a:t>
            </a:r>
            <a:r>
              <a:rPr lang="en-US" sz="1800" dirty="0"/>
              <a:t>: </a:t>
            </a:r>
            <a:r>
              <a:rPr lang="en-US" sz="1800" dirty="0" err="1"/>
              <a:t>hiển</a:t>
            </a:r>
            <a:r>
              <a:rPr lang="en-US" sz="1800" dirty="0"/>
              <a:t> </a:t>
            </a:r>
            <a:r>
              <a:rPr lang="en-US" sz="1800" dirty="0" err="1"/>
              <a:t>thị</a:t>
            </a:r>
            <a:r>
              <a:rPr lang="en-US" sz="1800" dirty="0"/>
              <a:t> </a:t>
            </a:r>
            <a:r>
              <a:rPr lang="en-US" sz="1800" dirty="0" err="1"/>
              <a:t>trang</a:t>
            </a:r>
            <a:r>
              <a:rPr lang="en-US" sz="1800" dirty="0"/>
              <a:t> Thanh </a:t>
            </a:r>
            <a:r>
              <a:rPr lang="en-US" sz="1800" dirty="0" err="1"/>
              <a:t>toán</a:t>
            </a:r>
            <a:endParaRPr lang="en-US" sz="1800" dirty="0"/>
          </a:p>
          <a:p>
            <a:pPr lvl="1"/>
            <a:r>
              <a:rPr lang="en-US" sz="1800" dirty="0" err="1">
                <a:solidFill>
                  <a:schemeClr val="bg2"/>
                </a:solidFill>
                <a:highlight>
                  <a:srgbClr val="FFFF00"/>
                </a:highlight>
              </a:rPr>
              <a:t>OrderSuccess.cshtml</a:t>
            </a:r>
            <a:r>
              <a:rPr lang="en-US" sz="1800" dirty="0"/>
              <a:t>: </a:t>
            </a:r>
            <a:r>
              <a:rPr lang="en-US" sz="1800" dirty="0" err="1"/>
              <a:t>hiển</a:t>
            </a:r>
            <a:r>
              <a:rPr lang="en-US" sz="1800" dirty="0"/>
              <a:t> </a:t>
            </a:r>
            <a:r>
              <a:rPr lang="en-US" sz="1800" dirty="0" err="1"/>
              <a:t>thị</a:t>
            </a:r>
            <a:r>
              <a:rPr lang="en-US" sz="1800" dirty="0"/>
              <a:t> </a:t>
            </a:r>
            <a:r>
              <a:rPr lang="en-US" sz="1800" dirty="0" err="1"/>
              <a:t>trang</a:t>
            </a:r>
            <a:r>
              <a:rPr lang="en-US" sz="1800" dirty="0"/>
              <a:t> </a:t>
            </a:r>
            <a:r>
              <a:rPr lang="en-US" sz="1800" dirty="0" err="1"/>
              <a:t>Xác</a:t>
            </a:r>
            <a:r>
              <a:rPr lang="en-US" sz="1800" dirty="0"/>
              <a:t> </a:t>
            </a:r>
            <a:r>
              <a:rPr lang="en-US" sz="1800" dirty="0" err="1"/>
              <a:t>nhận</a:t>
            </a:r>
            <a:r>
              <a:rPr lang="en-US" sz="1800" dirty="0"/>
              <a:t> </a:t>
            </a:r>
            <a:r>
              <a:rPr lang="en-US" sz="1800" dirty="0" err="1"/>
              <a:t>đơn</a:t>
            </a:r>
            <a:r>
              <a:rPr lang="en-US" sz="1800" dirty="0"/>
              <a:t> </a:t>
            </a:r>
            <a:r>
              <a:rPr lang="en-US" sz="1800" dirty="0" err="1"/>
              <a:t>hàng</a:t>
            </a:r>
            <a:endParaRPr lang="en-US" sz="1800" dirty="0"/>
          </a:p>
          <a:p>
            <a:pPr lvl="1"/>
            <a:r>
              <a:rPr lang="en-US" sz="1800" dirty="0">
                <a:solidFill>
                  <a:schemeClr val="bg2"/>
                </a:solidFill>
                <a:highlight>
                  <a:srgbClr val="FFFF00"/>
                </a:highlight>
              </a:rPr>
              <a:t>MyOrder</a:t>
            </a:r>
            <a:r>
              <a:rPr lang="en-US" sz="1800" dirty="0"/>
              <a:t>: </a:t>
            </a:r>
            <a:r>
              <a:rPr lang="en-US" sz="1800" dirty="0" err="1"/>
              <a:t>hiển</a:t>
            </a:r>
            <a:r>
              <a:rPr lang="en-US" sz="1800" dirty="0"/>
              <a:t> </a:t>
            </a:r>
            <a:r>
              <a:rPr lang="en-US" sz="1800" dirty="0" err="1"/>
              <a:t>thị</a:t>
            </a:r>
            <a:r>
              <a:rPr lang="en-US" sz="1800" dirty="0"/>
              <a:t> </a:t>
            </a:r>
            <a:r>
              <a:rPr lang="en-US" sz="1800" dirty="0" err="1"/>
              <a:t>trang</a:t>
            </a:r>
            <a:r>
              <a:rPr lang="en-US" sz="1800" dirty="0"/>
              <a:t> </a:t>
            </a:r>
            <a:r>
              <a:rPr lang="en-US" sz="1800" dirty="0" err="1"/>
              <a:t>Đơn</a:t>
            </a:r>
            <a:r>
              <a:rPr lang="en-US" sz="1800" dirty="0"/>
              <a:t> </a:t>
            </a:r>
            <a:r>
              <a:rPr lang="en-US" sz="1800" dirty="0" err="1"/>
              <a:t>hàng</a:t>
            </a:r>
            <a:r>
              <a:rPr lang="en-US" sz="1800" dirty="0"/>
              <a:t> </a:t>
            </a:r>
            <a:r>
              <a:rPr lang="en-US" sz="1800" dirty="0" err="1"/>
              <a:t>của</a:t>
            </a:r>
            <a:r>
              <a:rPr lang="en-US" sz="1800" dirty="0"/>
              <a:t> </a:t>
            </a:r>
            <a:r>
              <a:rPr lang="en-US" sz="1800" dirty="0" err="1"/>
              <a:t>tôi</a:t>
            </a:r>
            <a:endParaRPr lang="en-US" sz="1800" dirty="0"/>
          </a:p>
        </p:txBody>
      </p:sp>
      <p:sp>
        <p:nvSpPr>
          <p:cNvPr id="3" name="TextBox 2">
            <a:extLst>
              <a:ext uri="{FF2B5EF4-FFF2-40B4-BE49-F238E27FC236}">
                <a16:creationId xmlns:a16="http://schemas.microsoft.com/office/drawing/2014/main" id="{DF859FBD-B23B-9F35-CAF4-32ADE6896152}"/>
              </a:ext>
            </a:extLst>
          </p:cNvPr>
          <p:cNvSpPr txBox="1"/>
          <p:nvPr/>
        </p:nvSpPr>
        <p:spPr>
          <a:xfrm>
            <a:off x="1370012" y="6011587"/>
            <a:ext cx="8839200" cy="369332"/>
          </a:xfrm>
          <a:prstGeom prst="rect">
            <a:avLst/>
          </a:prstGeom>
          <a:noFill/>
        </p:spPr>
        <p:txBody>
          <a:bodyPr wrap="square" rtlCol="0">
            <a:spAutoFit/>
          </a:bodyPr>
          <a:lstStyle/>
          <a:p>
            <a:r>
              <a:rPr lang="en-US" dirty="0"/>
              <a:t>Link Video </a:t>
            </a:r>
            <a:r>
              <a:rPr lang="en-US" dirty="0" err="1"/>
              <a:t>hướng</a:t>
            </a:r>
            <a:r>
              <a:rPr lang="en-US" dirty="0"/>
              <a:t> </a:t>
            </a:r>
            <a:r>
              <a:rPr lang="en-US" dirty="0" err="1"/>
              <a:t>dẫn</a:t>
            </a:r>
            <a:r>
              <a:rPr lang="en-US" dirty="0"/>
              <a:t>: </a:t>
            </a:r>
          </a:p>
        </p:txBody>
      </p:sp>
    </p:spTree>
    <p:extLst>
      <p:ext uri="{BB962C8B-B14F-4D97-AF65-F5344CB8AC3E}">
        <p14:creationId xmlns:p14="http://schemas.microsoft.com/office/powerpoint/2010/main" val="2687158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844551"/>
          </a:xfrm>
        </p:spPr>
        <p:txBody>
          <a:bodyPr>
            <a:noAutofit/>
          </a:bodyPr>
          <a:lstStyle/>
          <a:p>
            <a:r>
              <a:rPr lang="en-US" sz="3600" dirty="0"/>
              <a:t>4.1 Trang </a:t>
            </a:r>
            <a:r>
              <a:rPr lang="en-US" sz="3600" dirty="0" err="1"/>
              <a:t>Đặt</a:t>
            </a:r>
            <a:r>
              <a:rPr lang="en-US" sz="3600" dirty="0"/>
              <a:t> </a:t>
            </a:r>
            <a:r>
              <a:rPr lang="en-US" sz="3600" dirty="0" err="1"/>
              <a:t>hàng</a:t>
            </a:r>
            <a:br>
              <a:rPr lang="en-US" sz="3600" dirty="0"/>
            </a:b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sp>
        <p:nvSpPr>
          <p:cNvPr id="3" name="Text Placeholder 8">
            <a:extLst>
              <a:ext uri="{FF2B5EF4-FFF2-40B4-BE49-F238E27FC236}">
                <a16:creationId xmlns:a16="http://schemas.microsoft.com/office/drawing/2014/main" id="{D2A66334-D72C-6733-6CBD-B21BF88A089B}"/>
              </a:ext>
            </a:extLst>
          </p:cNvPr>
          <p:cNvSpPr txBox="1">
            <a:spLocks/>
          </p:cNvSpPr>
          <p:nvPr/>
        </p:nvSpPr>
        <p:spPr>
          <a:xfrm>
            <a:off x="150813" y="1259840"/>
            <a:ext cx="6172200" cy="533400"/>
          </a:xfrm>
          <a:prstGeom prst="rect">
            <a:avLst/>
          </a:prstGeom>
        </p:spPr>
        <p:txBody>
          <a:bodyPr>
            <a:normAutofit/>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sz="2400" dirty="0" err="1"/>
              <a:t>Cấu</a:t>
            </a:r>
            <a:r>
              <a:rPr lang="en-US" sz="2400" dirty="0"/>
              <a:t> </a:t>
            </a:r>
            <a:r>
              <a:rPr lang="en-US" sz="2400" dirty="0" err="1"/>
              <a:t>trúc</a:t>
            </a:r>
            <a:r>
              <a:rPr lang="en-US" sz="2400" dirty="0"/>
              <a:t> </a:t>
            </a:r>
            <a:r>
              <a:rPr lang="en-US" sz="2400" dirty="0" err="1"/>
              <a:t>trang</a:t>
            </a:r>
            <a:r>
              <a:rPr lang="en-US" sz="2400" dirty="0"/>
              <a:t>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5" name="Table 4">
            <a:extLst>
              <a:ext uri="{FF2B5EF4-FFF2-40B4-BE49-F238E27FC236}">
                <a16:creationId xmlns:a16="http://schemas.microsoft.com/office/drawing/2014/main" id="{A21A2C2F-BE53-7977-57FB-B31FBDC057FB}"/>
              </a:ext>
            </a:extLst>
          </p:cNvPr>
          <p:cNvGraphicFramePr>
            <a:graphicFrameLocks noGrp="1"/>
          </p:cNvGraphicFramePr>
          <p:nvPr>
            <p:extLst>
              <p:ext uri="{D42A27DB-BD31-4B8C-83A1-F6EECF244321}">
                <p14:modId xmlns:p14="http://schemas.microsoft.com/office/powerpoint/2010/main" val="4225216257"/>
              </p:ext>
            </p:extLst>
          </p:nvPr>
        </p:nvGraphicFramePr>
        <p:xfrm>
          <a:off x="227012" y="1813045"/>
          <a:ext cx="4800600" cy="3906520"/>
        </p:xfrm>
        <a:graphic>
          <a:graphicData uri="http://schemas.openxmlformats.org/drawingml/2006/table">
            <a:tbl>
              <a:tblPr firstRow="1" bandRow="1">
                <a:tableStyleId>{073A0DAA-6AF3-43AB-8588-CEC1D06C72B9}</a:tableStyleId>
              </a:tblPr>
              <a:tblGrid>
                <a:gridCol w="1143000">
                  <a:extLst>
                    <a:ext uri="{9D8B030D-6E8A-4147-A177-3AD203B41FA5}">
                      <a16:colId xmlns:a16="http://schemas.microsoft.com/office/drawing/2014/main" val="285875749"/>
                    </a:ext>
                  </a:extLst>
                </a:gridCol>
                <a:gridCol w="1993393">
                  <a:extLst>
                    <a:ext uri="{9D8B030D-6E8A-4147-A177-3AD203B41FA5}">
                      <a16:colId xmlns:a16="http://schemas.microsoft.com/office/drawing/2014/main" val="2882471911"/>
                    </a:ext>
                  </a:extLst>
                </a:gridCol>
                <a:gridCol w="1664207">
                  <a:extLst>
                    <a:ext uri="{9D8B030D-6E8A-4147-A177-3AD203B41FA5}">
                      <a16:colId xmlns:a16="http://schemas.microsoft.com/office/drawing/2014/main" val="3686659855"/>
                    </a:ext>
                  </a:extLst>
                </a:gridCol>
              </a:tblGrid>
              <a:tr h="370840">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370840">
                <a:tc>
                  <a:txBody>
                    <a:bodyPr/>
                    <a:lstStyle/>
                    <a:p>
                      <a:r>
                        <a:rPr lang="en-US" sz="1600" dirty="0" err="1"/>
                        <a:t>Phần</a:t>
                      </a:r>
                      <a:r>
                        <a:rPr lang="en-US" sz="1600" dirty="0"/>
                        <a:t> </a:t>
                      </a:r>
                      <a:r>
                        <a:rPr lang="en-US" sz="1600" dirty="0" err="1"/>
                        <a:t>Hình</a:t>
                      </a:r>
                      <a:r>
                        <a:rPr lang="en-US" sz="1600" dirty="0"/>
                        <a:t> </a:t>
                      </a:r>
                      <a:r>
                        <a:rPr lang="en-US" sz="1600" dirty="0" err="1"/>
                        <a:t>thức</a:t>
                      </a:r>
                      <a:r>
                        <a:rPr lang="en-US" sz="1600" dirty="0"/>
                        <a:t> </a:t>
                      </a:r>
                      <a:r>
                        <a:rPr lang="en-US" sz="1600" dirty="0" err="1"/>
                        <a:t>giao</a:t>
                      </a:r>
                      <a:r>
                        <a:rPr lang="en-US" sz="1600" dirty="0"/>
                        <a:t> </a:t>
                      </a:r>
                      <a:r>
                        <a:rPr lang="en-US" sz="1600" dirty="0" err="1"/>
                        <a:t>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hình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thức</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giao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hàng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cho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người</a:t>
                      </a:r>
                      <a:r>
                        <a:rPr lang="en-US" sz="1600" b="0" kern="1200" dirty="0">
                          <a:solidFill>
                            <a:schemeClr val="bg1"/>
                          </a:solidFill>
                          <a:latin typeface="+mn-lt"/>
                          <a:ea typeface="+mn-ea"/>
                          <a:cs typeface="+mn-cs"/>
                        </a:rPr>
                        <a:t> dung </a:t>
                      </a:r>
                      <a:r>
                        <a:rPr lang="en-US" sz="1600" b="0" kern="1200" dirty="0" err="1">
                          <a:solidFill>
                            <a:schemeClr val="bg1"/>
                          </a:solidFill>
                          <a:latin typeface="+mn-lt"/>
                          <a:ea typeface="+mn-ea"/>
                          <a:cs typeface="+mn-cs"/>
                        </a:rPr>
                        <a:t>chọn</a:t>
                      </a:r>
                      <a:endParaRPr lang="vi-VN" sz="16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370840">
                <a:tc>
                  <a:txBody>
                    <a:bodyPr/>
                    <a:lstStyle/>
                    <a:p>
                      <a:r>
                        <a:rPr lang="en-US" sz="1600" dirty="0" err="1"/>
                        <a:t>Phần</a:t>
                      </a:r>
                      <a:r>
                        <a:rPr lang="en-US" sz="1600" dirty="0"/>
                        <a:t> </a:t>
                      </a:r>
                      <a:r>
                        <a:rPr lang="en-US" sz="1600" dirty="0" err="1"/>
                        <a:t>Hình</a:t>
                      </a:r>
                      <a:r>
                        <a:rPr lang="en-US" sz="1600" dirty="0"/>
                        <a:t> </a:t>
                      </a:r>
                      <a:r>
                        <a:rPr lang="en-US" sz="1600" dirty="0" err="1"/>
                        <a:t>thức</a:t>
                      </a:r>
                      <a:r>
                        <a:rPr lang="en-US" sz="1600" dirty="0"/>
                        <a:t> </a:t>
                      </a:r>
                      <a:r>
                        <a:rPr lang="en-US" sz="1600" dirty="0" err="1"/>
                        <a:t>thanh</a:t>
                      </a:r>
                      <a:r>
                        <a:rPr lang="en-US" sz="1600" dirty="0"/>
                        <a:t> </a:t>
                      </a:r>
                      <a:r>
                        <a:rPr lang="en-US" sz="1600" dirty="0" err="1"/>
                        <a:t>toán</a:t>
                      </a:r>
                      <a:endParaRPr lang="en-US" sz="1600" dirty="0"/>
                    </a:p>
                  </a:txBody>
                  <a:tcPr/>
                </a:tc>
                <a:tc>
                  <a:txBody>
                    <a:bodyPr/>
                    <a:lstStyle/>
                    <a:p>
                      <a:r>
                        <a:rPr lang="en-US" sz="1600" dirty="0"/>
                        <a:t>Cho </a:t>
                      </a:r>
                      <a:r>
                        <a:rPr lang="en-US" sz="1600" dirty="0" err="1"/>
                        <a:t>chọn</a:t>
                      </a:r>
                      <a:r>
                        <a:rPr lang="en-US" sz="1600" dirty="0"/>
                        <a:t> </a:t>
                      </a:r>
                      <a:r>
                        <a:rPr lang="en-US" sz="1600" dirty="0" err="1"/>
                        <a:t>hình</a:t>
                      </a:r>
                      <a:r>
                        <a:rPr lang="en-US" sz="1600" dirty="0"/>
                        <a:t> </a:t>
                      </a:r>
                      <a:r>
                        <a:rPr lang="en-US" sz="1600" dirty="0" err="1"/>
                        <a:t>thức</a:t>
                      </a:r>
                      <a:r>
                        <a:rPr lang="en-US" sz="1600" dirty="0"/>
                        <a:t> </a:t>
                      </a:r>
                      <a:r>
                        <a:rPr lang="en-US" sz="1600" dirty="0" err="1"/>
                        <a:t>thanh</a:t>
                      </a:r>
                      <a:r>
                        <a:rPr lang="en-US" sz="1600" dirty="0"/>
                        <a:t> </a:t>
                      </a:r>
                      <a:r>
                        <a:rPr lang="en-US" sz="1600" dirty="0" err="1"/>
                        <a:t>toán</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1611195140"/>
                  </a:ext>
                </a:extLst>
              </a:tr>
              <a:tr h="370840">
                <a:tc>
                  <a:txBody>
                    <a:bodyPr/>
                    <a:lstStyle/>
                    <a:p>
                      <a:r>
                        <a:rPr lang="en-US" sz="1600" dirty="0" err="1"/>
                        <a:t>Phần</a:t>
                      </a:r>
                      <a:r>
                        <a:rPr lang="en-US" sz="1600" dirty="0"/>
                        <a:t> Giao </a:t>
                      </a:r>
                      <a:r>
                        <a:rPr lang="en-US" sz="1600" dirty="0" err="1"/>
                        <a:t>tới</a:t>
                      </a:r>
                      <a:endParaRPr lang="en-US" sz="1600" dirty="0"/>
                    </a:p>
                  </a:txBody>
                  <a:tcPr/>
                </a:tc>
                <a:tc>
                  <a:txBody>
                    <a:bodyPr/>
                    <a:lstStyle/>
                    <a:p>
                      <a:r>
                        <a:rPr lang="en-US" sz="1600" dirty="0"/>
                        <a:t>Cho </a:t>
                      </a:r>
                      <a:r>
                        <a:rPr lang="en-US" sz="1600" dirty="0" err="1"/>
                        <a:t>phép</a:t>
                      </a:r>
                      <a:r>
                        <a:rPr lang="en-US" sz="1600" dirty="0"/>
                        <a:t> </a:t>
                      </a:r>
                      <a:r>
                        <a:rPr lang="en-US" sz="1600" dirty="0" err="1"/>
                        <a:t>người</a:t>
                      </a:r>
                      <a:r>
                        <a:rPr lang="en-US" sz="1600" dirty="0"/>
                        <a:t> </a:t>
                      </a:r>
                      <a:r>
                        <a:rPr lang="en-US" sz="1600" dirty="0" err="1"/>
                        <a:t>dùng</a:t>
                      </a:r>
                      <a:r>
                        <a:rPr lang="en-US" sz="1600" dirty="0"/>
                        <a:t> </a:t>
                      </a:r>
                      <a:r>
                        <a:rPr lang="en-US" sz="1600" dirty="0" err="1"/>
                        <a:t>cập</a:t>
                      </a:r>
                      <a:r>
                        <a:rPr lang="en-US" sz="1600" dirty="0"/>
                        <a:t> </a:t>
                      </a:r>
                      <a:r>
                        <a:rPr lang="en-US" sz="1600" dirty="0" err="1"/>
                        <a:t>nhật</a:t>
                      </a:r>
                      <a:r>
                        <a:rPr lang="en-US" sz="1600" dirty="0"/>
                        <a:t> </a:t>
                      </a:r>
                      <a:r>
                        <a:rPr lang="en-US" sz="1600" dirty="0" err="1"/>
                        <a:t>địa</a:t>
                      </a:r>
                      <a:r>
                        <a:rPr lang="en-US" sz="1600" dirty="0"/>
                        <a:t> </a:t>
                      </a:r>
                      <a:r>
                        <a:rPr lang="en-US" sz="1600" dirty="0" err="1"/>
                        <a:t>chỉ</a:t>
                      </a:r>
                      <a:r>
                        <a:rPr lang="en-US" sz="1600" dirty="0"/>
                        <a:t> </a:t>
                      </a:r>
                      <a:r>
                        <a:rPr lang="en-US" sz="1600" dirty="0" err="1"/>
                        <a:t>nhận</a:t>
                      </a:r>
                      <a:r>
                        <a:rPr lang="en-US" sz="1600" dirty="0"/>
                        <a:t> </a:t>
                      </a:r>
                      <a:r>
                        <a:rPr lang="en-US" sz="1600" dirty="0" err="1"/>
                        <a:t>hàng</a:t>
                      </a:r>
                      <a:r>
                        <a:rPr lang="en-US" sz="1600" dirty="0"/>
                        <a:t>, </a:t>
                      </a:r>
                      <a:r>
                        <a:rPr lang="en-US" sz="1600" dirty="0" err="1"/>
                        <a:t>mặc</a:t>
                      </a:r>
                      <a:r>
                        <a:rPr lang="en-US" sz="1600" dirty="0"/>
                        <a:t> </a:t>
                      </a:r>
                      <a:r>
                        <a:rPr lang="en-US" sz="1600" dirty="0" err="1"/>
                        <a:t>định</a:t>
                      </a:r>
                      <a:r>
                        <a:rPr lang="en-US" sz="1600" dirty="0"/>
                        <a:t> </a:t>
                      </a:r>
                      <a:r>
                        <a:rPr lang="en-US" sz="1600" dirty="0" err="1"/>
                        <a:t>sẽ</a:t>
                      </a:r>
                      <a:r>
                        <a:rPr lang="en-US" sz="1600" dirty="0"/>
                        <a:t> </a:t>
                      </a:r>
                      <a:r>
                        <a:rPr lang="en-US" sz="1600" dirty="0" err="1"/>
                        <a:t>lấy</a:t>
                      </a:r>
                      <a:r>
                        <a:rPr lang="en-US" sz="1600" dirty="0"/>
                        <a:t> </a:t>
                      </a:r>
                      <a:r>
                        <a:rPr lang="en-US" sz="1600" dirty="0" err="1"/>
                        <a:t>giá</a:t>
                      </a:r>
                      <a:r>
                        <a:rPr lang="en-US" sz="1600" dirty="0"/>
                        <a:t> </a:t>
                      </a:r>
                      <a:r>
                        <a:rPr lang="en-US" sz="1600" dirty="0" err="1"/>
                        <a:t>trị</a:t>
                      </a:r>
                      <a:r>
                        <a:rPr lang="en-US" sz="1600" dirty="0"/>
                        <a:t> </a:t>
                      </a:r>
                      <a:r>
                        <a:rPr lang="en-US" sz="1600" dirty="0" err="1"/>
                        <a:t>đã</a:t>
                      </a:r>
                      <a:r>
                        <a:rPr lang="en-US" sz="1600" dirty="0"/>
                        <a:t> </a:t>
                      </a:r>
                      <a:r>
                        <a:rPr lang="en-US" sz="1600" dirty="0" err="1"/>
                        <a:t>lưu</a:t>
                      </a:r>
                      <a:r>
                        <a:rPr lang="en-US" sz="1600" dirty="0"/>
                        <a:t> </a:t>
                      </a:r>
                      <a:r>
                        <a:rPr lang="en-US" sz="1600" dirty="0" err="1"/>
                        <a:t>khi</a:t>
                      </a:r>
                      <a:r>
                        <a:rPr lang="en-US" sz="1600" dirty="0"/>
                        <a:t> </a:t>
                      </a:r>
                      <a:r>
                        <a:rPr lang="en-US" sz="1600" dirty="0" err="1"/>
                        <a:t>tạo</a:t>
                      </a:r>
                      <a:r>
                        <a:rPr lang="en-US" sz="1600" dirty="0"/>
                        <a:t> </a:t>
                      </a:r>
                      <a:r>
                        <a:rPr lang="en-US" sz="1600" dirty="0" err="1"/>
                        <a:t>tài</a:t>
                      </a:r>
                      <a:r>
                        <a:rPr lang="en-US" sz="1600" dirty="0"/>
                        <a:t> </a:t>
                      </a:r>
                      <a:r>
                        <a:rPr lang="en-US" sz="1600" dirty="0" err="1"/>
                        <a:t>khoản</a:t>
                      </a:r>
                      <a:r>
                        <a:rPr lang="en-US" sz="1600" dirty="0"/>
                        <a:t>.</a:t>
                      </a: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Tái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sử</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dụng</a:t>
                      </a:r>
                      <a:r>
                        <a:rPr lang="en-US" sz="1600" b="0" kern="1200" dirty="0">
                          <a:solidFill>
                            <a:schemeClr val="bg1"/>
                          </a:solidFill>
                          <a:latin typeface="+mn-lt"/>
                          <a:ea typeface="+mn-ea"/>
                          <a:cs typeface="+mn-cs"/>
                        </a:rPr>
                        <a:t> partial view </a:t>
                      </a:r>
                      <a:r>
                        <a:rPr lang="en-US" sz="1600" b="0" kern="1200" dirty="0" err="1">
                          <a:solidFill>
                            <a:schemeClr val="bg1"/>
                          </a:solidFill>
                          <a:latin typeface="+mn-lt"/>
                          <a:ea typeface="+mn-ea"/>
                          <a:cs typeface="+mn-cs"/>
                        </a:rPr>
                        <a:t>đã</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tạo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Giỏ</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hàng</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503317695"/>
                  </a:ext>
                </a:extLst>
              </a:tr>
              <a:tr h="370840">
                <a:tc>
                  <a:txBody>
                    <a:bodyPr/>
                    <a:lstStyle/>
                    <a:p>
                      <a:r>
                        <a:rPr lang="en-US" sz="1600" dirty="0" err="1"/>
                        <a:t>Phần</a:t>
                      </a:r>
                      <a:r>
                        <a:rPr lang="en-US" sz="1600" dirty="0"/>
                        <a:t> </a:t>
                      </a:r>
                      <a:r>
                        <a:rPr lang="en-US" sz="1600" dirty="0" err="1"/>
                        <a:t>đơn</a:t>
                      </a:r>
                      <a:r>
                        <a:rPr lang="en-US" sz="1600" dirty="0"/>
                        <a:t> </a:t>
                      </a:r>
                      <a:r>
                        <a:rPr lang="en-US" sz="1600" dirty="0" err="1"/>
                        <a:t>hàng</a:t>
                      </a:r>
                      <a:endParaRPr lang="en-US" sz="1600" dirty="0"/>
                    </a:p>
                  </a:txBody>
                  <a:tcPr/>
                </a:tc>
                <a:tc>
                  <a:txBody>
                    <a:bodyPr/>
                    <a:lstStyle/>
                    <a:p>
                      <a:r>
                        <a:rPr lang="en-US" sz="1600" dirty="0" err="1"/>
                        <a:t>Tính</a:t>
                      </a:r>
                      <a:r>
                        <a:rPr lang="en-US" sz="1600" dirty="0"/>
                        <a:t> </a:t>
                      </a:r>
                      <a:r>
                        <a:rPr lang="en-US" sz="1600" dirty="0" err="1"/>
                        <a:t>toán</a:t>
                      </a:r>
                      <a:r>
                        <a:rPr lang="en-US" sz="1600" dirty="0"/>
                        <a:t> </a:t>
                      </a:r>
                      <a:r>
                        <a:rPr lang="en-US" sz="1600" dirty="0" err="1"/>
                        <a:t>giá</a:t>
                      </a:r>
                      <a:r>
                        <a:rPr lang="en-US" sz="1600" dirty="0"/>
                        <a:t> </a:t>
                      </a:r>
                      <a:r>
                        <a:rPr lang="en-US" sz="1600" dirty="0" err="1"/>
                        <a:t>trị</a:t>
                      </a:r>
                      <a:r>
                        <a:rPr lang="en-US" sz="1600" dirty="0"/>
                        <a:t> </a:t>
                      </a:r>
                      <a:r>
                        <a:rPr lang="en-US" sz="1600" dirty="0" err="1"/>
                        <a:t>đơn</a:t>
                      </a:r>
                      <a:r>
                        <a:rPr lang="en-US" sz="1600" dirty="0"/>
                        <a:t> </a:t>
                      </a:r>
                      <a:r>
                        <a:rPr lang="en-US" sz="1600" dirty="0" err="1"/>
                        <a:t>hàng</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trong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trang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Index.cshtml</a:t>
                      </a:r>
                      <a:endParaRPr lang="vi-VN" sz="1600" b="0" kern="1200" dirty="0">
                        <a:solidFill>
                          <a:schemeClr val="bg1"/>
                        </a:solidFill>
                        <a:latin typeface="+mn-lt"/>
                        <a:ea typeface="+mn-ea"/>
                        <a:cs typeface="+mn-cs"/>
                      </a:endParaRPr>
                    </a:p>
                  </a:txBody>
                  <a:tcPr/>
                </a:tc>
                <a:extLst>
                  <a:ext uri="{0D108BD9-81ED-4DB2-BD59-A6C34878D82A}">
                    <a16:rowId xmlns:a16="http://schemas.microsoft.com/office/drawing/2014/main" val="2436407914"/>
                  </a:ext>
                </a:extLst>
              </a:tr>
            </a:tbl>
          </a:graphicData>
        </a:graphic>
      </p:graphicFrame>
      <p:pic>
        <p:nvPicPr>
          <p:cNvPr id="7" name="Picture 6">
            <a:extLst>
              <a:ext uri="{FF2B5EF4-FFF2-40B4-BE49-F238E27FC236}">
                <a16:creationId xmlns:a16="http://schemas.microsoft.com/office/drawing/2014/main" id="{A207D1B6-7444-2E26-D227-5E1B13FB59A9}"/>
              </a:ext>
            </a:extLst>
          </p:cNvPr>
          <p:cNvPicPr>
            <a:picLocks noChangeAspect="1"/>
          </p:cNvPicPr>
          <p:nvPr/>
        </p:nvPicPr>
        <p:blipFill>
          <a:blip r:embed="rId2"/>
          <a:stretch>
            <a:fillRect/>
          </a:stretch>
        </p:blipFill>
        <p:spPr>
          <a:xfrm>
            <a:off x="5201367" y="0"/>
            <a:ext cx="6989045" cy="6858000"/>
          </a:xfrm>
          <a:prstGeom prst="rect">
            <a:avLst/>
          </a:prstGeom>
        </p:spPr>
      </p:pic>
    </p:spTree>
    <p:extLst>
      <p:ext uri="{BB962C8B-B14F-4D97-AF65-F5344CB8AC3E}">
        <p14:creationId xmlns:p14="http://schemas.microsoft.com/office/powerpoint/2010/main" val="43653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844551"/>
          </a:xfrm>
        </p:spPr>
        <p:txBody>
          <a:bodyPr>
            <a:noAutofit/>
          </a:bodyPr>
          <a:lstStyle/>
          <a:p>
            <a:r>
              <a:rPr lang="en-US" sz="3600" dirty="0"/>
              <a:t>4.1 Trang </a:t>
            </a:r>
            <a:r>
              <a:rPr lang="en-US" sz="3600" dirty="0" err="1"/>
              <a:t>Đặt</a:t>
            </a:r>
            <a:r>
              <a:rPr lang="en-US" sz="3600" dirty="0"/>
              <a:t> </a:t>
            </a:r>
            <a:r>
              <a:rPr lang="en-US" sz="3600" dirty="0" err="1"/>
              <a:t>hàng</a:t>
            </a:r>
            <a:br>
              <a:rPr lang="en-US" sz="3600" dirty="0"/>
            </a:br>
            <a:r>
              <a:rPr lang="en-US" sz="2400" dirty="0"/>
              <a:t>Model - DB</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705801735"/>
              </p:ext>
            </p:extLst>
          </p:nvPr>
        </p:nvGraphicFramePr>
        <p:xfrm>
          <a:off x="3884612" y="117030"/>
          <a:ext cx="8264403" cy="2626170"/>
        </p:xfrm>
        <a:graphic>
          <a:graphicData uri="http://schemas.openxmlformats.org/drawingml/2006/table">
            <a:tbl>
              <a:tblPr firstRow="1" bandRow="1">
                <a:tableStyleId>{073A0DAA-6AF3-43AB-8588-CEC1D06C72B9}</a:tableStyleId>
              </a:tblPr>
              <a:tblGrid>
                <a:gridCol w="8264403">
                  <a:extLst>
                    <a:ext uri="{9D8B030D-6E8A-4147-A177-3AD203B41FA5}">
                      <a16:colId xmlns:a16="http://schemas.microsoft.com/office/drawing/2014/main" val="3746387964"/>
                    </a:ext>
                  </a:extLst>
                </a:gridCol>
              </a:tblGrid>
              <a:tr h="330488">
                <a:tc>
                  <a:txBody>
                    <a:bodyPr/>
                    <a:lstStyle/>
                    <a:p>
                      <a:r>
                        <a:rPr lang="en-US" dirty="0"/>
                        <a:t>Database: </a:t>
                      </a:r>
                      <a:r>
                        <a:rPr lang="en-US" dirty="0" err="1"/>
                        <a:t>MyStore</a:t>
                      </a:r>
                      <a:endParaRPr lang="en-US" dirty="0"/>
                    </a:p>
                  </a:txBody>
                  <a:tcPr/>
                </a:tc>
                <a:extLst>
                  <a:ext uri="{0D108BD9-81ED-4DB2-BD59-A6C34878D82A}">
                    <a16:rowId xmlns:a16="http://schemas.microsoft.com/office/drawing/2014/main" val="2981023087"/>
                  </a:ext>
                </a:extLst>
              </a:tr>
              <a:tr h="2260537">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err="1">
                          <a:solidFill>
                            <a:schemeClr val="bg1"/>
                          </a:solidFill>
                          <a:latin typeface="+mn-lt"/>
                          <a:ea typeface="+mn-ea"/>
                          <a:cs typeface="+mn-cs"/>
                        </a:rPr>
                        <a:t>Cập</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nhật</a:t>
                      </a:r>
                      <a:r>
                        <a:rPr lang="en-US" sz="1400" b="0" kern="1200" dirty="0">
                          <a:solidFill>
                            <a:schemeClr val="bg1"/>
                          </a:solidFill>
                          <a:latin typeface="+mn-lt"/>
                          <a:ea typeface="+mn-ea"/>
                          <a:cs typeface="+mn-cs"/>
                        </a:rPr>
                        <a:t> 2 </a:t>
                      </a:r>
                      <a:r>
                        <a:rPr lang="en-US" sz="1400" b="0" kern="1200" dirty="0" err="1">
                          <a:solidFill>
                            <a:schemeClr val="bg1"/>
                          </a:solidFill>
                          <a:latin typeface="+mn-lt"/>
                          <a:ea typeface="+mn-ea"/>
                          <a:cs typeface="+mn-cs"/>
                        </a:rPr>
                        <a:t>bảng</a:t>
                      </a:r>
                      <a:r>
                        <a:rPr lang="en-US" sz="1400" b="0" kern="1200" dirty="0">
                          <a:solidFill>
                            <a:schemeClr val="bg1"/>
                          </a:solidFill>
                          <a:latin typeface="+mn-lt"/>
                          <a:ea typeface="+mn-ea"/>
                          <a:cs typeface="+mn-cs"/>
                        </a:rPr>
                        <a:t> </a:t>
                      </a:r>
                      <a:r>
                        <a:rPr lang="en-US" sz="1400" b="0" kern="1200" dirty="0">
                          <a:solidFill>
                            <a:schemeClr val="bg1"/>
                          </a:solidFill>
                          <a:highlight>
                            <a:srgbClr val="FFFF00"/>
                          </a:highlight>
                          <a:latin typeface="+mn-lt"/>
                          <a:ea typeface="+mn-ea"/>
                          <a:cs typeface="+mn-cs"/>
                        </a:rPr>
                        <a:t>Order</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a:t>
                      </a:r>
                      <a:r>
                        <a:rPr lang="en-US" sz="1400" b="0" kern="1200" dirty="0" err="1">
                          <a:solidFill>
                            <a:schemeClr val="bg1"/>
                          </a:solidFill>
                          <a:highlight>
                            <a:srgbClr val="FFFF00"/>
                          </a:highlight>
                          <a:latin typeface="+mn-lt"/>
                          <a:ea typeface="+mn-ea"/>
                          <a:cs typeface="+mn-cs"/>
                        </a:rPr>
                        <a:t>OrderDetail</a:t>
                      </a:r>
                      <a:r>
                        <a:rPr lang="en-US" sz="1400" b="0" kern="1200" dirty="0">
                          <a:solidFill>
                            <a:schemeClr val="bg1"/>
                          </a:solidFill>
                          <a:latin typeface="+mn-lt"/>
                          <a:ea typeface="+mn-ea"/>
                          <a:cs typeface="+mn-cs"/>
                        </a:rPr>
                        <a:t> (</a:t>
                      </a:r>
                      <a:r>
                        <a:rPr lang="en-US" sz="1400" b="0" kern="1200" dirty="0" err="1">
                          <a:solidFill>
                            <a:schemeClr val="bg1"/>
                          </a:solidFill>
                          <a:highlight>
                            <a:srgbClr val="FFFF00"/>
                          </a:highlight>
                          <a:latin typeface="+mn-lt"/>
                          <a:ea typeface="+mn-ea"/>
                          <a:cs typeface="+mn-cs"/>
                        </a:rPr>
                        <a:t>xem</a:t>
                      </a:r>
                      <a:r>
                        <a:rPr lang="en-US" sz="1400" b="0" kern="1200" dirty="0">
                          <a:solidFill>
                            <a:schemeClr val="bg1"/>
                          </a:solidFill>
                          <a:highlight>
                            <a:srgbClr val="FFFF00"/>
                          </a:highlight>
                          <a:latin typeface="+mn-lt"/>
                          <a:ea typeface="+mn-ea"/>
                          <a:cs typeface="+mn-cs"/>
                        </a:rPr>
                        <a:t> </a:t>
                      </a:r>
                      <a:r>
                        <a:rPr lang="en-US" sz="1400" b="0" kern="1200" dirty="0" err="1">
                          <a:solidFill>
                            <a:schemeClr val="bg1"/>
                          </a:solidFill>
                          <a:highlight>
                            <a:srgbClr val="FFFF00"/>
                          </a:highlight>
                          <a:latin typeface="+mn-lt"/>
                          <a:ea typeface="+mn-ea"/>
                          <a:cs typeface="+mn-cs"/>
                        </a:rPr>
                        <a:t>lại</a:t>
                      </a:r>
                      <a:r>
                        <a:rPr lang="en-US" sz="1400" b="0" kern="1200" dirty="0">
                          <a:solidFill>
                            <a:schemeClr val="bg1"/>
                          </a:solidFill>
                          <a:highlight>
                            <a:srgbClr val="FFFF00"/>
                          </a:highlight>
                          <a:latin typeface="+mn-lt"/>
                          <a:ea typeface="+mn-ea"/>
                          <a:cs typeface="+mn-cs"/>
                        </a:rPr>
                        <a:t> video </a:t>
                      </a:r>
                      <a:r>
                        <a:rPr lang="en-US" sz="1400" b="0" kern="1200" dirty="0" err="1">
                          <a:solidFill>
                            <a:schemeClr val="bg1"/>
                          </a:solidFill>
                          <a:highlight>
                            <a:srgbClr val="FFFF00"/>
                          </a:highlight>
                          <a:latin typeface="+mn-lt"/>
                          <a:ea typeface="+mn-ea"/>
                          <a:cs typeface="+mn-cs"/>
                        </a:rPr>
                        <a:t>BE#4</a:t>
                      </a:r>
                      <a:r>
                        <a:rPr lang="en-US" sz="1400" b="0" kern="1200" dirty="0">
                          <a:solidFill>
                            <a:schemeClr val="bg1"/>
                          </a:solidFill>
                          <a:latin typeface="+mn-lt"/>
                          <a:ea typeface="+mn-ea"/>
                          <a:cs typeface="+mn-cs"/>
                        </a:rPr>
                        <a:t>)</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0" kern="1200" dirty="0">
                        <a:solidFill>
                          <a:schemeClr val="bg1"/>
                        </a:solidFill>
                        <a:latin typeface="+mn-lt"/>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kern="1200" dirty="0" err="1">
                          <a:solidFill>
                            <a:schemeClr val="bg1"/>
                          </a:solidFill>
                          <a:highlight>
                            <a:srgbClr val="FFFF00"/>
                          </a:highlight>
                          <a:latin typeface="+mn-lt"/>
                          <a:ea typeface="+mn-ea"/>
                          <a:cs typeface="+mn-cs"/>
                        </a:rPr>
                        <a:t>Bảng</a:t>
                      </a:r>
                      <a:r>
                        <a:rPr lang="en-US" sz="1400" b="1" kern="1200" dirty="0">
                          <a:solidFill>
                            <a:schemeClr val="bg1"/>
                          </a:solidFill>
                          <a:highlight>
                            <a:srgbClr val="FFFF00"/>
                          </a:highlight>
                          <a:latin typeface="+mn-lt"/>
                          <a:ea typeface="+mn-ea"/>
                          <a:cs typeface="+mn-cs"/>
                        </a:rPr>
                        <a:t> Order: </a:t>
                      </a: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err="1">
                          <a:solidFill>
                            <a:schemeClr val="bg1"/>
                          </a:solidFill>
                          <a:latin typeface="+mn-lt"/>
                          <a:ea typeface="+mn-ea"/>
                          <a:cs typeface="+mn-cs"/>
                        </a:rPr>
                        <a:t>bổ</a:t>
                      </a:r>
                      <a:r>
                        <a:rPr lang="en-US" sz="1400" b="0" kern="1200" dirty="0">
                          <a:solidFill>
                            <a:schemeClr val="bg1"/>
                          </a:solidFill>
                          <a:latin typeface="+mn-lt"/>
                          <a:ea typeface="+mn-ea"/>
                          <a:cs typeface="+mn-cs"/>
                        </a:rPr>
                        <a:t> sung </a:t>
                      </a:r>
                      <a:r>
                        <a:rPr lang="en-US" sz="1400" b="0" kern="1200" dirty="0" err="1">
                          <a:solidFill>
                            <a:schemeClr val="bg1"/>
                          </a:solidFill>
                          <a:latin typeface="+mn-lt"/>
                          <a:ea typeface="+mn-ea"/>
                          <a:cs typeface="+mn-cs"/>
                        </a:rPr>
                        <a:t>thêm</a:t>
                      </a:r>
                      <a:r>
                        <a:rPr lang="en-US" sz="1400" b="0" kern="1200" dirty="0">
                          <a:solidFill>
                            <a:schemeClr val="bg1"/>
                          </a:solidFill>
                          <a:latin typeface="+mn-lt"/>
                          <a:ea typeface="+mn-ea"/>
                          <a:cs typeface="+mn-cs"/>
                        </a:rPr>
                        <a:t> 02 </a:t>
                      </a:r>
                      <a:r>
                        <a:rPr lang="en-US" sz="1400" b="0" kern="1200" dirty="0" err="1">
                          <a:solidFill>
                            <a:schemeClr val="bg1"/>
                          </a:solidFill>
                          <a:latin typeface="+mn-lt"/>
                          <a:ea typeface="+mn-ea"/>
                          <a:cs typeface="+mn-cs"/>
                        </a:rPr>
                        <a:t>trường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dữ</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liệu</a:t>
                      </a:r>
                      <a:r>
                        <a:rPr lang="en-US" sz="1400" b="0" kern="1200" dirty="0">
                          <a:solidFill>
                            <a:schemeClr val="bg1"/>
                          </a:solidFill>
                          <a:latin typeface="+mn-lt"/>
                          <a:ea typeface="+mn-ea"/>
                          <a:cs typeface="+mn-cs"/>
                        </a:rPr>
                        <a:t> </a:t>
                      </a:r>
                      <a:r>
                        <a:rPr lang="en-US" sz="1400" b="0" kern="1200" dirty="0" err="1">
                          <a:solidFill>
                            <a:schemeClr val="bg1"/>
                          </a:solidFill>
                          <a:highlight>
                            <a:srgbClr val="FFFF00"/>
                          </a:highlight>
                          <a:latin typeface="+mn-lt"/>
                          <a:ea typeface="+mn-ea"/>
                          <a:cs typeface="+mn-cs"/>
                        </a:rPr>
                        <a:t>DeliveryMethod</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a:t>
                      </a:r>
                      <a:r>
                        <a:rPr lang="en-US" sz="1400" b="0" kern="1200" dirty="0" err="1">
                          <a:solidFill>
                            <a:schemeClr val="bg1"/>
                          </a:solidFill>
                          <a:highlight>
                            <a:srgbClr val="FFFF00"/>
                          </a:highlight>
                          <a:latin typeface="+mn-lt"/>
                          <a:ea typeface="+mn-ea"/>
                          <a:cs typeface="+mn-cs"/>
                        </a:rPr>
                        <a:t>PaymentMethod</a:t>
                      </a:r>
                      <a:endParaRPr lang="en-US" sz="1400" b="0" kern="1200" dirty="0">
                        <a:solidFill>
                          <a:schemeClr val="bg1"/>
                        </a:solidFill>
                        <a:highlight>
                          <a:srgbClr val="FFFF00"/>
                        </a:highlight>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err="1">
                          <a:solidFill>
                            <a:schemeClr val="bg1"/>
                          </a:solidFill>
                          <a:latin typeface="+mn-lt"/>
                          <a:ea typeface="+mn-ea"/>
                          <a:cs typeface="+mn-cs"/>
                        </a:rPr>
                        <a:t>Đổi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tên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trường</a:t>
                      </a:r>
                      <a:r>
                        <a:rPr lang="en-US" sz="1400" b="0" kern="1200" dirty="0">
                          <a:solidFill>
                            <a:schemeClr val="bg1"/>
                          </a:solidFill>
                          <a:latin typeface="+mn-lt"/>
                          <a:ea typeface="+mn-ea"/>
                          <a:cs typeface="+mn-cs"/>
                        </a:rPr>
                        <a:t> </a:t>
                      </a:r>
                      <a:r>
                        <a:rPr lang="en-US" sz="1400" b="0" kern="1200" dirty="0" err="1">
                          <a:solidFill>
                            <a:schemeClr val="bg1"/>
                          </a:solidFill>
                          <a:highlight>
                            <a:srgbClr val="FFFF00"/>
                          </a:highlight>
                          <a:latin typeface="+mn-lt"/>
                          <a:ea typeface="+mn-ea"/>
                          <a:cs typeface="+mn-cs"/>
                        </a:rPr>
                        <a:t>AddressDelivery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thành</a:t>
                      </a:r>
                      <a:r>
                        <a:rPr lang="en-US" sz="1400" b="0" kern="1200" dirty="0">
                          <a:solidFill>
                            <a:schemeClr val="bg1"/>
                          </a:solidFill>
                          <a:latin typeface="+mn-lt"/>
                          <a:ea typeface="+mn-ea"/>
                          <a:cs typeface="+mn-cs"/>
                        </a:rPr>
                        <a:t> </a:t>
                      </a:r>
                      <a:r>
                        <a:rPr lang="en-US" sz="1400" b="0" kern="1200" dirty="0" err="1">
                          <a:solidFill>
                            <a:schemeClr val="bg1"/>
                          </a:solidFill>
                          <a:highlight>
                            <a:srgbClr val="FFFF00"/>
                          </a:highlight>
                          <a:latin typeface="+mn-lt"/>
                          <a:ea typeface="+mn-ea"/>
                          <a:cs typeface="+mn-cs"/>
                        </a:rPr>
                        <a:t>ShippingAddress</a:t>
                      </a:r>
                      <a:endParaRPr lang="en-US" sz="1400" b="0" kern="1200" dirty="0">
                        <a:solidFill>
                          <a:schemeClr val="bg1"/>
                        </a:solidFill>
                        <a:highlight>
                          <a:srgbClr val="FFFF00"/>
                        </a:highlight>
                        <a:latin typeface="+mn-lt"/>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400" b="1" kern="1200" dirty="0">
                        <a:solidFill>
                          <a:schemeClr val="bg1"/>
                        </a:solidFill>
                        <a:highlight>
                          <a:srgbClr val="FFFF00"/>
                        </a:highlight>
                        <a:latin typeface="+mn-lt"/>
                        <a:ea typeface="+mn-ea"/>
                        <a:cs typeface="+mn-cs"/>
                      </a:endParaRP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1" kern="1200" dirty="0" err="1">
                          <a:solidFill>
                            <a:schemeClr val="bg1"/>
                          </a:solidFill>
                          <a:highlight>
                            <a:srgbClr val="FFFF00"/>
                          </a:highlight>
                          <a:latin typeface="+mn-lt"/>
                          <a:ea typeface="+mn-ea"/>
                          <a:cs typeface="+mn-cs"/>
                        </a:rPr>
                        <a:t>Bảng</a:t>
                      </a:r>
                      <a:r>
                        <a:rPr lang="en-US" sz="1400" b="1" kern="1200" dirty="0">
                          <a:solidFill>
                            <a:schemeClr val="bg1"/>
                          </a:solidFill>
                          <a:highlight>
                            <a:srgbClr val="FFFF00"/>
                          </a:highlight>
                          <a:latin typeface="+mn-lt"/>
                          <a:ea typeface="+mn-ea"/>
                          <a:cs typeface="+mn-cs"/>
                        </a:rPr>
                        <a:t> </a:t>
                      </a:r>
                      <a:r>
                        <a:rPr lang="en-US" sz="1400" b="1" kern="1200" dirty="0" err="1">
                          <a:solidFill>
                            <a:schemeClr val="bg1"/>
                          </a:solidFill>
                          <a:highlight>
                            <a:srgbClr val="FFFF00"/>
                          </a:highlight>
                          <a:latin typeface="+mn-lt"/>
                          <a:ea typeface="+mn-ea"/>
                          <a:cs typeface="+mn-cs"/>
                        </a:rPr>
                        <a:t>OrderDetail</a:t>
                      </a:r>
                      <a:endParaRPr lang="en-US" sz="1400" b="1" kern="1200" dirty="0">
                        <a:solidFill>
                          <a:schemeClr val="bg1"/>
                        </a:solidFill>
                        <a:highlight>
                          <a:srgbClr val="FFFF00"/>
                        </a:highlight>
                        <a:latin typeface="+mn-lt"/>
                        <a:ea typeface="+mn-ea"/>
                        <a:cs typeface="+mn-cs"/>
                      </a:endParaRPr>
                    </a:p>
                    <a:p>
                      <a:pPr marL="285750" marR="0" lvl="0"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kern="1200" dirty="0" err="1">
                          <a:solidFill>
                            <a:schemeClr val="bg1"/>
                          </a:solidFill>
                          <a:latin typeface="+mn-lt"/>
                          <a:ea typeface="+mn-ea"/>
                          <a:cs typeface="+mn-cs"/>
                        </a:rPr>
                        <a:t>Bổ</a:t>
                      </a:r>
                      <a:r>
                        <a:rPr lang="en-US" sz="1400" b="0" kern="1200" dirty="0">
                          <a:solidFill>
                            <a:schemeClr val="bg1"/>
                          </a:solidFill>
                          <a:latin typeface="+mn-lt"/>
                          <a:ea typeface="+mn-ea"/>
                          <a:cs typeface="+mn-cs"/>
                        </a:rPr>
                        <a:t> sung them </a:t>
                      </a:r>
                      <a:r>
                        <a:rPr lang="en-US" sz="1400" b="0" kern="1200" dirty="0" err="1">
                          <a:solidFill>
                            <a:schemeClr val="bg1"/>
                          </a:solidFill>
                          <a:latin typeface="+mn-lt"/>
                          <a:ea typeface="+mn-ea"/>
                          <a:cs typeface="+mn-cs"/>
                        </a:rPr>
                        <a:t>trường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dữ</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liệu</a:t>
                      </a:r>
                      <a:r>
                        <a:rPr lang="en-US" sz="1400" b="0" kern="1200" dirty="0">
                          <a:solidFill>
                            <a:schemeClr val="bg1"/>
                          </a:solidFill>
                          <a:latin typeface="+mn-lt"/>
                          <a:ea typeface="+mn-ea"/>
                          <a:cs typeface="+mn-cs"/>
                        </a:rPr>
                        <a:t> </a:t>
                      </a:r>
                      <a:r>
                        <a:rPr lang="en-US" sz="1400" b="0" kern="1200" dirty="0" err="1">
                          <a:solidFill>
                            <a:schemeClr val="dk1"/>
                          </a:solidFill>
                          <a:highlight>
                            <a:srgbClr val="FFFF00"/>
                          </a:highlight>
                          <a:latin typeface="+mn-lt"/>
                          <a:ea typeface="+mn-ea"/>
                          <a:cs typeface="+mn-cs"/>
                        </a:rPr>
                        <a:t>TotalPrice</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được</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tự</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động</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tính</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từ</a:t>
                      </a:r>
                      <a:r>
                        <a:rPr lang="en-US" sz="1400" b="0" kern="1200" dirty="0">
                          <a:solidFill>
                            <a:schemeClr val="dk1"/>
                          </a:solidFill>
                          <a:latin typeface="+mn-lt"/>
                          <a:ea typeface="+mn-ea"/>
                          <a:cs typeface="+mn-cs"/>
                        </a:rPr>
                        <a:t> </a:t>
                      </a:r>
                      <a:r>
                        <a:rPr lang="en-US" sz="1400" b="0" kern="1200" dirty="0">
                          <a:solidFill>
                            <a:schemeClr val="dk1"/>
                          </a:solidFill>
                          <a:highlight>
                            <a:srgbClr val="FFFF00"/>
                          </a:highlight>
                          <a:latin typeface="+mn-lt"/>
                          <a:ea typeface="+mn-ea"/>
                          <a:cs typeface="+mn-cs"/>
                        </a:rPr>
                        <a:t>Quantity</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và</a:t>
                      </a:r>
                      <a:r>
                        <a:rPr lang="en-US" sz="1400" b="0" kern="1200" dirty="0">
                          <a:solidFill>
                            <a:schemeClr val="dk1"/>
                          </a:solidFill>
                          <a:latin typeface="+mn-lt"/>
                          <a:ea typeface="+mn-ea"/>
                          <a:cs typeface="+mn-cs"/>
                        </a:rPr>
                        <a:t> </a:t>
                      </a:r>
                      <a:r>
                        <a:rPr lang="en-US" sz="1400" b="0" kern="1200" dirty="0" err="1">
                          <a:solidFill>
                            <a:schemeClr val="dk1"/>
                          </a:solidFill>
                          <a:highlight>
                            <a:srgbClr val="FFFF00"/>
                          </a:highlight>
                          <a:latin typeface="+mn-lt"/>
                          <a:ea typeface="+mn-ea"/>
                          <a:cs typeface="+mn-cs"/>
                        </a:rPr>
                        <a:t>UnitPrice</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bằng</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câu</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lệnh</a:t>
                      </a:r>
                      <a:r>
                        <a:rPr lang="en-US" sz="1400" b="0" kern="1200" dirty="0">
                          <a:solidFill>
                            <a:schemeClr val="dk1"/>
                          </a:solidFill>
                          <a:latin typeface="+mn-lt"/>
                          <a:ea typeface="+mn-ea"/>
                          <a:cs typeface="+mn-cs"/>
                        </a:rPr>
                        <a:t> </a:t>
                      </a:r>
                      <a:r>
                        <a:rPr lang="en-US" sz="1400" b="0" kern="1200" dirty="0" err="1">
                          <a:solidFill>
                            <a:schemeClr val="dk1"/>
                          </a:solidFill>
                          <a:latin typeface="+mn-lt"/>
                          <a:ea typeface="+mn-ea"/>
                          <a:cs typeface="+mn-cs"/>
                        </a:rPr>
                        <a:t>sau</a:t>
                      </a:r>
                      <a:r>
                        <a:rPr lang="en-US" sz="1400" b="0" kern="1200" dirty="0">
                          <a:solidFill>
                            <a:schemeClr val="dk1"/>
                          </a:solidFill>
                          <a:latin typeface="+mn-lt"/>
                          <a:ea typeface="+mn-ea"/>
                          <a:cs typeface="+mn-cs"/>
                        </a:rPr>
                        <a:t>:</a:t>
                      </a:r>
                      <a:endParaRPr lang="en-US" sz="1800" b="1" kern="1200" dirty="0">
                        <a:solidFill>
                          <a:schemeClr val="dk1"/>
                        </a:solidFill>
                        <a:latin typeface="+mn-lt"/>
                        <a:ea typeface="+mn-ea"/>
                        <a:cs typeface="+mn-cs"/>
                      </a:endParaRPr>
                    </a:p>
                    <a:p>
                      <a:pPr lvl="1"/>
                      <a:r>
                        <a:rPr lang="en-US" sz="1200" kern="1200" dirty="0">
                          <a:solidFill>
                            <a:schemeClr val="dk1"/>
                          </a:solidFill>
                          <a:highlight>
                            <a:srgbClr val="FFFF00"/>
                          </a:highlight>
                          <a:latin typeface="+mn-lt"/>
                          <a:ea typeface="+mn-ea"/>
                          <a:cs typeface="+mn-cs"/>
                        </a:rPr>
                        <a:t>ALTER TABLE </a:t>
                      </a:r>
                      <a:r>
                        <a:rPr lang="en-US" sz="1200" kern="1200" dirty="0" err="1">
                          <a:solidFill>
                            <a:schemeClr val="dk1"/>
                          </a:solidFill>
                          <a:highlight>
                            <a:srgbClr val="FFFF00"/>
                          </a:highlight>
                          <a:latin typeface="+mn-lt"/>
                          <a:ea typeface="+mn-ea"/>
                          <a:cs typeface="+mn-cs"/>
                        </a:rPr>
                        <a:t>OrderDetail</a:t>
                      </a:r>
                      <a:r>
                        <a:rPr lang="en-US" sz="1200" kern="1200" dirty="0">
                          <a:solidFill>
                            <a:schemeClr val="dk1"/>
                          </a:solidFill>
                          <a:highlight>
                            <a:srgbClr val="FFFF00"/>
                          </a:highlight>
                          <a:latin typeface="+mn-lt"/>
                          <a:ea typeface="+mn-ea"/>
                          <a:cs typeface="+mn-cs"/>
                        </a:rPr>
                        <a:t> </a:t>
                      </a:r>
                    </a:p>
                    <a:p>
                      <a:pPr lvl="1"/>
                      <a:r>
                        <a:rPr lang="en-US" sz="1200" kern="1200" dirty="0">
                          <a:solidFill>
                            <a:schemeClr val="dk1"/>
                          </a:solidFill>
                          <a:highlight>
                            <a:srgbClr val="FFFF00"/>
                          </a:highlight>
                          <a:latin typeface="+mn-lt"/>
                          <a:ea typeface="+mn-ea"/>
                          <a:cs typeface="+mn-cs"/>
                        </a:rPr>
                        <a:t>ADD </a:t>
                      </a:r>
                      <a:r>
                        <a:rPr lang="en-US" sz="1200" kern="1200" dirty="0" err="1">
                          <a:solidFill>
                            <a:schemeClr val="dk1"/>
                          </a:solidFill>
                          <a:highlight>
                            <a:srgbClr val="FFFF00"/>
                          </a:highlight>
                          <a:latin typeface="+mn-lt"/>
                          <a:ea typeface="+mn-ea"/>
                          <a:cs typeface="+mn-cs"/>
                        </a:rPr>
                        <a:t>TotalPrice</a:t>
                      </a:r>
                      <a:r>
                        <a:rPr lang="en-US" sz="1200" kern="1200" dirty="0">
                          <a:solidFill>
                            <a:schemeClr val="dk1"/>
                          </a:solidFill>
                          <a:highlight>
                            <a:srgbClr val="FFFF00"/>
                          </a:highlight>
                          <a:latin typeface="+mn-lt"/>
                          <a:ea typeface="+mn-ea"/>
                          <a:cs typeface="+mn-cs"/>
                        </a:rPr>
                        <a:t> AS (Quantity * </a:t>
                      </a:r>
                      <a:r>
                        <a:rPr lang="en-US" sz="1200" kern="1200" dirty="0" err="1">
                          <a:solidFill>
                            <a:schemeClr val="dk1"/>
                          </a:solidFill>
                          <a:highlight>
                            <a:srgbClr val="FFFF00"/>
                          </a:highlight>
                          <a:latin typeface="+mn-lt"/>
                          <a:ea typeface="+mn-ea"/>
                          <a:cs typeface="+mn-cs"/>
                        </a:rPr>
                        <a:t>UnitPrice</a:t>
                      </a:r>
                      <a:r>
                        <a:rPr lang="en-US" sz="1200" kern="1200" dirty="0">
                          <a:solidFill>
                            <a:schemeClr val="dk1"/>
                          </a:solidFill>
                          <a:highlight>
                            <a:srgbClr val="FFFF00"/>
                          </a:highlight>
                          <a:latin typeface="+mn-lt"/>
                          <a:ea typeface="+mn-ea"/>
                          <a:cs typeface="+mn-cs"/>
                        </a:rPr>
                        <a:t>) PERSISTED;</a:t>
                      </a: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632BC61B-9F16-C431-3C5A-6D4E3615FDBE}"/>
              </a:ext>
            </a:extLst>
          </p:cNvPr>
          <p:cNvPicPr>
            <a:picLocks noChangeAspect="1"/>
          </p:cNvPicPr>
          <p:nvPr/>
        </p:nvPicPr>
        <p:blipFill>
          <a:blip r:embed="rId3"/>
          <a:stretch>
            <a:fillRect/>
          </a:stretch>
        </p:blipFill>
        <p:spPr>
          <a:xfrm>
            <a:off x="3808608" y="2826364"/>
            <a:ext cx="8340407" cy="3962400"/>
          </a:xfrm>
          <a:prstGeom prst="rect">
            <a:avLst/>
          </a:prstGeom>
        </p:spPr>
      </p:pic>
      <p:graphicFrame>
        <p:nvGraphicFramePr>
          <p:cNvPr id="3" name="Content Placeholder 11">
            <a:extLst>
              <a:ext uri="{FF2B5EF4-FFF2-40B4-BE49-F238E27FC236}">
                <a16:creationId xmlns:a16="http://schemas.microsoft.com/office/drawing/2014/main" id="{CEB1EECC-902F-94F8-CAA6-159C6927AA99}"/>
              </a:ext>
            </a:extLst>
          </p:cNvPr>
          <p:cNvGraphicFramePr>
            <a:graphicFrameLocks/>
          </p:cNvGraphicFramePr>
          <p:nvPr>
            <p:extLst>
              <p:ext uri="{D42A27DB-BD31-4B8C-83A1-F6EECF244321}">
                <p14:modId xmlns:p14="http://schemas.microsoft.com/office/powerpoint/2010/main" val="722075685"/>
              </p:ext>
            </p:extLst>
          </p:nvPr>
        </p:nvGraphicFramePr>
        <p:xfrm>
          <a:off x="39810" y="1579054"/>
          <a:ext cx="3737172" cy="1164146"/>
        </p:xfrm>
        <a:graphic>
          <a:graphicData uri="http://schemas.openxmlformats.org/drawingml/2006/table">
            <a:tbl>
              <a:tblPr firstRow="1" bandRow="1">
                <a:tableStyleId>{073A0DAA-6AF3-43AB-8588-CEC1D06C72B9}</a:tableStyleId>
              </a:tblPr>
              <a:tblGrid>
                <a:gridCol w="3737172">
                  <a:extLst>
                    <a:ext uri="{9D8B030D-6E8A-4147-A177-3AD203B41FA5}">
                      <a16:colId xmlns:a16="http://schemas.microsoft.com/office/drawing/2014/main" val="3746387964"/>
                    </a:ext>
                  </a:extLst>
                </a:gridCol>
              </a:tblGrid>
              <a:tr h="402197">
                <a:tc>
                  <a:txBody>
                    <a:bodyPr/>
                    <a:lstStyle/>
                    <a:p>
                      <a:r>
                        <a:rPr lang="en-US" dirty="0"/>
                        <a:t>Model</a:t>
                      </a:r>
                    </a:p>
                  </a:txBody>
                  <a:tcPr/>
                </a:tc>
                <a:extLst>
                  <a:ext uri="{0D108BD9-81ED-4DB2-BD59-A6C34878D82A}">
                    <a16:rowId xmlns:a16="http://schemas.microsoft.com/office/drawing/2014/main" val="2981023087"/>
                  </a:ext>
                </a:extLst>
              </a:tr>
              <a:tr h="761949">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dirty="0">
                          <a:solidFill>
                            <a:schemeClr val="bg1"/>
                          </a:solidFill>
                          <a:latin typeface="+mn-lt"/>
                          <a:ea typeface="+mn-ea"/>
                          <a:cs typeface="+mn-cs"/>
                        </a:rPr>
                        <a:t>Update </a:t>
                      </a:r>
                      <a:r>
                        <a:rPr lang="en-US" sz="1400" b="0" kern="1200" dirty="0" err="1">
                          <a:solidFill>
                            <a:schemeClr val="bg1"/>
                          </a:solidFill>
                          <a:latin typeface="+mn-lt"/>
                          <a:ea typeface="+mn-ea"/>
                          <a:cs typeface="+mn-cs"/>
                        </a:rPr>
                        <a:t>EDMX</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để</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cập</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nhật</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các</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thay</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đổi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từ</a:t>
                      </a:r>
                      <a:r>
                        <a:rPr lang="en-US" sz="1400" b="0" kern="1200" dirty="0">
                          <a:solidFill>
                            <a:schemeClr val="bg1"/>
                          </a:solidFill>
                          <a:latin typeface="+mn-lt"/>
                          <a:ea typeface="+mn-ea"/>
                          <a:cs typeface="+mn-cs"/>
                        </a:rPr>
                        <a:t> DB </a:t>
                      </a:r>
                      <a:r>
                        <a:rPr lang="en-US" sz="1400" b="0" kern="1200" dirty="0">
                          <a:solidFill>
                            <a:schemeClr val="bg1"/>
                          </a:solidFill>
                          <a:highlight>
                            <a:srgbClr val="FFFF00"/>
                          </a:highlight>
                          <a:latin typeface="+mn-lt"/>
                          <a:ea typeface="+mn-ea"/>
                          <a:cs typeface="+mn-cs"/>
                        </a:rPr>
                        <a:t>(</a:t>
                      </a:r>
                      <a:r>
                        <a:rPr lang="en-US" sz="1400" b="0" kern="1200" dirty="0" err="1">
                          <a:solidFill>
                            <a:schemeClr val="bg1"/>
                          </a:solidFill>
                          <a:highlight>
                            <a:srgbClr val="FFFF00"/>
                          </a:highlight>
                          <a:latin typeface="+mn-lt"/>
                          <a:ea typeface="+mn-ea"/>
                          <a:cs typeface="+mn-cs"/>
                        </a:rPr>
                        <a:t>chọn</a:t>
                      </a:r>
                      <a:r>
                        <a:rPr lang="en-US" sz="1400" b="0" kern="1200" dirty="0">
                          <a:solidFill>
                            <a:schemeClr val="bg1"/>
                          </a:solidFill>
                          <a:highlight>
                            <a:srgbClr val="FFFF00"/>
                          </a:highlight>
                          <a:latin typeface="+mn-lt"/>
                          <a:ea typeface="+mn-ea"/>
                          <a:cs typeface="+mn-cs"/>
                        </a:rPr>
                        <a:t> Update Model From DB)</a:t>
                      </a:r>
                    </a:p>
                  </a:txBody>
                  <a:tcPr/>
                </a:tc>
                <a:extLst>
                  <a:ext uri="{0D108BD9-81ED-4DB2-BD59-A6C34878D82A}">
                    <a16:rowId xmlns:a16="http://schemas.microsoft.com/office/drawing/2014/main" val="395742809"/>
                  </a:ext>
                </a:extLst>
              </a:tr>
            </a:tbl>
          </a:graphicData>
        </a:graphic>
      </p:graphicFrame>
      <p:pic>
        <p:nvPicPr>
          <p:cNvPr id="5" name="Picture 4">
            <a:extLst>
              <a:ext uri="{FF2B5EF4-FFF2-40B4-BE49-F238E27FC236}">
                <a16:creationId xmlns:a16="http://schemas.microsoft.com/office/drawing/2014/main" id="{255BDFC9-6DAB-9847-2CEE-6BC3DA4CBBCF}"/>
              </a:ext>
            </a:extLst>
          </p:cNvPr>
          <p:cNvPicPr>
            <a:picLocks noChangeAspect="1"/>
          </p:cNvPicPr>
          <p:nvPr/>
        </p:nvPicPr>
        <p:blipFill>
          <a:blip r:embed="rId4"/>
          <a:stretch>
            <a:fillRect/>
          </a:stretch>
        </p:blipFill>
        <p:spPr>
          <a:xfrm>
            <a:off x="39810" y="2819288"/>
            <a:ext cx="3737172" cy="2591025"/>
          </a:xfrm>
          <a:prstGeom prst="rect">
            <a:avLst/>
          </a:prstGeom>
        </p:spPr>
      </p:pic>
    </p:spTree>
    <p:extLst>
      <p:ext uri="{BB962C8B-B14F-4D97-AF65-F5344CB8AC3E}">
        <p14:creationId xmlns:p14="http://schemas.microsoft.com/office/powerpoint/2010/main" val="1317379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844551"/>
          </a:xfrm>
        </p:spPr>
        <p:txBody>
          <a:bodyPr>
            <a:noAutofit/>
          </a:bodyPr>
          <a:lstStyle/>
          <a:p>
            <a:r>
              <a:rPr lang="en-US" sz="3600" dirty="0"/>
              <a:t>4.1 Trang </a:t>
            </a:r>
            <a:r>
              <a:rPr lang="en-US" sz="3600" dirty="0" err="1"/>
              <a:t>Đặt</a:t>
            </a:r>
            <a:r>
              <a:rPr lang="en-US" sz="3600" dirty="0"/>
              <a:t> </a:t>
            </a:r>
            <a:r>
              <a:rPr lang="en-US" sz="3600" dirty="0" err="1"/>
              <a:t>hàng</a:t>
            </a:r>
            <a:br>
              <a:rPr lang="en-US" sz="3600" dirty="0"/>
            </a:br>
            <a:r>
              <a:rPr lang="en-US" sz="2400" dirty="0"/>
              <a:t>Model - DB</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2562913634"/>
              </p:ext>
            </p:extLst>
          </p:nvPr>
        </p:nvGraphicFramePr>
        <p:xfrm>
          <a:off x="104613" y="1143000"/>
          <a:ext cx="2667000" cy="3124200"/>
        </p:xfrm>
        <a:graphic>
          <a:graphicData uri="http://schemas.openxmlformats.org/drawingml/2006/table">
            <a:tbl>
              <a:tblPr firstRow="1" bandRow="1">
                <a:tableStyleId>{073A0DAA-6AF3-43AB-8588-CEC1D06C72B9}</a:tableStyleId>
              </a:tblPr>
              <a:tblGrid>
                <a:gridCol w="2667000">
                  <a:extLst>
                    <a:ext uri="{9D8B030D-6E8A-4147-A177-3AD203B41FA5}">
                      <a16:colId xmlns:a16="http://schemas.microsoft.com/office/drawing/2014/main" val="3746387964"/>
                    </a:ext>
                  </a:extLst>
                </a:gridCol>
              </a:tblGrid>
              <a:tr h="740227">
                <a:tc>
                  <a:txBody>
                    <a:bodyPr/>
                    <a:lstStyle/>
                    <a:p>
                      <a:r>
                        <a:rPr lang="en-US" dirty="0" err="1"/>
                        <a:t>ViewModel</a:t>
                      </a:r>
                      <a:r>
                        <a:rPr lang="en-US" dirty="0"/>
                        <a:t>: </a:t>
                      </a:r>
                      <a:r>
                        <a:rPr lang="en-US" dirty="0" err="1"/>
                        <a:t>CheckoutVM.cs</a:t>
                      </a:r>
                      <a:endParaRPr lang="en-US" dirty="0"/>
                    </a:p>
                  </a:txBody>
                  <a:tcPr/>
                </a:tc>
                <a:extLst>
                  <a:ext uri="{0D108BD9-81ED-4DB2-BD59-A6C34878D82A}">
                    <a16:rowId xmlns:a16="http://schemas.microsoft.com/office/drawing/2014/main" val="2981023087"/>
                  </a:ext>
                </a:extLst>
              </a:tr>
              <a:tr h="2383973">
                <a:tc>
                  <a:txBody>
                    <a:bodyPr/>
                    <a:lstStyle/>
                    <a:p>
                      <a:pPr marL="171450" marR="0" lvl="0" indent="-1714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err="1">
                          <a:solidFill>
                            <a:schemeClr val="dk1"/>
                          </a:solidFill>
                          <a:latin typeface="+mn-lt"/>
                          <a:ea typeface="+mn-ea"/>
                          <a:cs typeface="+mn-cs"/>
                        </a:rPr>
                        <a:t>Dựa</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trên</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cấu</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trúc</a:t>
                      </a:r>
                      <a:r>
                        <a:rPr lang="en-US" sz="1400" kern="1200" dirty="0">
                          <a:solidFill>
                            <a:schemeClr val="dk1"/>
                          </a:solidFill>
                          <a:latin typeface="+mn-lt"/>
                          <a:ea typeface="+mn-ea"/>
                          <a:cs typeface="+mn-cs"/>
                        </a:rPr>
                        <a:t> form </a:t>
                      </a:r>
                      <a:r>
                        <a:rPr lang="en-US" sz="1400" kern="1200" dirty="0">
                          <a:solidFill>
                            <a:schemeClr val="dk1"/>
                          </a:solidFill>
                          <a:highlight>
                            <a:srgbClr val="FFFF00"/>
                          </a:highlight>
                          <a:latin typeface="+mn-lt"/>
                          <a:ea typeface="+mn-ea"/>
                          <a:cs typeface="+mn-cs"/>
                        </a:rPr>
                        <a:t>Thanh </a:t>
                      </a:r>
                      <a:r>
                        <a:rPr lang="en-US" sz="1400" kern="1200" dirty="0" err="1">
                          <a:solidFill>
                            <a:schemeClr val="dk1"/>
                          </a:solidFill>
                          <a:highlight>
                            <a:srgbClr val="FFFF00"/>
                          </a:highlight>
                          <a:latin typeface="+mn-lt"/>
                          <a:ea typeface="+mn-ea"/>
                          <a:cs typeface="+mn-cs"/>
                        </a:rPr>
                        <a:t>toán</a:t>
                      </a:r>
                      <a:r>
                        <a:rPr lang="en-US" sz="1400" kern="1200" dirty="0">
                          <a:solidFill>
                            <a:schemeClr val="dk1"/>
                          </a:solidFill>
                          <a:highlight>
                            <a:srgbClr val="FFFF00"/>
                          </a:highlight>
                          <a:latin typeface="+mn-lt"/>
                          <a:ea typeface="+mn-ea"/>
                          <a:cs typeface="+mn-cs"/>
                        </a:rPr>
                        <a:t> </a:t>
                      </a:r>
                      <a:r>
                        <a:rPr lang="en-US" sz="1400" kern="1200" dirty="0" err="1">
                          <a:solidFill>
                            <a:schemeClr val="dk1"/>
                          </a:solidFill>
                          <a:latin typeface="+mn-lt"/>
                          <a:ea typeface="+mn-ea"/>
                          <a:cs typeface="+mn-cs"/>
                        </a:rPr>
                        <a:t>để</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xác</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định</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các</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trường</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dữ</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liệu</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cần</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hiển</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thị</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và</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tạo</a:t>
                      </a:r>
                      <a:r>
                        <a:rPr lang="en-US" sz="1400" kern="1200" dirty="0">
                          <a:solidFill>
                            <a:schemeClr val="dk1"/>
                          </a:solidFill>
                          <a:latin typeface="+mn-lt"/>
                          <a:ea typeface="+mn-ea"/>
                          <a:cs typeface="+mn-cs"/>
                        </a:rPr>
                        <a:t> file </a:t>
                      </a:r>
                      <a:r>
                        <a:rPr lang="en-US" sz="1400" kern="1200" dirty="0" err="1">
                          <a:solidFill>
                            <a:schemeClr val="dk1"/>
                          </a:solidFill>
                          <a:latin typeface="+mn-lt"/>
                          <a:ea typeface="+mn-ea"/>
                          <a:cs typeface="+mn-cs"/>
                        </a:rPr>
                        <a:t>ViewModel</a:t>
                      </a:r>
                      <a:r>
                        <a:rPr lang="en-US" sz="1400" kern="1200" dirty="0">
                          <a:solidFill>
                            <a:schemeClr val="dk1"/>
                          </a:solidFill>
                          <a:latin typeface="+mn-lt"/>
                          <a:ea typeface="+mn-ea"/>
                          <a:cs typeface="+mn-cs"/>
                        </a:rPr>
                        <a:t>.</a:t>
                      </a:r>
                    </a:p>
                    <a:p>
                      <a:pPr marL="171450" marR="0" lvl="0" indent="-1714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latin typeface="+mn-lt"/>
                          <a:ea typeface="+mn-ea"/>
                          <a:cs typeface="+mn-cs"/>
                        </a:rPr>
                        <a:t>Copy </a:t>
                      </a:r>
                      <a:r>
                        <a:rPr lang="en-US" sz="1400" kern="1200" dirty="0" err="1">
                          <a:solidFill>
                            <a:schemeClr val="dk1"/>
                          </a:solidFill>
                          <a:latin typeface="+mn-lt"/>
                          <a:ea typeface="+mn-ea"/>
                          <a:cs typeface="+mn-cs"/>
                        </a:rPr>
                        <a:t>các</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trường</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dữ</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liệu</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tương</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ứng</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từ</a:t>
                      </a:r>
                      <a:r>
                        <a:rPr lang="en-US" sz="1400" kern="1200" dirty="0">
                          <a:solidFill>
                            <a:schemeClr val="dk1"/>
                          </a:solidFill>
                          <a:latin typeface="+mn-lt"/>
                          <a:ea typeface="+mn-ea"/>
                          <a:cs typeface="+mn-cs"/>
                        </a:rPr>
                        <a:t> </a:t>
                      </a:r>
                      <a:r>
                        <a:rPr lang="en-US" sz="1400" kern="1200" dirty="0" err="1">
                          <a:solidFill>
                            <a:schemeClr val="dk1"/>
                          </a:solidFill>
                          <a:highlight>
                            <a:srgbClr val="FFFF00"/>
                          </a:highlight>
                          <a:latin typeface="+mn-lt"/>
                          <a:ea typeface="+mn-ea"/>
                          <a:cs typeface="+mn-cs"/>
                        </a:rPr>
                        <a:t>Order.cs</a:t>
                      </a:r>
                      <a:r>
                        <a:rPr lang="en-US" sz="1400" kern="1200" dirty="0">
                          <a:solidFill>
                            <a:schemeClr val="dk1"/>
                          </a:solidFill>
                          <a:latin typeface="+mn-lt"/>
                          <a:ea typeface="+mn-ea"/>
                          <a:cs typeface="+mn-cs"/>
                        </a:rPr>
                        <a:t>, </a:t>
                      </a:r>
                      <a:r>
                        <a:rPr lang="en-US" sz="1400" kern="1200" dirty="0" err="1">
                          <a:solidFill>
                            <a:schemeClr val="dk1"/>
                          </a:solidFill>
                          <a:highlight>
                            <a:srgbClr val="FFFF00"/>
                          </a:highlight>
                          <a:latin typeface="+mn-lt"/>
                          <a:ea typeface="+mn-ea"/>
                          <a:cs typeface="+mn-cs"/>
                        </a:rPr>
                        <a:t>OrderDetail.cs</a:t>
                      </a:r>
                      <a:r>
                        <a:rPr lang="en-US" sz="1400" kern="1200" dirty="0">
                          <a:solidFill>
                            <a:schemeClr val="dk1"/>
                          </a:solidFill>
                          <a:highlight>
                            <a:srgbClr val="FFFF00"/>
                          </a:highlight>
                          <a:latin typeface="+mn-lt"/>
                          <a:ea typeface="+mn-ea"/>
                          <a:cs typeface="+mn-cs"/>
                        </a:rPr>
                        <a:t> </a:t>
                      </a:r>
                      <a:r>
                        <a:rPr lang="en-US" sz="1400" kern="1200" dirty="0" err="1">
                          <a:solidFill>
                            <a:schemeClr val="dk1"/>
                          </a:solidFill>
                          <a:latin typeface="+mn-lt"/>
                          <a:ea typeface="+mn-ea"/>
                          <a:cs typeface="+mn-cs"/>
                        </a:rPr>
                        <a:t>và</a:t>
                      </a:r>
                      <a:r>
                        <a:rPr lang="en-US" sz="1400" kern="1200" dirty="0">
                          <a:solidFill>
                            <a:schemeClr val="dk1"/>
                          </a:solidFill>
                          <a:latin typeface="+mn-lt"/>
                          <a:ea typeface="+mn-ea"/>
                          <a:cs typeface="+mn-cs"/>
                        </a:rPr>
                        <a:t> </a:t>
                      </a:r>
                      <a:r>
                        <a:rPr lang="en-US" sz="1400" kern="1200" dirty="0" err="1">
                          <a:solidFill>
                            <a:schemeClr val="dk1"/>
                          </a:solidFill>
                          <a:highlight>
                            <a:srgbClr val="FFFF00"/>
                          </a:highlight>
                          <a:latin typeface="+mn-lt"/>
                          <a:ea typeface="+mn-ea"/>
                          <a:cs typeface="+mn-cs"/>
                        </a:rPr>
                        <a:t>Customer.cs</a:t>
                      </a:r>
                      <a:endParaRPr lang="en-US" sz="1400" kern="1200" dirty="0">
                        <a:solidFill>
                          <a:schemeClr val="dk1"/>
                        </a:solidFill>
                        <a:highlight>
                          <a:srgbClr val="FFFF00"/>
                        </a:highlight>
                        <a:latin typeface="+mn-lt"/>
                        <a:ea typeface="+mn-ea"/>
                        <a:cs typeface="+mn-cs"/>
                      </a:endParaRPr>
                    </a:p>
                    <a:p>
                      <a:pPr marL="171450" marR="0" lvl="0" indent="-1714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err="1">
                          <a:solidFill>
                            <a:schemeClr val="dk1"/>
                          </a:solidFill>
                          <a:latin typeface="+mn-lt"/>
                          <a:ea typeface="+mn-ea"/>
                          <a:cs typeface="+mn-cs"/>
                        </a:rPr>
                        <a:t>Thêm</a:t>
                      </a:r>
                      <a:r>
                        <a:rPr lang="en-US" sz="1400" kern="1200" dirty="0">
                          <a:solidFill>
                            <a:schemeClr val="dk1"/>
                          </a:solidFill>
                          <a:latin typeface="+mn-lt"/>
                          <a:ea typeface="+mn-ea"/>
                          <a:cs typeface="+mn-cs"/>
                        </a:rPr>
                        <a:t> </a:t>
                      </a:r>
                      <a:r>
                        <a:rPr lang="en-US" sz="1400" kern="1200" dirty="0" err="1">
                          <a:solidFill>
                            <a:schemeClr val="dk1"/>
                          </a:solidFill>
                          <a:latin typeface="+mn-lt"/>
                          <a:ea typeface="+mn-ea"/>
                          <a:cs typeface="+mn-cs"/>
                        </a:rPr>
                        <a:t>phần</a:t>
                      </a:r>
                      <a:r>
                        <a:rPr lang="en-US" sz="1400" kern="1200" dirty="0">
                          <a:solidFill>
                            <a:schemeClr val="dk1"/>
                          </a:solidFill>
                          <a:latin typeface="+mn-lt"/>
                          <a:ea typeface="+mn-ea"/>
                          <a:cs typeface="+mn-cs"/>
                        </a:rPr>
                        <a:t> </a:t>
                      </a:r>
                      <a:r>
                        <a:rPr lang="en-US" sz="1400" kern="1200" dirty="0">
                          <a:solidFill>
                            <a:schemeClr val="dk1"/>
                          </a:solidFill>
                          <a:highlight>
                            <a:srgbClr val="FFFF00"/>
                          </a:highlight>
                          <a:latin typeface="+mn-lt"/>
                          <a:ea typeface="+mn-ea"/>
                          <a:cs typeface="+mn-cs"/>
                        </a:rPr>
                        <a:t>Data Validation </a:t>
                      </a:r>
                      <a:r>
                        <a:rPr lang="en-US" sz="1400" kern="1200" dirty="0" err="1">
                          <a:solidFill>
                            <a:schemeClr val="dk1"/>
                          </a:solidFill>
                          <a:latin typeface="+mn-lt"/>
                          <a:ea typeface="+mn-ea"/>
                          <a:cs typeface="+mn-cs"/>
                        </a:rPr>
                        <a:t>cho</a:t>
                      </a:r>
                      <a:r>
                        <a:rPr lang="en-US" sz="1400" kern="1200" dirty="0">
                          <a:solidFill>
                            <a:schemeClr val="dk1"/>
                          </a:solidFill>
                          <a:latin typeface="+mn-lt"/>
                          <a:ea typeface="+mn-ea"/>
                          <a:cs typeface="+mn-cs"/>
                        </a:rPr>
                        <a:t> </a:t>
                      </a:r>
                      <a:r>
                        <a:rPr lang="en-US" sz="1400" kern="1200" dirty="0" err="1">
                          <a:solidFill>
                            <a:schemeClr val="dk1"/>
                          </a:solidFill>
                          <a:highlight>
                            <a:srgbClr val="FFFF00"/>
                          </a:highlight>
                          <a:latin typeface="+mn-lt"/>
                          <a:ea typeface="+mn-ea"/>
                          <a:cs typeface="+mn-cs"/>
                        </a:rPr>
                        <a:t>ViewMode</a:t>
                      </a:r>
                      <a:r>
                        <a:rPr lang="en-US" sz="1400" kern="1200" dirty="0" err="1">
                          <a:solidFill>
                            <a:schemeClr val="dk1"/>
                          </a:solidFill>
                          <a:latin typeface="+mn-lt"/>
                          <a:ea typeface="+mn-ea"/>
                          <a:cs typeface="+mn-cs"/>
                        </a:rPr>
                        <a:t>l</a:t>
                      </a:r>
                      <a:endParaRPr lang="en-US" sz="1400" kern="1200" dirty="0">
                        <a:solidFill>
                          <a:schemeClr val="dk1"/>
                        </a:solidFill>
                        <a:latin typeface="+mn-lt"/>
                        <a:ea typeface="+mn-ea"/>
                        <a:cs typeface="+mn-cs"/>
                      </a:endParaRPr>
                    </a:p>
                  </a:txBody>
                  <a:tcPr/>
                </a:tc>
                <a:extLst>
                  <a:ext uri="{0D108BD9-81ED-4DB2-BD59-A6C34878D82A}">
                    <a16:rowId xmlns:a16="http://schemas.microsoft.com/office/drawing/2014/main" val="395742809"/>
                  </a:ext>
                </a:extLst>
              </a:tr>
            </a:tbl>
          </a:graphicData>
        </a:graphic>
      </p:graphicFrame>
      <p:pic>
        <p:nvPicPr>
          <p:cNvPr id="5" name="Picture 4">
            <a:extLst>
              <a:ext uri="{FF2B5EF4-FFF2-40B4-BE49-F238E27FC236}">
                <a16:creationId xmlns:a16="http://schemas.microsoft.com/office/drawing/2014/main" id="{28E9D171-D2D3-CDA9-56A4-1DA9E60D31CC}"/>
              </a:ext>
            </a:extLst>
          </p:cNvPr>
          <p:cNvPicPr>
            <a:picLocks noChangeAspect="1"/>
          </p:cNvPicPr>
          <p:nvPr/>
        </p:nvPicPr>
        <p:blipFill>
          <a:blip r:embed="rId3"/>
          <a:stretch>
            <a:fillRect/>
          </a:stretch>
        </p:blipFill>
        <p:spPr>
          <a:xfrm>
            <a:off x="2841029" y="1126067"/>
            <a:ext cx="4477780" cy="5715001"/>
          </a:xfrm>
          <a:prstGeom prst="rect">
            <a:avLst/>
          </a:prstGeom>
        </p:spPr>
      </p:pic>
      <p:pic>
        <p:nvPicPr>
          <p:cNvPr id="8" name="Picture 7">
            <a:extLst>
              <a:ext uri="{FF2B5EF4-FFF2-40B4-BE49-F238E27FC236}">
                <a16:creationId xmlns:a16="http://schemas.microsoft.com/office/drawing/2014/main" id="{DEEB8122-1103-B7C5-7418-76B00318738F}"/>
              </a:ext>
            </a:extLst>
          </p:cNvPr>
          <p:cNvPicPr>
            <a:picLocks noChangeAspect="1"/>
          </p:cNvPicPr>
          <p:nvPr/>
        </p:nvPicPr>
        <p:blipFill>
          <a:blip r:embed="rId4"/>
          <a:stretch>
            <a:fillRect/>
          </a:stretch>
        </p:blipFill>
        <p:spPr>
          <a:xfrm>
            <a:off x="7388225" y="3962401"/>
            <a:ext cx="4176711" cy="2883650"/>
          </a:xfrm>
          <a:prstGeom prst="rect">
            <a:avLst/>
          </a:prstGeom>
        </p:spPr>
      </p:pic>
      <p:pic>
        <p:nvPicPr>
          <p:cNvPr id="10" name="Picture 9">
            <a:extLst>
              <a:ext uri="{FF2B5EF4-FFF2-40B4-BE49-F238E27FC236}">
                <a16:creationId xmlns:a16="http://schemas.microsoft.com/office/drawing/2014/main" id="{CB19B144-7B0A-915A-1D15-8754D7AA2DB2}"/>
              </a:ext>
            </a:extLst>
          </p:cNvPr>
          <p:cNvPicPr>
            <a:picLocks noChangeAspect="1"/>
          </p:cNvPicPr>
          <p:nvPr/>
        </p:nvPicPr>
        <p:blipFill>
          <a:blip r:embed="rId5"/>
          <a:stretch>
            <a:fillRect/>
          </a:stretch>
        </p:blipFill>
        <p:spPr>
          <a:xfrm>
            <a:off x="7388226" y="71546"/>
            <a:ext cx="4724399" cy="3814654"/>
          </a:xfrm>
          <a:prstGeom prst="rect">
            <a:avLst/>
          </a:prstGeom>
        </p:spPr>
      </p:pic>
    </p:spTree>
    <p:extLst>
      <p:ext uri="{BB962C8B-B14F-4D97-AF65-F5344CB8AC3E}">
        <p14:creationId xmlns:p14="http://schemas.microsoft.com/office/powerpoint/2010/main" val="96577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B70CA-495F-8969-8F42-3BD21B03E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62FBC-43EC-99E7-3C05-CD142201C539}"/>
              </a:ext>
            </a:extLst>
          </p:cNvPr>
          <p:cNvSpPr>
            <a:spLocks noGrp="1"/>
          </p:cNvSpPr>
          <p:nvPr>
            <p:ph type="title"/>
          </p:nvPr>
        </p:nvSpPr>
        <p:spPr>
          <a:xfrm>
            <a:off x="74612" y="120650"/>
            <a:ext cx="11963400" cy="844551"/>
          </a:xfrm>
        </p:spPr>
        <p:txBody>
          <a:bodyPr>
            <a:noAutofit/>
          </a:bodyPr>
          <a:lstStyle/>
          <a:p>
            <a:r>
              <a:rPr lang="en-US" sz="3600" dirty="0"/>
              <a:t>4.1 Trang </a:t>
            </a:r>
            <a:r>
              <a:rPr lang="en-US" sz="3600" dirty="0" err="1"/>
              <a:t>Đặt</a:t>
            </a:r>
            <a:r>
              <a:rPr lang="en-US" sz="3600" dirty="0"/>
              <a:t> </a:t>
            </a:r>
            <a:r>
              <a:rPr lang="en-US" sz="3600" dirty="0" err="1"/>
              <a:t>hàng</a:t>
            </a:r>
            <a:r>
              <a:rPr lang="en-US" sz="3600" dirty="0"/>
              <a:t> - </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14208FF3-C932-C5B8-CE0F-51A429FC954C}"/>
              </a:ext>
            </a:extLst>
          </p:cNvPr>
          <p:cNvGraphicFramePr>
            <a:graphicFrameLocks noGrp="1"/>
          </p:cNvGraphicFramePr>
          <p:nvPr>
            <p:ph idx="1"/>
            <p:extLst>
              <p:ext uri="{D42A27DB-BD31-4B8C-83A1-F6EECF244321}">
                <p14:modId xmlns:p14="http://schemas.microsoft.com/office/powerpoint/2010/main" val="3588598970"/>
              </p:ext>
            </p:extLst>
          </p:nvPr>
        </p:nvGraphicFramePr>
        <p:xfrm>
          <a:off x="119098" y="1066800"/>
          <a:ext cx="11887200" cy="4998720"/>
        </p:xfrm>
        <a:graphic>
          <a:graphicData uri="http://schemas.openxmlformats.org/drawingml/2006/table">
            <a:tbl>
              <a:tblPr firstRow="1" bandRow="1">
                <a:tableStyleId>{073A0DAA-6AF3-43AB-8588-CEC1D06C72B9}</a:tableStyleId>
              </a:tblPr>
              <a:tblGrid>
                <a:gridCol w="11887200">
                  <a:extLst>
                    <a:ext uri="{9D8B030D-6E8A-4147-A177-3AD203B41FA5}">
                      <a16:colId xmlns:a16="http://schemas.microsoft.com/office/drawing/2014/main" val="3776698516"/>
                    </a:ext>
                  </a:extLst>
                </a:gridCol>
              </a:tblGrid>
              <a:tr h="205317">
                <a:tc>
                  <a:txBody>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lang="en-US" dirty="0"/>
                        <a:t>Controller: </a:t>
                      </a:r>
                      <a:r>
                        <a:rPr lang="en-US" dirty="0" err="1"/>
                        <a:t>OrderController</a:t>
                      </a:r>
                      <a:r>
                        <a:rPr lang="en-US" dirty="0"/>
                        <a:t> &gt; </a:t>
                      </a:r>
                      <a:r>
                        <a:rPr lang="en-US" sz="1800" b="1" i="0" kern="1200" dirty="0">
                          <a:solidFill>
                            <a:schemeClr val="tx1"/>
                          </a:solidFill>
                          <a:effectLst/>
                          <a:latin typeface="+mn-lt"/>
                          <a:ea typeface="+mn-ea"/>
                          <a:cs typeface="+mn-cs"/>
                        </a:rPr>
                        <a:t>A</a:t>
                      </a:r>
                      <a:r>
                        <a:rPr lang="vi-VN" sz="1800" b="1" i="0" kern="1200" dirty="0">
                          <a:solidFill>
                            <a:schemeClr val="tx1"/>
                          </a:solidFill>
                          <a:effectLst/>
                          <a:latin typeface="+mn-lt"/>
                          <a:ea typeface="+mn-ea"/>
                          <a:cs typeface="+mn-cs"/>
                        </a:rPr>
                        <a:t>ction </a:t>
                      </a:r>
                      <a:r>
                        <a:rPr lang="vi-VN" sz="1800" b="1" i="0" kern="1200" dirty="0">
                          <a:solidFill>
                            <a:schemeClr val="dk1"/>
                          </a:solidFill>
                          <a:effectLst/>
                          <a:highlight>
                            <a:srgbClr val="FFFF00"/>
                          </a:highlight>
                          <a:latin typeface="+mn-lt"/>
                          <a:ea typeface="+mn-ea"/>
                          <a:cs typeface="+mn-cs"/>
                        </a:rPr>
                        <a:t>Checkout</a:t>
                      </a:r>
                      <a:endParaRPr lang="en-US" sz="1800" b="1" i="0" kern="1200" dirty="0">
                        <a:solidFill>
                          <a:schemeClr val="dk1"/>
                        </a:solidFill>
                        <a:effectLst/>
                        <a:highlight>
                          <a:srgbClr val="FFFF00"/>
                        </a:highlight>
                        <a:latin typeface="+mn-lt"/>
                        <a:ea typeface="+mn-ea"/>
                        <a:cs typeface="+mn-cs"/>
                      </a:endParaRPr>
                    </a:p>
                  </a:txBody>
                  <a:tcPr/>
                </a:tc>
                <a:extLst>
                  <a:ext uri="{0D108BD9-81ED-4DB2-BD59-A6C34878D82A}">
                    <a16:rowId xmlns:a16="http://schemas.microsoft.com/office/drawing/2014/main" val="2981023087"/>
                  </a:ext>
                </a:extLst>
              </a:tr>
              <a:tr h="821266">
                <a:tc>
                  <a:txBody>
                    <a:bodyPr/>
                    <a:lstStyle/>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Kiểm tra giỏ hàng</a:t>
                      </a:r>
                      <a:r>
                        <a:rPr lang="vi-VN" sz="1600" b="0" i="0" kern="1200" dirty="0">
                          <a:solidFill>
                            <a:schemeClr val="dk1"/>
                          </a:solidFill>
                          <a:effectLst/>
                          <a:latin typeface="+mn-lt"/>
                          <a:ea typeface="+mn-ea"/>
                          <a:cs typeface="+mn-cs"/>
                        </a:rPr>
                        <a:t>:</a:t>
                      </a:r>
                      <a:r>
                        <a:rPr lang="en-US" sz="1600" b="0" i="0" kern="1200" dirty="0">
                          <a:solidFill>
                            <a:schemeClr val="dk1"/>
                          </a:solidFill>
                          <a:effectLst/>
                          <a:latin typeface="+mn-lt"/>
                          <a:ea typeface="+mn-ea"/>
                          <a:cs typeface="+mn-cs"/>
                        </a:rPr>
                        <a:t> </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var cart = Session["Cart"] as List&lt;CartItem&gt;; kiểm tra giỏ hàng trong session.</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Nếu giỏ hàng rỗng hoặc không có sản phẩm, chuyển hướng về trang chủ.</a:t>
                      </a:r>
                    </a:p>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Xác thực người dùng</a:t>
                      </a:r>
                      <a:r>
                        <a:rPr lang="vi-VN" sz="1600" b="0" i="0" kern="1200" dirty="0">
                          <a:solidFill>
                            <a:schemeClr val="dk1"/>
                          </a:solidFill>
                          <a:effectLst/>
                          <a:latin typeface="+mn-lt"/>
                          <a:ea typeface="+mn-ea"/>
                          <a:cs typeface="+mn-cs"/>
                        </a:rPr>
                        <a:t>:</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var user = db.Users.SingleOrDefault(u =&gt; u.Username == User.Identity.Name); lấy thông tin người dùng đã đăng nhập.</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Nếu không tìm thấy người dùng, chuyển hướng đến trang đăng nhập.</a:t>
                      </a:r>
                    </a:p>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Lấy thông tin khách hàng</a:t>
                      </a:r>
                      <a:r>
                        <a:rPr lang="vi-VN" sz="1600" b="0" i="0" kern="1200" dirty="0">
                          <a:solidFill>
                            <a:schemeClr val="dk1"/>
                          </a:solidFill>
                          <a:effectLst/>
                          <a:latin typeface="+mn-lt"/>
                          <a:ea typeface="+mn-ea"/>
                          <a:cs typeface="+mn-cs"/>
                        </a:rPr>
                        <a:t>:</a:t>
                      </a:r>
                    </a:p>
                    <a:p>
                      <a:pPr marL="742813" marR="0" lvl="1"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400" b="0" i="0" kern="1200" dirty="0">
                          <a:solidFill>
                            <a:schemeClr val="dk1"/>
                          </a:solidFill>
                          <a:effectLst/>
                          <a:latin typeface="+mn-lt"/>
                          <a:ea typeface="+mn-ea"/>
                          <a:cs typeface="+mn-cs"/>
                        </a:rPr>
                        <a:t>var customer = db.Customers.SingleOrDefault(c =&gt; c.Username == user.Username); lấy thông tin khách hàng từ cơ sở dữ liệu</a:t>
                      </a:r>
                      <a:r>
                        <a:rPr lang="en-US" sz="1400" b="0" i="0" kern="1200" dirty="0">
                          <a:solidFill>
                            <a:schemeClr val="dk1"/>
                          </a:solidFill>
                          <a:effectLst/>
                          <a:latin typeface="+mn-lt"/>
                          <a:ea typeface="+mn-ea"/>
                          <a:cs typeface="+mn-cs"/>
                        </a:rPr>
                        <a:t>, </a:t>
                      </a:r>
                    </a:p>
                    <a:p>
                      <a:pPr marL="742813" marR="0" lvl="1"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err="1">
                          <a:solidFill>
                            <a:schemeClr val="dk1"/>
                          </a:solidFill>
                          <a:effectLst/>
                          <a:latin typeface="+mn-lt"/>
                          <a:ea typeface="+mn-ea"/>
                          <a:cs typeface="+mn-cs"/>
                        </a:rPr>
                        <a:t>Gán</a:t>
                      </a:r>
                      <a:r>
                        <a:rPr lang="vi-VN" sz="1400" b="0" i="0" kern="1200" dirty="0">
                          <a:solidFill>
                            <a:schemeClr val="dk1"/>
                          </a:solidFill>
                          <a:effectLst/>
                          <a:latin typeface="+mn-lt"/>
                          <a:ea typeface="+mn-ea"/>
                          <a:cs typeface="+mn-cs"/>
                        </a:rPr>
                        <a:t> địa chỉ của khách hàng vào </a:t>
                      </a:r>
                      <a:r>
                        <a:rPr lang="vi-VN" sz="1400" b="0" i="0" kern="1200" dirty="0">
                          <a:solidFill>
                            <a:schemeClr val="dk1"/>
                          </a:solidFill>
                          <a:effectLst/>
                          <a:highlight>
                            <a:srgbClr val="FFFF00"/>
                          </a:highlight>
                          <a:latin typeface="+mn-lt"/>
                          <a:ea typeface="+mn-ea"/>
                          <a:cs typeface="+mn-cs"/>
                        </a:rPr>
                        <a:t>ShippingAddress</a:t>
                      </a:r>
                      <a:r>
                        <a:rPr lang="vi-VN" sz="1400" b="0" i="0" kern="1200" dirty="0">
                          <a:solidFill>
                            <a:schemeClr val="dk1"/>
                          </a:solidFill>
                          <a:effectLst/>
                          <a:latin typeface="+mn-lt"/>
                          <a:ea typeface="+mn-ea"/>
                          <a:cs typeface="+mn-cs"/>
                        </a:rPr>
                        <a:t> của </a:t>
                      </a:r>
                      <a:r>
                        <a:rPr lang="vi-VN" sz="1400" b="0" i="0" kern="1200" dirty="0">
                          <a:solidFill>
                            <a:schemeClr val="dk1"/>
                          </a:solidFill>
                          <a:effectLst/>
                          <a:highlight>
                            <a:srgbClr val="FFFF00"/>
                          </a:highlight>
                          <a:latin typeface="+mn-lt"/>
                          <a:ea typeface="+mn-ea"/>
                          <a:cs typeface="+mn-cs"/>
                        </a:rPr>
                        <a:t>CheckoutVM</a:t>
                      </a:r>
                      <a:endParaRPr lang="vi-VN" sz="1400" b="0" i="0" kern="1200" dirty="0">
                        <a:solidFill>
                          <a:schemeClr val="dk1"/>
                        </a:solidFill>
                        <a:effectLst/>
                        <a:latin typeface="+mn-lt"/>
                        <a:ea typeface="+mn-ea"/>
                        <a:cs typeface="+mn-cs"/>
                      </a:endParaRPr>
                    </a:p>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Thiết lập trạng thái thanh toán</a:t>
                      </a:r>
                      <a:r>
                        <a:rPr lang="vi-VN" sz="1600" b="0" i="0" kern="1200" dirty="0">
                          <a:solidFill>
                            <a:schemeClr val="dk1"/>
                          </a:solidFill>
                          <a:effectLst/>
                          <a:latin typeface="+mn-lt"/>
                          <a:ea typeface="+mn-ea"/>
                          <a:cs typeface="+mn-cs"/>
                        </a:rPr>
                        <a:t>:</a:t>
                      </a:r>
                    </a:p>
                    <a:p>
                      <a:pPr marL="742813" marR="0" lvl="1"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400" b="0" i="0" kern="1200" dirty="0">
                          <a:solidFill>
                            <a:schemeClr val="dk1"/>
                          </a:solidFill>
                          <a:effectLst/>
                          <a:latin typeface="+mn-lt"/>
                          <a:ea typeface="+mn-ea"/>
                          <a:cs typeface="+mn-cs"/>
                        </a:rPr>
                        <a:t>string paymentStatus = "Pending"; thiết lập trạng thái thanh toán dựa trên phương thức thanh toán </a:t>
                      </a:r>
                      <a:r>
                        <a:rPr lang="en-US" sz="1800" b="0" i="0" kern="1200" dirty="0">
                          <a:solidFill>
                            <a:schemeClr val="dk1"/>
                          </a:solidFill>
                          <a:effectLst/>
                          <a:highlight>
                            <a:srgbClr val="FFFF00"/>
                          </a:highlight>
                          <a:latin typeface="+mn-lt"/>
                          <a:ea typeface="+mn-ea"/>
                          <a:cs typeface="+mn-cs"/>
                        </a:rPr>
                        <a:t>P</a:t>
                      </a:r>
                      <a:r>
                        <a:rPr lang="vi-VN" sz="1400" dirty="0">
                          <a:highlight>
                            <a:srgbClr val="FFFF00"/>
                          </a:highlight>
                        </a:rPr>
                        <a:t>aymentMethod</a:t>
                      </a:r>
                      <a:r>
                        <a:rPr lang="en-US" sz="1400" dirty="0">
                          <a:highlight>
                            <a:srgbClr val="FFFF00"/>
                          </a:highlight>
                        </a:rPr>
                        <a:t> </a:t>
                      </a:r>
                      <a:r>
                        <a:rPr lang="vi-VN" sz="1400" b="0" i="0" kern="1200" dirty="0">
                          <a:solidFill>
                            <a:schemeClr val="dk1"/>
                          </a:solidFill>
                          <a:effectLst/>
                          <a:latin typeface="+mn-lt"/>
                          <a:ea typeface="+mn-ea"/>
                          <a:cs typeface="+mn-cs"/>
                        </a:rPr>
                        <a:t>được chọn.</a:t>
                      </a:r>
                      <a:endParaRPr lang="en-US" sz="1400" b="0" i="0" kern="1200" dirty="0">
                        <a:solidFill>
                          <a:schemeClr val="dk1"/>
                        </a:solidFill>
                        <a:effectLst/>
                        <a:latin typeface="+mn-lt"/>
                        <a:ea typeface="+mn-ea"/>
                        <a:cs typeface="+mn-cs"/>
                      </a:endParaRPr>
                    </a:p>
                    <a:p>
                      <a:pPr marL="742813" marR="0" lvl="1" indent="-285750" algn="l" defTabSz="9141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b="0" i="0" kern="1200" dirty="0">
                          <a:solidFill>
                            <a:schemeClr val="dk1"/>
                          </a:solidFill>
                          <a:effectLst/>
                          <a:latin typeface="+mn-lt"/>
                          <a:ea typeface="+mn-ea"/>
                          <a:cs typeface="+mn-cs"/>
                        </a:rPr>
                        <a:t>K</a:t>
                      </a:r>
                      <a:r>
                        <a:rPr lang="vi-VN" sz="1400" b="0" i="0" kern="1200" dirty="0">
                          <a:solidFill>
                            <a:schemeClr val="dk1"/>
                          </a:solidFill>
                          <a:effectLst/>
                          <a:latin typeface="+mn-lt"/>
                          <a:ea typeface="+mn-ea"/>
                          <a:cs typeface="+mn-cs"/>
                        </a:rPr>
                        <a:t>hi người dùng chọn phương thức thanh toán là PayPal, họ sẽ được chuyển hướng đến trang thanh toán của PayPal. Sau khi thanh toán thành công, đơn hàng sẽ được tạo và lưu vào cơ sở dữ liệu.</a:t>
                      </a:r>
                      <a:endParaRPr lang="en-US" sz="1400" b="0" i="0" kern="1200" dirty="0">
                        <a:solidFill>
                          <a:schemeClr val="dk1"/>
                        </a:solidFill>
                        <a:effectLst/>
                        <a:latin typeface="+mn-lt"/>
                        <a:ea typeface="+mn-ea"/>
                        <a:cs typeface="+mn-cs"/>
                      </a:endParaRPr>
                    </a:p>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Tạo đối tượng Order và OrderDetail</a:t>
                      </a:r>
                      <a:r>
                        <a:rPr lang="vi-VN" sz="1600" b="0" i="0" kern="1200" dirty="0">
                          <a:solidFill>
                            <a:schemeClr val="dk1"/>
                          </a:solidFill>
                          <a:effectLst/>
                          <a:latin typeface="+mn-lt"/>
                          <a:ea typeface="+mn-ea"/>
                          <a:cs typeface="+mn-cs"/>
                        </a:rPr>
                        <a:t>:</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Tạo đối tượng Order và thêm các chi tiết đơn hàng (OrderDetail) vào đơn hàng.</a:t>
                      </a:r>
                    </a:p>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Lưu đơn hàng vào cơ sở dữ liệu</a:t>
                      </a:r>
                      <a:r>
                        <a:rPr lang="vi-VN" sz="1600" b="0" i="0" kern="1200" dirty="0">
                          <a:solidFill>
                            <a:schemeClr val="dk1"/>
                          </a:solidFill>
                          <a:effectLst/>
                          <a:latin typeface="+mn-lt"/>
                          <a:ea typeface="+mn-ea"/>
                          <a:cs typeface="+mn-cs"/>
                        </a:rPr>
                        <a:t>:</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db.Orders.Add(order); thêm đơn hàng vào cơ sở dữ liệu.</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db.SaveChanges(); lưu thay đổi vào cơ sở dữ liệu.</a:t>
                      </a:r>
                    </a:p>
                    <a:p>
                      <a:pPr marL="285750" indent="-285750">
                        <a:buFont typeface="Arial" panose="020B0604020202020204" pitchFamily="34" charset="0"/>
                        <a:buChar char="•"/>
                      </a:pPr>
                      <a:r>
                        <a:rPr lang="vi-VN" sz="1600" b="1" i="0" kern="1200" dirty="0">
                          <a:solidFill>
                            <a:schemeClr val="dk1"/>
                          </a:solidFill>
                          <a:effectLst/>
                          <a:latin typeface="+mn-lt"/>
                          <a:ea typeface="+mn-ea"/>
                          <a:cs typeface="+mn-cs"/>
                        </a:rPr>
                        <a:t>Xóa giỏ hàng</a:t>
                      </a:r>
                      <a:r>
                        <a:rPr lang="vi-VN" sz="1600" b="0" i="0" kern="1200" dirty="0">
                          <a:solidFill>
                            <a:schemeClr val="dk1"/>
                          </a:solidFill>
                          <a:effectLst/>
                          <a:latin typeface="+mn-lt"/>
                          <a:ea typeface="+mn-ea"/>
                          <a:cs typeface="+mn-cs"/>
                        </a:rPr>
                        <a:t>:</a:t>
                      </a:r>
                      <a:r>
                        <a:rPr lang="en-US" sz="1600" b="0" i="0" kern="1200" dirty="0">
                          <a:solidFill>
                            <a:schemeClr val="dk1"/>
                          </a:solidFill>
                          <a:effectLst/>
                          <a:latin typeface="+mn-lt"/>
                          <a:ea typeface="+mn-ea"/>
                          <a:cs typeface="+mn-cs"/>
                        </a:rPr>
                        <a:t> </a:t>
                      </a:r>
                    </a:p>
                    <a:p>
                      <a:pPr marL="742813" lvl="1" indent="-285750">
                        <a:buFont typeface="Arial" panose="020B0604020202020204" pitchFamily="34" charset="0"/>
                        <a:buChar char="•"/>
                      </a:pPr>
                      <a:r>
                        <a:rPr lang="vi-VN" sz="1400" b="0" i="0" kern="1200" dirty="0">
                          <a:solidFill>
                            <a:schemeClr val="dk1"/>
                          </a:solidFill>
                          <a:effectLst/>
                          <a:latin typeface="+mn-lt"/>
                          <a:ea typeface="+mn-ea"/>
                          <a:cs typeface="+mn-cs"/>
                        </a:rPr>
                        <a:t>Session["Cart"] = null; xóa giỏ hàng sau khi đơn hàng được lưu thành công.</a:t>
                      </a:r>
                      <a:endParaRPr lang="en-US" sz="1100" dirty="0">
                        <a:highlight>
                          <a:srgbClr val="FFFF00"/>
                        </a:highlight>
                      </a:endParaRPr>
                    </a:p>
                  </a:txBody>
                  <a:tcPr/>
                </a:tc>
                <a:extLst>
                  <a:ext uri="{0D108BD9-81ED-4DB2-BD59-A6C34878D82A}">
                    <a16:rowId xmlns:a16="http://schemas.microsoft.com/office/drawing/2014/main" val="395742809"/>
                  </a:ext>
                </a:extLst>
              </a:tr>
            </a:tbl>
          </a:graphicData>
        </a:graphic>
      </p:graphicFrame>
    </p:spTree>
    <p:extLst>
      <p:ext uri="{BB962C8B-B14F-4D97-AF65-F5344CB8AC3E}">
        <p14:creationId xmlns:p14="http://schemas.microsoft.com/office/powerpoint/2010/main" val="3356956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3C761-53BA-C479-E8ED-FEB40DB82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B582F-3262-078A-3C9D-0951B7D37D72}"/>
              </a:ext>
            </a:extLst>
          </p:cNvPr>
          <p:cNvSpPr>
            <a:spLocks noGrp="1"/>
          </p:cNvSpPr>
          <p:nvPr>
            <p:ph type="title"/>
          </p:nvPr>
        </p:nvSpPr>
        <p:spPr>
          <a:xfrm>
            <a:off x="74612" y="120650"/>
            <a:ext cx="11963400" cy="844551"/>
          </a:xfrm>
        </p:spPr>
        <p:txBody>
          <a:bodyPr>
            <a:noAutofit/>
          </a:bodyPr>
          <a:lstStyle/>
          <a:p>
            <a:r>
              <a:rPr lang="en-US" sz="3600" dirty="0"/>
              <a:t>4.1 Trang </a:t>
            </a:r>
            <a:r>
              <a:rPr lang="en-US" sz="3600" dirty="0" err="1"/>
              <a:t>Đặt</a:t>
            </a:r>
            <a:r>
              <a:rPr lang="en-US" sz="3600" dirty="0"/>
              <a:t> </a:t>
            </a:r>
            <a:r>
              <a:rPr lang="en-US" sz="3600" dirty="0" err="1"/>
              <a:t>hàng</a:t>
            </a:r>
            <a:r>
              <a:rPr lang="en-US" sz="3600" dirty="0"/>
              <a:t> - </a:t>
            </a:r>
            <a:r>
              <a:rPr lang="en-US" sz="2400" dirty="0"/>
              <a:t>Controller</a:t>
            </a:r>
            <a:endParaRPr lang="en-US" sz="3600" dirty="0">
              <a:latin typeface="Calibri Light" panose="020F0302020204030204" pitchFamily="34" charset="0"/>
              <a:cs typeface="Calibri Light" panose="020F0302020204030204" pitchFamily="34" charset="0"/>
            </a:endParaRPr>
          </a:p>
        </p:txBody>
      </p:sp>
      <p:pic>
        <p:nvPicPr>
          <p:cNvPr id="9" name="Picture 8">
            <a:extLst>
              <a:ext uri="{FF2B5EF4-FFF2-40B4-BE49-F238E27FC236}">
                <a16:creationId xmlns:a16="http://schemas.microsoft.com/office/drawing/2014/main" id="{519B5957-0136-2EFE-9EF9-B717EFDB880C}"/>
              </a:ext>
            </a:extLst>
          </p:cNvPr>
          <p:cNvPicPr>
            <a:picLocks noChangeAspect="1"/>
          </p:cNvPicPr>
          <p:nvPr/>
        </p:nvPicPr>
        <p:blipFill>
          <a:blip r:embed="rId2"/>
          <a:stretch>
            <a:fillRect/>
          </a:stretch>
        </p:blipFill>
        <p:spPr>
          <a:xfrm>
            <a:off x="-18467" y="914400"/>
            <a:ext cx="5808079" cy="5943600"/>
          </a:xfrm>
          <a:prstGeom prst="rect">
            <a:avLst/>
          </a:prstGeom>
        </p:spPr>
      </p:pic>
      <p:pic>
        <p:nvPicPr>
          <p:cNvPr id="11" name="Picture 10">
            <a:extLst>
              <a:ext uri="{FF2B5EF4-FFF2-40B4-BE49-F238E27FC236}">
                <a16:creationId xmlns:a16="http://schemas.microsoft.com/office/drawing/2014/main" id="{2E7788D2-0650-C089-345C-E6BBA6ACC840}"/>
              </a:ext>
            </a:extLst>
          </p:cNvPr>
          <p:cNvPicPr>
            <a:picLocks noChangeAspect="1"/>
          </p:cNvPicPr>
          <p:nvPr/>
        </p:nvPicPr>
        <p:blipFill>
          <a:blip r:embed="rId3"/>
          <a:stretch>
            <a:fillRect/>
          </a:stretch>
        </p:blipFill>
        <p:spPr>
          <a:xfrm>
            <a:off x="5883150" y="0"/>
            <a:ext cx="6307262" cy="6858000"/>
          </a:xfrm>
          <a:prstGeom prst="rect">
            <a:avLst/>
          </a:prstGeom>
        </p:spPr>
      </p:pic>
    </p:spTree>
    <p:extLst>
      <p:ext uri="{BB962C8B-B14F-4D97-AF65-F5344CB8AC3E}">
        <p14:creationId xmlns:p14="http://schemas.microsoft.com/office/powerpoint/2010/main" val="4125287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1" y="76200"/>
            <a:ext cx="12039599" cy="838200"/>
          </a:xfrm>
        </p:spPr>
        <p:txBody>
          <a:bodyPr>
            <a:noAutofit/>
          </a:bodyPr>
          <a:lstStyle/>
          <a:p>
            <a:r>
              <a:rPr lang="en-US" sz="3600" dirty="0"/>
              <a:t>4.1 Trang </a:t>
            </a:r>
            <a:r>
              <a:rPr lang="en-US" sz="3600" dirty="0" err="1"/>
              <a:t>Đặt</a:t>
            </a:r>
            <a:r>
              <a:rPr lang="en-US" sz="3600" dirty="0"/>
              <a:t> </a:t>
            </a:r>
            <a:r>
              <a:rPr lang="en-US" sz="3600" dirty="0" err="1"/>
              <a:t>hàng</a:t>
            </a:r>
            <a:r>
              <a:rPr lang="en-US" sz="3600" dirty="0"/>
              <a:t> - </a:t>
            </a:r>
            <a:r>
              <a:rPr lang="en-US" sz="2400" dirty="0"/>
              <a:t>View</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415741572"/>
              </p:ext>
            </p:extLst>
          </p:nvPr>
        </p:nvGraphicFramePr>
        <p:xfrm>
          <a:off x="74612" y="990600"/>
          <a:ext cx="2667000" cy="5791200"/>
        </p:xfrm>
        <a:graphic>
          <a:graphicData uri="http://schemas.openxmlformats.org/drawingml/2006/table">
            <a:tbl>
              <a:tblPr firstRow="1" bandRow="1">
                <a:tableStyleId>{073A0DAA-6AF3-43AB-8588-CEC1D06C72B9}</a:tableStyleId>
              </a:tblPr>
              <a:tblGrid>
                <a:gridCol w="2667000">
                  <a:extLst>
                    <a:ext uri="{9D8B030D-6E8A-4147-A177-3AD203B41FA5}">
                      <a16:colId xmlns:a16="http://schemas.microsoft.com/office/drawing/2014/main" val="3746387964"/>
                    </a:ext>
                  </a:extLst>
                </a:gridCol>
              </a:tblGrid>
              <a:tr h="489722">
                <a:tc>
                  <a:txBody>
                    <a:bodyPr/>
                    <a:lstStyle/>
                    <a:p>
                      <a:r>
                        <a:rPr lang="en-US" dirty="0"/>
                        <a:t>View: </a:t>
                      </a:r>
                      <a:r>
                        <a:rPr lang="en-US" dirty="0" err="1"/>
                        <a:t>Checkout.cshtml</a:t>
                      </a:r>
                      <a:endParaRPr lang="en-US" dirty="0"/>
                    </a:p>
                  </a:txBody>
                  <a:tcPr/>
                </a:tc>
                <a:extLst>
                  <a:ext uri="{0D108BD9-81ED-4DB2-BD59-A6C34878D82A}">
                    <a16:rowId xmlns:a16="http://schemas.microsoft.com/office/drawing/2014/main" val="2981023087"/>
                  </a:ext>
                </a:extLst>
              </a:tr>
              <a:tr h="5301478">
                <a:tc>
                  <a:txBody>
                    <a:bodyPr/>
                    <a:lstStyle/>
                    <a:p>
                      <a:r>
                        <a:rPr lang="vi-VN" sz="1400" b="1" i="0" kern="1200" dirty="0">
                          <a:solidFill>
                            <a:schemeClr val="dk1"/>
                          </a:solidFill>
                          <a:effectLst/>
                          <a:latin typeface="+mn-lt"/>
                          <a:ea typeface="+mn-ea"/>
                          <a:cs typeface="+mn-cs"/>
                        </a:rPr>
                        <a:t>Hiển thị địa chỉ giao hàng mặc định</a:t>
                      </a:r>
                      <a:r>
                        <a:rPr lang="vi-VN" sz="1400" b="0" i="0" kern="1200" dirty="0">
                          <a:solidFill>
                            <a:schemeClr val="dk1"/>
                          </a:solidFill>
                          <a:effectLst/>
                          <a:latin typeface="+mn-lt"/>
                          <a:ea typeface="+mn-ea"/>
                          <a:cs typeface="+mn-cs"/>
                        </a:rPr>
                        <a:t>:</a:t>
                      </a:r>
                    </a:p>
                    <a:p>
                      <a:pPr lvl="0"/>
                      <a:r>
                        <a:rPr lang="vi-VN" sz="1200" b="0" i="0" kern="1200" dirty="0">
                          <a:solidFill>
                            <a:schemeClr val="dk1"/>
                          </a:solidFill>
                          <a:effectLst/>
                          <a:latin typeface="+mn-lt"/>
                          <a:ea typeface="+mn-ea"/>
                          <a:cs typeface="+mn-cs"/>
                        </a:rPr>
                        <a:t>Trường </a:t>
                      </a:r>
                      <a:r>
                        <a:rPr lang="vi-VN" sz="1200" b="0" i="0" kern="1200" dirty="0">
                          <a:solidFill>
                            <a:schemeClr val="dk1"/>
                          </a:solidFill>
                          <a:effectLst/>
                          <a:highlight>
                            <a:srgbClr val="FFFF00"/>
                          </a:highlight>
                          <a:latin typeface="+mn-lt"/>
                          <a:ea typeface="+mn-ea"/>
                          <a:cs typeface="+mn-cs"/>
                        </a:rPr>
                        <a:t>ShippingAddress</a:t>
                      </a:r>
                      <a:r>
                        <a:rPr lang="vi-VN" sz="1200" b="0" i="0" kern="1200" dirty="0">
                          <a:solidFill>
                            <a:schemeClr val="dk1"/>
                          </a:solidFill>
                          <a:effectLst/>
                          <a:latin typeface="+mn-lt"/>
                          <a:ea typeface="+mn-ea"/>
                          <a:cs typeface="+mn-cs"/>
                        </a:rPr>
                        <a:t> được hiển thị với thuộc tính </a:t>
                      </a:r>
                      <a:r>
                        <a:rPr lang="vi-VN" sz="1200" b="0" i="0" kern="1200" dirty="0">
                          <a:solidFill>
                            <a:schemeClr val="dk1"/>
                          </a:solidFill>
                          <a:effectLst/>
                          <a:highlight>
                            <a:srgbClr val="FFFF00"/>
                          </a:highlight>
                          <a:latin typeface="+mn-lt"/>
                          <a:ea typeface="+mn-ea"/>
                          <a:cs typeface="+mn-cs"/>
                        </a:rPr>
                        <a:t>readonly</a:t>
                      </a:r>
                      <a:r>
                        <a:rPr lang="vi-VN" sz="1200" b="0" i="0" kern="1200" dirty="0">
                          <a:solidFill>
                            <a:schemeClr val="dk1"/>
                          </a:solidFill>
                          <a:effectLst/>
                          <a:latin typeface="+mn-lt"/>
                          <a:ea typeface="+mn-ea"/>
                          <a:cs typeface="+mn-cs"/>
                        </a:rPr>
                        <a:t> để ngăn người dùng chỉnh sửa trực tiếp.</a:t>
                      </a:r>
                      <a:endParaRPr lang="en-US" sz="1200" b="0" i="0" kern="1200" dirty="0">
                        <a:solidFill>
                          <a:schemeClr val="dk1"/>
                        </a:solidFill>
                        <a:effectLst/>
                        <a:latin typeface="+mn-lt"/>
                        <a:ea typeface="+mn-ea"/>
                        <a:cs typeface="+mn-cs"/>
                      </a:endParaRPr>
                    </a:p>
                    <a:p>
                      <a:pPr lvl="0"/>
                      <a:endParaRPr lang="vi-VN" sz="1200" b="0" i="0" kern="1200" dirty="0">
                        <a:solidFill>
                          <a:schemeClr val="dk1"/>
                        </a:solidFill>
                        <a:effectLst/>
                        <a:latin typeface="+mn-lt"/>
                        <a:ea typeface="+mn-ea"/>
                        <a:cs typeface="+mn-cs"/>
                      </a:endParaRPr>
                    </a:p>
                    <a:p>
                      <a:r>
                        <a:rPr lang="vi-VN" sz="1400" b="1" i="0" kern="1200" dirty="0">
                          <a:solidFill>
                            <a:schemeClr val="dk1"/>
                          </a:solidFill>
                          <a:effectLst/>
                          <a:latin typeface="+mn-lt"/>
                          <a:ea typeface="+mn-ea"/>
                          <a:cs typeface="+mn-cs"/>
                        </a:rPr>
                        <a:t>Thêm nút “Chỉnh sửa”</a:t>
                      </a:r>
                      <a:r>
                        <a:rPr lang="vi-VN" sz="1400" b="0" i="0" kern="1200" dirty="0">
                          <a:solidFill>
                            <a:schemeClr val="dk1"/>
                          </a:solidFill>
                          <a:effectLst/>
                          <a:latin typeface="+mn-lt"/>
                          <a:ea typeface="+mn-ea"/>
                          <a:cs typeface="+mn-cs"/>
                        </a:rPr>
                        <a:t>:</a:t>
                      </a:r>
                    </a:p>
                    <a:p>
                      <a:pPr lvl="0"/>
                      <a:r>
                        <a:rPr lang="vi-VN" sz="1200" b="0" i="0" kern="1200" dirty="0">
                          <a:solidFill>
                            <a:schemeClr val="dk1"/>
                          </a:solidFill>
                          <a:effectLst/>
                          <a:latin typeface="+mn-lt"/>
                          <a:ea typeface="+mn-ea"/>
                          <a:cs typeface="+mn-cs"/>
                        </a:rPr>
                        <a:t>Nút “Chỉnh sửa” sẽ bật chế độ chỉnh sửa cho trường </a:t>
                      </a:r>
                      <a:r>
                        <a:rPr lang="vi-VN" sz="1200" b="0" i="0" kern="1200" dirty="0">
                          <a:solidFill>
                            <a:schemeClr val="dk1"/>
                          </a:solidFill>
                          <a:effectLst/>
                          <a:highlight>
                            <a:srgbClr val="FFFF00"/>
                          </a:highlight>
                          <a:latin typeface="+mn-lt"/>
                          <a:ea typeface="+mn-ea"/>
                          <a:cs typeface="+mn-cs"/>
                        </a:rPr>
                        <a:t>ShippingAddress</a:t>
                      </a:r>
                      <a:r>
                        <a:rPr lang="vi-VN" sz="1200" b="0" i="0" kern="1200" dirty="0">
                          <a:solidFill>
                            <a:schemeClr val="dk1"/>
                          </a:solidFill>
                          <a:effectLst/>
                          <a:latin typeface="+mn-lt"/>
                          <a:ea typeface="+mn-ea"/>
                          <a:cs typeface="+mn-cs"/>
                        </a:rPr>
                        <a:t> và hiển thị ô nhập địa chỉ mới.</a:t>
                      </a:r>
                      <a:endParaRPr lang="en-US" sz="1200" b="0" i="0" kern="1200" dirty="0">
                        <a:solidFill>
                          <a:schemeClr val="dk1"/>
                        </a:solidFill>
                        <a:effectLst/>
                        <a:latin typeface="+mn-lt"/>
                        <a:ea typeface="+mn-ea"/>
                        <a:cs typeface="+mn-cs"/>
                      </a:endParaRPr>
                    </a:p>
                    <a:p>
                      <a:pPr lvl="0"/>
                      <a:endParaRPr lang="vi-VN" sz="1200" b="0" i="0" kern="1200" dirty="0">
                        <a:solidFill>
                          <a:schemeClr val="dk1"/>
                        </a:solidFill>
                        <a:effectLst/>
                        <a:latin typeface="+mn-lt"/>
                        <a:ea typeface="+mn-ea"/>
                        <a:cs typeface="+mn-cs"/>
                      </a:endParaRPr>
                    </a:p>
                    <a:p>
                      <a:r>
                        <a:rPr lang="vi-VN" sz="1400" b="1" i="0" kern="1200" dirty="0">
                          <a:solidFill>
                            <a:schemeClr val="dk1"/>
                          </a:solidFill>
                          <a:effectLst/>
                          <a:latin typeface="+mn-lt"/>
                          <a:ea typeface="+mn-ea"/>
                          <a:cs typeface="+mn-cs"/>
                        </a:rPr>
                        <a:t>Thêm ô nhập địa chỉ mới</a:t>
                      </a:r>
                      <a:r>
                        <a:rPr lang="vi-VN" sz="1400" b="0" i="0" kern="1200" dirty="0">
                          <a:solidFill>
                            <a:schemeClr val="dk1"/>
                          </a:solidFill>
                          <a:effectLst/>
                          <a:latin typeface="+mn-lt"/>
                          <a:ea typeface="+mn-ea"/>
                          <a:cs typeface="+mn-cs"/>
                        </a:rPr>
                        <a:t>:</a:t>
                      </a:r>
                    </a:p>
                    <a:p>
                      <a:pPr lvl="0"/>
                      <a:r>
                        <a:rPr lang="vi-VN" sz="1200" b="0" i="0" kern="1200" dirty="0">
                          <a:solidFill>
                            <a:schemeClr val="dk1"/>
                          </a:solidFill>
                          <a:effectLst/>
                          <a:latin typeface="+mn-lt"/>
                          <a:ea typeface="+mn-ea"/>
                          <a:cs typeface="+mn-cs"/>
                        </a:rPr>
                        <a:t>Ô nhập địa chỉ mới (</a:t>
                      </a:r>
                      <a:r>
                        <a:rPr lang="vi-VN" sz="1200" b="0" i="0" kern="1200" dirty="0">
                          <a:solidFill>
                            <a:schemeClr val="dk1"/>
                          </a:solidFill>
                          <a:effectLst/>
                          <a:highlight>
                            <a:srgbClr val="FFFF00"/>
                          </a:highlight>
                          <a:latin typeface="+mn-lt"/>
                          <a:ea typeface="+mn-ea"/>
                          <a:cs typeface="+mn-cs"/>
                        </a:rPr>
                        <a:t>newShippingAddress</a:t>
                      </a:r>
                      <a:r>
                        <a:rPr lang="vi-VN" sz="1200" b="0" i="0" kern="1200" dirty="0">
                          <a:solidFill>
                            <a:schemeClr val="dk1"/>
                          </a:solidFill>
                          <a:effectLst/>
                          <a:latin typeface="+mn-lt"/>
                          <a:ea typeface="+mn-ea"/>
                          <a:cs typeface="+mn-cs"/>
                        </a:rPr>
                        <a:t>) được ẩn mặc định và khi người dùng nhấn nút “</a:t>
                      </a:r>
                      <a:r>
                        <a:rPr lang="vi-VN" sz="1200" b="0" i="0" kern="1200" dirty="0">
                          <a:solidFill>
                            <a:schemeClr val="dk1"/>
                          </a:solidFill>
                          <a:effectLst/>
                          <a:highlight>
                            <a:srgbClr val="FFFF00"/>
                          </a:highlight>
                          <a:latin typeface="+mn-lt"/>
                          <a:ea typeface="+mn-ea"/>
                          <a:cs typeface="+mn-cs"/>
                        </a:rPr>
                        <a:t>Chỉnh sửa</a:t>
                      </a:r>
                      <a:r>
                        <a:rPr lang="vi-VN" sz="1200" b="0" i="0" kern="1200" dirty="0">
                          <a:solidFill>
                            <a:schemeClr val="dk1"/>
                          </a:solidFill>
                          <a:effectLst/>
                          <a:latin typeface="+mn-lt"/>
                          <a:ea typeface="+mn-ea"/>
                          <a:cs typeface="+mn-cs"/>
                        </a:rPr>
                        <a:t>”</a:t>
                      </a:r>
                      <a:r>
                        <a:rPr lang="en-US" sz="1200" b="0" i="0" kern="1200" dirty="0">
                          <a:solidFill>
                            <a:schemeClr val="dk1"/>
                          </a:solidFill>
                          <a:effectLst/>
                          <a:latin typeface="+mn-lt"/>
                          <a:ea typeface="+mn-ea"/>
                          <a:cs typeface="+mn-cs"/>
                        </a:rPr>
                        <a:t>, </a:t>
                      </a:r>
                      <a:r>
                        <a:rPr lang="en-US" sz="1200" b="0" i="0" kern="1200" dirty="0" err="1">
                          <a:solidFill>
                            <a:schemeClr val="dk1"/>
                          </a:solidFill>
                          <a:effectLst/>
                          <a:latin typeface="Arial" panose="020B0604020202020204" pitchFamily="34" charset="0"/>
                          <a:ea typeface="+mn-ea"/>
                          <a:cs typeface="Arial" panose="020B0604020202020204" pitchFamily="34" charset="0"/>
                        </a:rPr>
                        <a:t>hàm</a:t>
                      </a:r>
                      <a:r>
                        <a:rPr lang="en-US" sz="1200" b="0" i="0" kern="1200" dirty="0">
                          <a:solidFill>
                            <a:schemeClr val="dk1"/>
                          </a:solidFill>
                          <a:effectLst/>
                          <a:latin typeface="Arial" panose="020B0604020202020204" pitchFamily="34" charset="0"/>
                          <a:ea typeface="+mn-ea"/>
                          <a:cs typeface="Arial" panose="020B0604020202020204" pitchFamily="34" charset="0"/>
                        </a:rPr>
                        <a:t> </a:t>
                      </a:r>
                      <a:r>
                        <a:rPr lang="en-US" sz="1200" b="0" i="0" kern="1200" dirty="0" err="1">
                          <a:solidFill>
                            <a:schemeClr val="dk1"/>
                          </a:solidFill>
                          <a:effectLst/>
                          <a:highlight>
                            <a:srgbClr val="FFFF00"/>
                          </a:highlight>
                          <a:latin typeface="Arial" panose="020B0604020202020204" pitchFamily="34" charset="0"/>
                          <a:ea typeface="+mn-ea"/>
                          <a:cs typeface="Arial" panose="020B0604020202020204" pitchFamily="34" charset="0"/>
                        </a:rPr>
                        <a:t>enableAddressEdit</a:t>
                      </a:r>
                      <a:r>
                        <a:rPr lang="en-US" sz="1200" b="0" i="0" kern="1200" dirty="0">
                          <a:solidFill>
                            <a:schemeClr val="dk1"/>
                          </a:solidFill>
                          <a:effectLst/>
                          <a:latin typeface="Arial" panose="020B0604020202020204" pitchFamily="34" charset="0"/>
                          <a:ea typeface="+mn-ea"/>
                          <a:cs typeface="Arial" panose="020B0604020202020204" pitchFamily="34" charset="0"/>
                        </a:rPr>
                        <a:t> </a:t>
                      </a:r>
                      <a:r>
                        <a:rPr lang="en-US" sz="1200" b="0" i="0" kern="1200" dirty="0" err="1">
                          <a:solidFill>
                            <a:schemeClr val="dk1"/>
                          </a:solidFill>
                          <a:effectLst/>
                          <a:latin typeface="Arial" panose="020B0604020202020204" pitchFamily="34" charset="0"/>
                          <a:ea typeface="+mn-ea"/>
                          <a:cs typeface="Arial" panose="020B0604020202020204" pitchFamily="34" charset="0"/>
                        </a:rPr>
                        <a:t>sẽ</a:t>
                      </a:r>
                      <a:r>
                        <a:rPr lang="en-US" sz="1200" b="0" i="0" kern="1200" dirty="0">
                          <a:solidFill>
                            <a:schemeClr val="dk1"/>
                          </a:solidFill>
                          <a:effectLst/>
                          <a:latin typeface="Arial" panose="020B0604020202020204" pitchFamily="34" charset="0"/>
                          <a:ea typeface="+mn-ea"/>
                          <a:cs typeface="Arial" panose="020B0604020202020204" pitchFamily="34" charset="0"/>
                        </a:rPr>
                        <a:t> </a:t>
                      </a:r>
                      <a:r>
                        <a:rPr lang="vi-VN" sz="1200" b="0" i="0" kern="1200" dirty="0">
                          <a:solidFill>
                            <a:schemeClr val="dk1"/>
                          </a:solidFill>
                          <a:effectLst/>
                          <a:latin typeface="Arial" panose="020B0604020202020204" pitchFamily="34" charset="0"/>
                          <a:ea typeface="+mn-ea"/>
                          <a:cs typeface="Arial" panose="020B0604020202020204" pitchFamily="34" charset="0"/>
                        </a:rPr>
                        <a:t>hiển thị </a:t>
                      </a:r>
                      <a:r>
                        <a:rPr lang="en-US" sz="1200" b="0" i="0" kern="1200" dirty="0">
                          <a:solidFill>
                            <a:schemeClr val="dk1"/>
                          </a:solidFill>
                          <a:effectLst/>
                          <a:latin typeface="Arial" panose="020B0604020202020204" pitchFamily="34" charset="0"/>
                          <a:ea typeface="+mn-ea"/>
                          <a:cs typeface="Arial" panose="020B0604020202020204" pitchFamily="34" charset="0"/>
                        </a:rPr>
                        <a:t>ô </a:t>
                      </a:r>
                      <a:r>
                        <a:rPr lang="en-US" sz="1200" b="0" i="0" kern="1200" dirty="0" err="1">
                          <a:solidFill>
                            <a:schemeClr val="dk1"/>
                          </a:solidFill>
                          <a:effectLst/>
                          <a:latin typeface="Arial" panose="020B0604020202020204" pitchFamily="34" charset="0"/>
                          <a:ea typeface="+mn-ea"/>
                          <a:cs typeface="Arial" panose="020B0604020202020204" pitchFamily="34" charset="0"/>
                        </a:rPr>
                        <a:t>nhập</a:t>
                      </a:r>
                      <a:r>
                        <a:rPr lang="en-US" sz="1200" b="0" i="0" kern="1200" dirty="0">
                          <a:solidFill>
                            <a:schemeClr val="dk1"/>
                          </a:solidFill>
                          <a:effectLst/>
                          <a:latin typeface="Arial" panose="020B0604020202020204" pitchFamily="34" charset="0"/>
                          <a:ea typeface="+mn-ea"/>
                          <a:cs typeface="Arial" panose="020B0604020202020204" pitchFamily="34" charset="0"/>
                        </a:rPr>
                        <a:t> </a:t>
                      </a:r>
                      <a:r>
                        <a:rPr lang="en-US" sz="1200" b="0" i="0" kern="1200" dirty="0" err="1">
                          <a:solidFill>
                            <a:schemeClr val="dk1"/>
                          </a:solidFill>
                          <a:effectLst/>
                          <a:latin typeface="Arial" panose="020B0604020202020204" pitchFamily="34" charset="0"/>
                          <a:ea typeface="+mn-ea"/>
                          <a:cs typeface="Arial" panose="020B0604020202020204" pitchFamily="34" charset="0"/>
                        </a:rPr>
                        <a:t>địa</a:t>
                      </a:r>
                      <a:r>
                        <a:rPr lang="en-US" sz="1200" b="0" i="0" kern="1200" dirty="0">
                          <a:solidFill>
                            <a:schemeClr val="dk1"/>
                          </a:solidFill>
                          <a:effectLst/>
                          <a:latin typeface="Arial" panose="020B0604020202020204" pitchFamily="34" charset="0"/>
                          <a:ea typeface="+mn-ea"/>
                          <a:cs typeface="Arial" panose="020B0604020202020204" pitchFamily="34" charset="0"/>
                        </a:rPr>
                        <a:t> </a:t>
                      </a:r>
                      <a:r>
                        <a:rPr lang="en-US" sz="1200" b="0" i="0" kern="1200" dirty="0" err="1">
                          <a:solidFill>
                            <a:schemeClr val="dk1"/>
                          </a:solidFill>
                          <a:effectLst/>
                          <a:latin typeface="Arial" panose="020B0604020202020204" pitchFamily="34" charset="0"/>
                          <a:ea typeface="+mn-ea"/>
                          <a:cs typeface="Arial" panose="020B0604020202020204" pitchFamily="34" charset="0"/>
                        </a:rPr>
                        <a:t>chỉ</a:t>
                      </a:r>
                      <a:r>
                        <a:rPr lang="en-US" sz="1200" b="0" i="0" kern="1200" dirty="0">
                          <a:solidFill>
                            <a:schemeClr val="dk1"/>
                          </a:solidFill>
                          <a:effectLst/>
                          <a:latin typeface="Arial" panose="020B0604020202020204" pitchFamily="34" charset="0"/>
                          <a:ea typeface="+mn-ea"/>
                          <a:cs typeface="Arial" panose="020B0604020202020204" pitchFamily="34" charset="0"/>
                        </a:rPr>
                        <a:t> </a:t>
                      </a:r>
                      <a:r>
                        <a:rPr lang="en-US" sz="1200" b="0" i="0" kern="1200" dirty="0" err="1">
                          <a:solidFill>
                            <a:schemeClr val="dk1"/>
                          </a:solidFill>
                          <a:effectLst/>
                          <a:latin typeface="Arial" panose="020B0604020202020204" pitchFamily="34" charset="0"/>
                          <a:ea typeface="+mn-ea"/>
                          <a:cs typeface="Arial" panose="020B0604020202020204" pitchFamily="34" charset="0"/>
                        </a:rPr>
                        <a:t>mới</a:t>
                      </a:r>
                      <a:r>
                        <a:rPr lang="vi-VN" sz="1200" b="0" i="0" kern="1200" dirty="0">
                          <a:solidFill>
                            <a:schemeClr val="dk1"/>
                          </a:solidFill>
                          <a:effectLst/>
                          <a:latin typeface="Arial" panose="020B0604020202020204" pitchFamily="34" charset="0"/>
                          <a:ea typeface="+mn-ea"/>
                          <a:cs typeface="Arial" panose="020B0604020202020204" pitchFamily="34" charset="0"/>
                        </a:rPr>
                        <a:t>.</a:t>
                      </a:r>
                      <a:endParaRPr lang="en-US" sz="1200" b="0" i="0" kern="1200" dirty="0">
                        <a:solidFill>
                          <a:schemeClr val="dk1"/>
                        </a:solidFill>
                        <a:effectLst/>
                        <a:latin typeface="Arial" panose="020B0604020202020204" pitchFamily="34" charset="0"/>
                        <a:ea typeface="+mn-ea"/>
                        <a:cs typeface="Arial" panose="020B0604020202020204" pitchFamily="34" charset="0"/>
                      </a:endParaRPr>
                    </a:p>
                    <a:p>
                      <a:pPr lvl="0"/>
                      <a:endParaRPr lang="vi-VN" sz="1200" b="0" i="0" kern="1200" dirty="0">
                        <a:solidFill>
                          <a:schemeClr val="dk1"/>
                        </a:solidFill>
                        <a:effectLst/>
                        <a:latin typeface="+mn-lt"/>
                        <a:ea typeface="+mn-ea"/>
                        <a:cs typeface="+mn-cs"/>
                      </a:endParaRPr>
                    </a:p>
                    <a:p>
                      <a:r>
                        <a:rPr lang="vi-VN" sz="1400" b="1" i="0" kern="1200" dirty="0">
                          <a:solidFill>
                            <a:schemeClr val="dk1"/>
                          </a:solidFill>
                          <a:effectLst/>
                          <a:latin typeface="+mn-lt"/>
                          <a:ea typeface="+mn-ea"/>
                          <a:cs typeface="+mn-cs"/>
                        </a:rPr>
                        <a:t>Cập nhật địa chỉ giao hàng</a:t>
                      </a:r>
                      <a:r>
                        <a:rPr lang="vi-VN" sz="1400" b="0" i="0" kern="1200" dirty="0">
                          <a:solidFill>
                            <a:schemeClr val="dk1"/>
                          </a:solidFill>
                          <a:effectLst/>
                          <a:latin typeface="+mn-lt"/>
                          <a:ea typeface="+mn-ea"/>
                          <a:cs typeface="+mn-cs"/>
                        </a:rPr>
                        <a:t>:</a:t>
                      </a:r>
                    </a:p>
                    <a:p>
                      <a:pPr lvl="0"/>
                      <a:r>
                        <a:rPr lang="vi-VN" sz="1200" b="0" i="0" kern="1200" dirty="0">
                          <a:solidFill>
                            <a:schemeClr val="dk1"/>
                          </a:solidFill>
                          <a:effectLst/>
                          <a:latin typeface="+mn-lt"/>
                          <a:ea typeface="+mn-ea"/>
                          <a:cs typeface="+mn-cs"/>
                        </a:rPr>
                        <a:t>Khi người dùng nhấn nút “</a:t>
                      </a:r>
                      <a:r>
                        <a:rPr lang="vi-VN" sz="1200" b="0" i="0" kern="1200" dirty="0">
                          <a:solidFill>
                            <a:schemeClr val="dk1"/>
                          </a:solidFill>
                          <a:effectLst/>
                          <a:highlight>
                            <a:srgbClr val="FFFF00"/>
                          </a:highlight>
                          <a:latin typeface="+mn-lt"/>
                          <a:ea typeface="+mn-ea"/>
                          <a:cs typeface="+mn-cs"/>
                        </a:rPr>
                        <a:t>Đặt hàng</a:t>
                      </a:r>
                      <a:r>
                        <a:rPr lang="vi-VN" sz="1200" b="0" i="0" kern="1200" dirty="0">
                          <a:solidFill>
                            <a:schemeClr val="dk1"/>
                          </a:solidFill>
                          <a:effectLst/>
                          <a:latin typeface="+mn-lt"/>
                          <a:ea typeface="+mn-ea"/>
                          <a:cs typeface="+mn-cs"/>
                        </a:rPr>
                        <a:t>”, hàm </a:t>
                      </a:r>
                      <a:r>
                        <a:rPr lang="vi-VN" sz="1200" b="0" i="0" kern="1200" dirty="0">
                          <a:solidFill>
                            <a:schemeClr val="dk1"/>
                          </a:solidFill>
                          <a:effectLst/>
                          <a:highlight>
                            <a:srgbClr val="FFFF00"/>
                          </a:highlight>
                          <a:latin typeface="+mn-lt"/>
                          <a:ea typeface="+mn-ea"/>
                          <a:cs typeface="+mn-cs"/>
                        </a:rPr>
                        <a:t>updateShippingAddress</a:t>
                      </a:r>
                      <a:r>
                        <a:rPr lang="vi-VN" sz="1200" b="0" i="0" kern="1200" dirty="0">
                          <a:solidFill>
                            <a:schemeClr val="dk1"/>
                          </a:solidFill>
                          <a:effectLst/>
                          <a:latin typeface="+mn-lt"/>
                          <a:ea typeface="+mn-ea"/>
                          <a:cs typeface="+mn-cs"/>
                        </a:rPr>
                        <a:t> sẽ kiểm tra xem người dùng có nhập địa chỉ mới không. Nếu có, giá trị mới sẽ được gán vào</a:t>
                      </a:r>
                      <a:r>
                        <a:rPr lang="en-US" sz="1200" b="0" i="0" kern="1200" dirty="0">
                          <a:solidFill>
                            <a:schemeClr val="dk1"/>
                          </a:solidFill>
                          <a:effectLst/>
                          <a:latin typeface="+mn-lt"/>
                          <a:ea typeface="+mn-ea"/>
                          <a:cs typeface="+mn-cs"/>
                        </a:rPr>
                        <a:t> </a:t>
                      </a:r>
                      <a:r>
                        <a:rPr lang="vi-VN" sz="1200" b="0" i="0" kern="1200" dirty="0">
                          <a:solidFill>
                            <a:schemeClr val="dk1"/>
                          </a:solidFill>
                          <a:effectLst/>
                          <a:latin typeface="+mn-lt"/>
                          <a:ea typeface="+mn-ea"/>
                          <a:cs typeface="+mn-cs"/>
                        </a:rPr>
                        <a:t>trường </a:t>
                      </a:r>
                      <a:r>
                        <a:rPr lang="vi-VN" sz="1200" b="0" i="0" kern="1200" dirty="0">
                          <a:solidFill>
                            <a:schemeClr val="dk1"/>
                          </a:solidFill>
                          <a:effectLst/>
                          <a:highlight>
                            <a:srgbClr val="FFFF00"/>
                          </a:highlight>
                          <a:latin typeface="+mn-lt"/>
                          <a:ea typeface="+mn-ea"/>
                          <a:cs typeface="+mn-cs"/>
                        </a:rPr>
                        <a:t>ShippingAddress</a:t>
                      </a:r>
                      <a:r>
                        <a:rPr lang="vi-VN" sz="1200" b="0" i="0" kern="1200" dirty="0">
                          <a:solidFill>
                            <a:schemeClr val="dk1"/>
                          </a:solidFill>
                          <a:effectLst/>
                          <a:latin typeface="+mn-lt"/>
                          <a:ea typeface="+mn-ea"/>
                          <a:cs typeface="+mn-cs"/>
                        </a:rPr>
                        <a:t>.</a:t>
                      </a:r>
                    </a:p>
                  </a:txBody>
                  <a:tcPr/>
                </a:tc>
                <a:extLst>
                  <a:ext uri="{0D108BD9-81ED-4DB2-BD59-A6C34878D82A}">
                    <a16:rowId xmlns:a16="http://schemas.microsoft.com/office/drawing/2014/main" val="395742809"/>
                  </a:ext>
                </a:extLst>
              </a:tr>
            </a:tbl>
          </a:graphicData>
        </a:graphic>
      </p:graphicFrame>
      <p:pic>
        <p:nvPicPr>
          <p:cNvPr id="6" name="Picture 5">
            <a:extLst>
              <a:ext uri="{FF2B5EF4-FFF2-40B4-BE49-F238E27FC236}">
                <a16:creationId xmlns:a16="http://schemas.microsoft.com/office/drawing/2014/main" id="{8EBF0819-EF73-EA7F-64F3-2AFCFAA58EA9}"/>
              </a:ext>
            </a:extLst>
          </p:cNvPr>
          <p:cNvPicPr>
            <a:picLocks noChangeAspect="1"/>
          </p:cNvPicPr>
          <p:nvPr/>
        </p:nvPicPr>
        <p:blipFill>
          <a:blip r:embed="rId3"/>
          <a:stretch>
            <a:fillRect/>
          </a:stretch>
        </p:blipFill>
        <p:spPr>
          <a:xfrm>
            <a:off x="2817812" y="990600"/>
            <a:ext cx="4648201" cy="5791200"/>
          </a:xfrm>
          <a:prstGeom prst="rect">
            <a:avLst/>
          </a:prstGeom>
        </p:spPr>
      </p:pic>
      <p:pic>
        <p:nvPicPr>
          <p:cNvPr id="8" name="Picture 7">
            <a:extLst>
              <a:ext uri="{FF2B5EF4-FFF2-40B4-BE49-F238E27FC236}">
                <a16:creationId xmlns:a16="http://schemas.microsoft.com/office/drawing/2014/main" id="{35C639FD-FEB2-37B4-FE7C-DC9241B4B9A6}"/>
              </a:ext>
            </a:extLst>
          </p:cNvPr>
          <p:cNvPicPr>
            <a:picLocks noChangeAspect="1"/>
          </p:cNvPicPr>
          <p:nvPr/>
        </p:nvPicPr>
        <p:blipFill>
          <a:blip r:embed="rId4"/>
          <a:stretch>
            <a:fillRect/>
          </a:stretch>
        </p:blipFill>
        <p:spPr>
          <a:xfrm>
            <a:off x="7542212" y="990600"/>
            <a:ext cx="4571999" cy="5791200"/>
          </a:xfrm>
          <a:prstGeom prst="rect">
            <a:avLst/>
          </a:prstGeom>
        </p:spPr>
      </p:pic>
    </p:spTree>
    <p:extLst>
      <p:ext uri="{BB962C8B-B14F-4D97-AF65-F5344CB8AC3E}">
        <p14:creationId xmlns:p14="http://schemas.microsoft.com/office/powerpoint/2010/main" val="93906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DB6F-8BF0-7C7A-579E-BD75390FE188}"/>
              </a:ext>
            </a:extLst>
          </p:cNvPr>
          <p:cNvSpPr>
            <a:spLocks noGrp="1"/>
          </p:cNvSpPr>
          <p:nvPr>
            <p:ph type="title"/>
          </p:nvPr>
        </p:nvSpPr>
        <p:spPr>
          <a:xfrm>
            <a:off x="74612" y="120650"/>
            <a:ext cx="11963400" cy="844551"/>
          </a:xfrm>
        </p:spPr>
        <p:txBody>
          <a:bodyPr>
            <a:noAutofit/>
          </a:bodyPr>
          <a:lstStyle/>
          <a:p>
            <a:r>
              <a:rPr lang="en-US" sz="3600" dirty="0"/>
              <a:t>4.2 Trang </a:t>
            </a:r>
            <a:r>
              <a:rPr lang="en-US" sz="3600" dirty="0" err="1"/>
              <a:t>Xác</a:t>
            </a:r>
            <a:r>
              <a:rPr lang="en-US" sz="3600" dirty="0"/>
              <a:t> </a:t>
            </a:r>
            <a:r>
              <a:rPr lang="en-US" sz="3600" dirty="0" err="1"/>
              <a:t>nhận</a:t>
            </a:r>
            <a:r>
              <a:rPr lang="en-US" sz="3600" dirty="0"/>
              <a:t> </a:t>
            </a:r>
            <a:r>
              <a:rPr lang="en-US" sz="3600" dirty="0" err="1"/>
              <a:t>đơn</a:t>
            </a:r>
            <a:r>
              <a:rPr lang="en-US" sz="3600" dirty="0"/>
              <a:t> </a:t>
            </a:r>
            <a:r>
              <a:rPr lang="en-US" sz="3600" dirty="0" err="1"/>
              <a:t>hàng</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F4AE58C5-4E9D-B586-5CAF-A506417545CE}"/>
              </a:ext>
            </a:extLst>
          </p:cNvPr>
          <p:cNvGraphicFramePr>
            <a:graphicFrameLocks noGrp="1"/>
          </p:cNvGraphicFramePr>
          <p:nvPr>
            <p:ph idx="1"/>
            <p:extLst>
              <p:ext uri="{D42A27DB-BD31-4B8C-83A1-F6EECF244321}">
                <p14:modId xmlns:p14="http://schemas.microsoft.com/office/powerpoint/2010/main" val="323069733"/>
              </p:ext>
            </p:extLst>
          </p:nvPr>
        </p:nvGraphicFramePr>
        <p:xfrm>
          <a:off x="150812" y="2275967"/>
          <a:ext cx="3962399" cy="2306066"/>
        </p:xfrm>
        <a:graphic>
          <a:graphicData uri="http://schemas.openxmlformats.org/drawingml/2006/table">
            <a:tbl>
              <a:tblPr firstRow="1" bandRow="1">
                <a:tableStyleId>{073A0DAA-6AF3-43AB-8588-CEC1D06C72B9}</a:tableStyleId>
              </a:tblPr>
              <a:tblGrid>
                <a:gridCol w="3962399">
                  <a:extLst>
                    <a:ext uri="{9D8B030D-6E8A-4147-A177-3AD203B41FA5}">
                      <a16:colId xmlns:a16="http://schemas.microsoft.com/office/drawing/2014/main" val="3776698516"/>
                    </a:ext>
                  </a:extLst>
                </a:gridCol>
              </a:tblGrid>
              <a:tr h="542460">
                <a:tc>
                  <a:txBody>
                    <a:bodyPr/>
                    <a:lstStyle/>
                    <a:p>
                      <a:r>
                        <a:rPr lang="en-US" dirty="0"/>
                        <a:t>Controller: </a:t>
                      </a:r>
                      <a:r>
                        <a:rPr lang="en-US" dirty="0" err="1"/>
                        <a:t>OrderController</a:t>
                      </a:r>
                      <a:endParaRPr lang="en-US" dirty="0"/>
                    </a:p>
                  </a:txBody>
                  <a:tcPr/>
                </a:tc>
                <a:extLst>
                  <a:ext uri="{0D108BD9-81ED-4DB2-BD59-A6C34878D82A}">
                    <a16:rowId xmlns:a16="http://schemas.microsoft.com/office/drawing/2014/main" val="2981023087"/>
                  </a:ext>
                </a:extLst>
              </a:tr>
              <a:tr h="1763606">
                <a:tc>
                  <a:txBody>
                    <a:bodyPr/>
                    <a:lstStyle/>
                    <a:p>
                      <a:pPr marL="0" indent="0">
                        <a:buFont typeface="Arial" panose="020B0604020202020204" pitchFamily="34" charset="0"/>
                        <a:buNone/>
                      </a:pPr>
                      <a:r>
                        <a:rPr lang="en-US" sz="1600" b="0" i="0" kern="1200" dirty="0">
                          <a:solidFill>
                            <a:schemeClr val="dk1"/>
                          </a:solidFill>
                          <a:effectLst/>
                          <a:latin typeface="+mn-lt"/>
                          <a:ea typeface="+mn-ea"/>
                          <a:cs typeface="+mn-cs"/>
                        </a:rPr>
                        <a:t>A</a:t>
                      </a:r>
                      <a:r>
                        <a:rPr lang="vi-VN" sz="1600" b="0" i="0" kern="1200" dirty="0">
                          <a:solidFill>
                            <a:schemeClr val="dk1"/>
                          </a:solidFill>
                          <a:effectLst/>
                          <a:latin typeface="+mn-lt"/>
                          <a:ea typeface="+mn-ea"/>
                          <a:cs typeface="+mn-cs"/>
                        </a:rPr>
                        <a:t>ction </a:t>
                      </a:r>
                      <a:r>
                        <a:rPr lang="vi-VN" sz="1600" b="0" i="0" kern="1200" dirty="0">
                          <a:solidFill>
                            <a:schemeClr val="dk1"/>
                          </a:solidFill>
                          <a:effectLst/>
                          <a:highlight>
                            <a:srgbClr val="FFFF00"/>
                          </a:highlight>
                          <a:latin typeface="+mn-lt"/>
                          <a:ea typeface="+mn-ea"/>
                          <a:cs typeface="+mn-cs"/>
                        </a:rPr>
                        <a:t>OrderSuccess</a:t>
                      </a:r>
                      <a:r>
                        <a:rPr lang="en-US" sz="1600" b="0" i="0" kern="1200" dirty="0">
                          <a:solidFill>
                            <a:schemeClr val="dk1"/>
                          </a:solidFill>
                          <a:effectLst/>
                          <a:latin typeface="+mn-lt"/>
                          <a:ea typeface="+mn-ea"/>
                          <a:cs typeface="+mn-cs"/>
                        </a:rPr>
                        <a:t>:</a:t>
                      </a:r>
                      <a:r>
                        <a:rPr lang="vi-VN" sz="1600" b="0" i="0" kern="1200" dirty="0">
                          <a:solidFill>
                            <a:schemeClr val="dk1"/>
                          </a:solidFill>
                          <a:effectLst/>
                          <a:latin typeface="+mn-lt"/>
                          <a:ea typeface="+mn-ea"/>
                          <a:cs typeface="+mn-cs"/>
                        </a:rPr>
                        <a:t> </a:t>
                      </a:r>
                      <a:endParaRPr lang="en-US" sz="1600" b="0" i="0" kern="1200" dirty="0">
                        <a:solidFill>
                          <a:schemeClr val="dk1"/>
                        </a:solidFill>
                        <a:effectLst/>
                        <a:latin typeface="+mn-lt"/>
                        <a:ea typeface="+mn-ea"/>
                        <a:cs typeface="+mn-cs"/>
                      </a:endParaRPr>
                    </a:p>
                    <a:p>
                      <a:pPr marL="285750" lvl="0" indent="-285750">
                        <a:buFont typeface="Arial" panose="020B0604020202020204" pitchFamily="34" charset="0"/>
                        <a:buChar char="•"/>
                      </a:pPr>
                      <a:r>
                        <a:rPr lang="vi-VN" sz="1400" b="0" i="0" kern="1200" dirty="0">
                          <a:solidFill>
                            <a:schemeClr val="dk1"/>
                          </a:solidFill>
                          <a:effectLst/>
                          <a:latin typeface="+mn-lt"/>
                          <a:ea typeface="+mn-ea"/>
                          <a:cs typeface="+mn-cs"/>
                        </a:rPr>
                        <a:t>lấy thông tin đơn hàng từ cơ sở dữ liệu dựa trên OrderID.</a:t>
                      </a:r>
                      <a:r>
                        <a:rPr lang="en-US" sz="1400" b="0" i="0" kern="1200" dirty="0">
                          <a:solidFill>
                            <a:schemeClr val="dk1"/>
                          </a:solidFill>
                          <a:effectLst/>
                          <a:latin typeface="+mn-lt"/>
                          <a:ea typeface="+mn-ea"/>
                          <a:cs typeface="+mn-cs"/>
                        </a:rPr>
                        <a:t> </a:t>
                      </a:r>
                    </a:p>
                    <a:p>
                      <a:pPr marL="285750" lvl="0" indent="-285750">
                        <a:buFont typeface="Arial" panose="020B0604020202020204" pitchFamily="34" charset="0"/>
                        <a:buChar char="•"/>
                      </a:pPr>
                      <a:r>
                        <a:rPr lang="vi-VN" sz="1400" b="0" i="0" kern="1200" dirty="0">
                          <a:solidFill>
                            <a:schemeClr val="dk1"/>
                          </a:solidFill>
                          <a:effectLst/>
                          <a:latin typeface="+mn-lt"/>
                          <a:ea typeface="+mn-ea"/>
                          <a:cs typeface="+mn-cs"/>
                        </a:rPr>
                        <a:t>Sử</a:t>
                      </a:r>
                      <a:r>
                        <a:rPr lang="en-US" sz="1400" b="0" i="0" kern="1200" dirty="0">
                          <a:solidFill>
                            <a:schemeClr val="dk1"/>
                          </a:solidFill>
                          <a:effectLst/>
                          <a:latin typeface="+mn-lt"/>
                          <a:ea typeface="+mn-ea"/>
                          <a:cs typeface="+mn-cs"/>
                        </a:rPr>
                        <a:t> </a:t>
                      </a:r>
                      <a:r>
                        <a:rPr lang="vi-VN" sz="1400" b="0" i="0" kern="1200" dirty="0">
                          <a:solidFill>
                            <a:schemeClr val="dk1"/>
                          </a:solidFill>
                          <a:effectLst/>
                          <a:latin typeface="+mn-lt"/>
                          <a:ea typeface="+mn-ea"/>
                          <a:cs typeface="+mn-cs"/>
                        </a:rPr>
                        <a:t>dụng Include("OrderDetails") để lấy cả thông tin chi tiết đơn hàng.</a:t>
                      </a: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512CF4C2-47C4-1EC2-45D9-CF4D7773DC84}"/>
              </a:ext>
            </a:extLst>
          </p:cNvPr>
          <p:cNvPicPr>
            <a:picLocks noChangeAspect="1"/>
          </p:cNvPicPr>
          <p:nvPr/>
        </p:nvPicPr>
        <p:blipFill>
          <a:blip r:embed="rId2"/>
          <a:stretch>
            <a:fillRect/>
          </a:stretch>
        </p:blipFill>
        <p:spPr>
          <a:xfrm>
            <a:off x="4267199" y="2275967"/>
            <a:ext cx="7770813" cy="2306066"/>
          </a:xfrm>
          <a:prstGeom prst="rect">
            <a:avLst/>
          </a:prstGeom>
        </p:spPr>
      </p:pic>
    </p:spTree>
    <p:extLst>
      <p:ext uri="{BB962C8B-B14F-4D97-AF65-F5344CB8AC3E}">
        <p14:creationId xmlns:p14="http://schemas.microsoft.com/office/powerpoint/2010/main" val="3499228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4FECC-8C5D-A0CD-7EA9-D542E0946D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29669-9B4E-08C9-C9A6-612AEDD618F3}"/>
              </a:ext>
            </a:extLst>
          </p:cNvPr>
          <p:cNvSpPr>
            <a:spLocks noGrp="1"/>
          </p:cNvSpPr>
          <p:nvPr>
            <p:ph type="title"/>
          </p:nvPr>
        </p:nvSpPr>
        <p:spPr>
          <a:xfrm>
            <a:off x="150812" y="152400"/>
            <a:ext cx="5562600" cy="838201"/>
          </a:xfrm>
        </p:spPr>
        <p:txBody>
          <a:bodyPr>
            <a:noAutofit/>
          </a:bodyPr>
          <a:lstStyle/>
          <a:p>
            <a:r>
              <a:rPr lang="en-US" sz="3600" dirty="0"/>
              <a:t>4.2 Trang </a:t>
            </a:r>
            <a:r>
              <a:rPr lang="en-US" sz="3600" dirty="0" err="1"/>
              <a:t>Xác</a:t>
            </a:r>
            <a:r>
              <a:rPr lang="en-US" sz="3600" dirty="0"/>
              <a:t> </a:t>
            </a:r>
            <a:r>
              <a:rPr lang="en-US" sz="3600" dirty="0" err="1"/>
              <a:t>nhận</a:t>
            </a:r>
            <a:r>
              <a:rPr lang="en-US" sz="3600" dirty="0"/>
              <a:t> </a:t>
            </a:r>
            <a:r>
              <a:rPr lang="en-US" sz="3600" dirty="0" err="1"/>
              <a:t>đơn</a:t>
            </a:r>
            <a:r>
              <a:rPr lang="en-US" sz="3600" dirty="0"/>
              <a:t> </a:t>
            </a:r>
            <a:r>
              <a:rPr lang="en-US" sz="3600" dirty="0" err="1"/>
              <a:t>hàng</a:t>
            </a:r>
            <a:br>
              <a:rPr lang="en-US" sz="3600" dirty="0"/>
            </a:br>
            <a:r>
              <a:rPr lang="en-US" sz="2400" dirty="0"/>
              <a:t>View</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9130CF39-02DB-1DD0-D22C-90EFA8F8C48B}"/>
              </a:ext>
            </a:extLst>
          </p:cNvPr>
          <p:cNvGraphicFramePr>
            <a:graphicFrameLocks noGrp="1"/>
          </p:cNvGraphicFramePr>
          <p:nvPr>
            <p:ph idx="1"/>
            <p:extLst>
              <p:ext uri="{D42A27DB-BD31-4B8C-83A1-F6EECF244321}">
                <p14:modId xmlns:p14="http://schemas.microsoft.com/office/powerpoint/2010/main" val="2730245291"/>
              </p:ext>
            </p:extLst>
          </p:nvPr>
        </p:nvGraphicFramePr>
        <p:xfrm>
          <a:off x="227012" y="1524000"/>
          <a:ext cx="5257800" cy="5036167"/>
        </p:xfrm>
        <a:graphic>
          <a:graphicData uri="http://schemas.openxmlformats.org/drawingml/2006/table">
            <a:tbl>
              <a:tblPr firstRow="1" bandRow="1">
                <a:tableStyleId>{073A0DAA-6AF3-43AB-8588-CEC1D06C72B9}</a:tableStyleId>
              </a:tblPr>
              <a:tblGrid>
                <a:gridCol w="5257800">
                  <a:extLst>
                    <a:ext uri="{9D8B030D-6E8A-4147-A177-3AD203B41FA5}">
                      <a16:colId xmlns:a16="http://schemas.microsoft.com/office/drawing/2014/main" val="3746387964"/>
                    </a:ext>
                  </a:extLst>
                </a:gridCol>
              </a:tblGrid>
              <a:tr h="609600">
                <a:tc>
                  <a:txBody>
                    <a:bodyPr/>
                    <a:lstStyle/>
                    <a:p>
                      <a:r>
                        <a:rPr lang="en-US" dirty="0"/>
                        <a:t>View: </a:t>
                      </a:r>
                      <a:r>
                        <a:rPr lang="en-US" dirty="0" err="1"/>
                        <a:t>OrderSuccess.cshtml</a:t>
                      </a:r>
                      <a:endParaRPr lang="en-US" dirty="0"/>
                    </a:p>
                  </a:txBody>
                  <a:tcPr/>
                </a:tc>
                <a:extLst>
                  <a:ext uri="{0D108BD9-81ED-4DB2-BD59-A6C34878D82A}">
                    <a16:rowId xmlns:a16="http://schemas.microsoft.com/office/drawing/2014/main" val="2981023087"/>
                  </a:ext>
                </a:extLst>
              </a:tr>
              <a:tr h="4426567">
                <a:tc>
                  <a:txBody>
                    <a:bodyPr/>
                    <a:lstStyle/>
                    <a:p>
                      <a:pPr marL="0" indent="0">
                        <a:buFont typeface="Arial" panose="020B0604020202020204" pitchFamily="34" charset="0"/>
                        <a:buNone/>
                      </a:pPr>
                      <a:r>
                        <a:rPr lang="en-US" sz="1600" b="0" i="0" kern="1200" dirty="0">
                          <a:solidFill>
                            <a:schemeClr val="dk1"/>
                          </a:solidFill>
                          <a:effectLst/>
                          <a:latin typeface="+mn-lt"/>
                          <a:ea typeface="+mn-ea"/>
                          <a:cs typeface="+mn-cs"/>
                        </a:rPr>
                        <a:t>T</a:t>
                      </a:r>
                      <a:r>
                        <a:rPr lang="vi-VN" sz="1600" b="0" i="0" kern="1200" dirty="0">
                          <a:solidFill>
                            <a:schemeClr val="dk1"/>
                          </a:solidFill>
                          <a:effectLst/>
                          <a:latin typeface="+mn-lt"/>
                          <a:ea typeface="+mn-ea"/>
                          <a:cs typeface="+mn-cs"/>
                        </a:rPr>
                        <a:t>rang </a:t>
                      </a:r>
                      <a:r>
                        <a:rPr lang="vi-VN" sz="1600" dirty="0">
                          <a:highlight>
                            <a:srgbClr val="FFFF00"/>
                          </a:highlight>
                        </a:rPr>
                        <a:t>OrderSuccess</a:t>
                      </a:r>
                      <a:r>
                        <a:rPr lang="vi-VN" sz="1600" b="0" i="0" kern="1200" dirty="0">
                          <a:solidFill>
                            <a:schemeClr val="dk1"/>
                          </a:solidFill>
                          <a:effectLst/>
                          <a:highlight>
                            <a:srgbClr val="FFFF00"/>
                          </a:highlight>
                          <a:latin typeface="+mn-lt"/>
                          <a:ea typeface="+mn-ea"/>
                          <a:cs typeface="+mn-cs"/>
                        </a:rPr>
                        <a:t> </a:t>
                      </a:r>
                      <a:r>
                        <a:rPr lang="vi-VN" sz="1600" b="0" i="0" kern="1200" dirty="0">
                          <a:solidFill>
                            <a:schemeClr val="dk1"/>
                          </a:solidFill>
                          <a:effectLst/>
                          <a:latin typeface="+mn-lt"/>
                          <a:ea typeface="+mn-ea"/>
                          <a:cs typeface="+mn-cs"/>
                        </a:rPr>
                        <a:t>sẽ hiển thị lại thông tin chi tiết của đơn hàng đã đặt. </a:t>
                      </a:r>
                      <a:endParaRPr lang="en-US" sz="1600" b="0" i="0" kern="1200" dirty="0">
                        <a:solidFill>
                          <a:schemeClr val="dk1"/>
                        </a:solidFill>
                        <a:effectLst/>
                        <a:latin typeface="+mn-lt"/>
                        <a:ea typeface="+mn-ea"/>
                        <a:cs typeface="+mn-cs"/>
                      </a:endParaRPr>
                    </a:p>
                    <a:p>
                      <a:pPr marL="285750" indent="-285750">
                        <a:buFont typeface="Arial" panose="020B0604020202020204" pitchFamily="34" charset="0"/>
                        <a:buChar char="•"/>
                      </a:pPr>
                      <a:r>
                        <a:rPr lang="vi-VN" sz="1400" b="0" i="0" kern="1200" dirty="0">
                          <a:solidFill>
                            <a:schemeClr val="dk1"/>
                          </a:solidFill>
                          <a:effectLst/>
                          <a:highlight>
                            <a:srgbClr val="FFFF00"/>
                          </a:highlight>
                          <a:latin typeface="+mn-lt"/>
                          <a:ea typeface="+mn-ea"/>
                          <a:cs typeface="+mn-cs"/>
                        </a:rPr>
                        <a:t>Hiển thị thông tin đơn hàng</a:t>
                      </a:r>
                      <a:r>
                        <a:rPr lang="en-US" sz="1400" b="0" i="0" kern="1200" dirty="0">
                          <a:solidFill>
                            <a:schemeClr val="dk1"/>
                          </a:solidFill>
                          <a:effectLst/>
                          <a:latin typeface="+mn-lt"/>
                          <a:ea typeface="+mn-ea"/>
                          <a:cs typeface="+mn-cs"/>
                        </a:rPr>
                        <a:t>:</a:t>
                      </a:r>
                      <a:r>
                        <a:rPr lang="vi-VN" sz="1400" b="0" i="0" kern="1200" dirty="0">
                          <a:solidFill>
                            <a:schemeClr val="dk1"/>
                          </a:solidFill>
                          <a:effectLst/>
                          <a:latin typeface="+mn-lt"/>
                          <a:ea typeface="+mn-ea"/>
                          <a:cs typeface="+mn-cs"/>
                        </a:rPr>
                        <a:t> bao gồm mã đơn hàng, ngày đặt hàng, tổng số tiền, trạng thái thanh toán, phương thức thanh toán, phương thức giao hàng và địa chỉ giao hàng.</a:t>
                      </a:r>
                    </a:p>
                    <a:p>
                      <a:pPr marL="285750" indent="-285750">
                        <a:buFont typeface="Arial" panose="020B0604020202020204" pitchFamily="34" charset="0"/>
                        <a:buChar char="•"/>
                      </a:pPr>
                      <a:r>
                        <a:rPr lang="vi-VN" sz="1400" b="0" i="0" kern="1200" dirty="0">
                          <a:solidFill>
                            <a:schemeClr val="dk1"/>
                          </a:solidFill>
                          <a:effectLst/>
                          <a:highlight>
                            <a:srgbClr val="FFFF00"/>
                          </a:highlight>
                          <a:latin typeface="+mn-lt"/>
                          <a:ea typeface="+mn-ea"/>
                          <a:cs typeface="+mn-cs"/>
                        </a:rPr>
                        <a:t>Hiển thị chi tiết đơn hàng</a:t>
                      </a:r>
                      <a:r>
                        <a:rPr lang="en-US" sz="1400" b="0" i="0" kern="1200" dirty="0">
                          <a:solidFill>
                            <a:schemeClr val="dk1"/>
                          </a:solidFill>
                          <a:effectLst/>
                          <a:latin typeface="+mn-lt"/>
                          <a:ea typeface="+mn-ea"/>
                          <a:cs typeface="+mn-cs"/>
                        </a:rPr>
                        <a:t>:</a:t>
                      </a:r>
                      <a:r>
                        <a:rPr lang="vi-VN" sz="1400" b="0" i="0" kern="1200" dirty="0">
                          <a:solidFill>
                            <a:schemeClr val="dk1"/>
                          </a:solidFill>
                          <a:effectLst/>
                          <a:latin typeface="+mn-lt"/>
                          <a:ea typeface="+mn-ea"/>
                          <a:cs typeface="+mn-cs"/>
                        </a:rPr>
                        <a:t> bao gồm tên sản phẩm, số lượng, đơn giá và tổng giá.</a:t>
                      </a: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6EED2A96-C2F8-85AB-B873-31DD67407784}"/>
              </a:ext>
            </a:extLst>
          </p:cNvPr>
          <p:cNvPicPr>
            <a:picLocks noChangeAspect="1"/>
          </p:cNvPicPr>
          <p:nvPr/>
        </p:nvPicPr>
        <p:blipFill>
          <a:blip r:embed="rId2"/>
          <a:stretch>
            <a:fillRect/>
          </a:stretch>
        </p:blipFill>
        <p:spPr>
          <a:xfrm>
            <a:off x="5780101" y="76200"/>
            <a:ext cx="6334111" cy="6705600"/>
          </a:xfrm>
          <a:prstGeom prst="rect">
            <a:avLst/>
          </a:prstGeom>
        </p:spPr>
      </p:pic>
    </p:spTree>
    <p:extLst>
      <p:ext uri="{BB962C8B-B14F-4D97-AF65-F5344CB8AC3E}">
        <p14:creationId xmlns:p14="http://schemas.microsoft.com/office/powerpoint/2010/main" val="3688824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5A99-5590-E13A-BA21-82FE9FDD11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B0A55-CB45-0CC9-48B9-4E1837F2897B}"/>
              </a:ext>
            </a:extLst>
          </p:cNvPr>
          <p:cNvSpPr>
            <a:spLocks noGrp="1"/>
          </p:cNvSpPr>
          <p:nvPr>
            <p:ph type="title"/>
          </p:nvPr>
        </p:nvSpPr>
        <p:spPr>
          <a:xfrm>
            <a:off x="74611" y="120650"/>
            <a:ext cx="4927601" cy="1022350"/>
          </a:xfrm>
        </p:spPr>
        <p:txBody>
          <a:bodyPr>
            <a:noAutofit/>
          </a:bodyPr>
          <a:lstStyle/>
          <a:p>
            <a:r>
              <a:rPr lang="en-US" sz="3600" dirty="0"/>
              <a:t>4.3. Trang </a:t>
            </a:r>
            <a:r>
              <a:rPr lang="en-US" sz="3600" dirty="0" err="1"/>
              <a:t>Đơn</a:t>
            </a:r>
            <a:r>
              <a:rPr lang="en-US" sz="3600" dirty="0"/>
              <a:t> </a:t>
            </a:r>
            <a:r>
              <a:rPr lang="en-US" sz="3600" dirty="0" err="1"/>
              <a:t>hàng</a:t>
            </a:r>
            <a:r>
              <a:rPr lang="en-US" sz="3600" dirty="0"/>
              <a:t> </a:t>
            </a:r>
            <a:r>
              <a:rPr lang="en-US" sz="3600" dirty="0" err="1"/>
              <a:t>của</a:t>
            </a:r>
            <a:r>
              <a:rPr lang="en-US" sz="3600" dirty="0"/>
              <a:t> </a:t>
            </a:r>
            <a:r>
              <a:rPr lang="en-US" sz="3600" dirty="0" err="1"/>
              <a:t>tôi</a:t>
            </a:r>
            <a:r>
              <a:rPr lang="en-US" sz="3600" dirty="0"/>
              <a:t> - </a:t>
            </a:r>
            <a:r>
              <a:rPr lang="en-US" sz="2400" dirty="0"/>
              <a:t>Giao </a:t>
            </a:r>
            <a:r>
              <a:rPr lang="en-US" sz="2400" dirty="0" err="1"/>
              <a:t>diện</a:t>
            </a:r>
            <a:endParaRPr lang="en-US" sz="3600" dirty="0">
              <a:latin typeface="Calibri Light" panose="020F0302020204030204" pitchFamily="34" charset="0"/>
              <a:cs typeface="Calibri Light" panose="020F0302020204030204" pitchFamily="34" charset="0"/>
            </a:endParaRPr>
          </a:p>
        </p:txBody>
      </p:sp>
      <p:sp>
        <p:nvSpPr>
          <p:cNvPr id="3" name="Text Placeholder 8">
            <a:extLst>
              <a:ext uri="{FF2B5EF4-FFF2-40B4-BE49-F238E27FC236}">
                <a16:creationId xmlns:a16="http://schemas.microsoft.com/office/drawing/2014/main" id="{00CC9374-FE32-27D3-BD6B-F4058D5A0AAC}"/>
              </a:ext>
            </a:extLst>
          </p:cNvPr>
          <p:cNvSpPr txBox="1">
            <a:spLocks/>
          </p:cNvSpPr>
          <p:nvPr/>
        </p:nvSpPr>
        <p:spPr>
          <a:xfrm>
            <a:off x="100009" y="1295400"/>
            <a:ext cx="4851401" cy="990600"/>
          </a:xfrm>
          <a:prstGeom prst="rect">
            <a:avLst/>
          </a:prstGeom>
        </p:spPr>
        <p:txBody>
          <a:bodyPr>
            <a:normAutofit fontScale="85000" lnSpcReduction="10000"/>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sz="2400" dirty="0" err="1"/>
              <a:t>Trên</a:t>
            </a:r>
            <a:r>
              <a:rPr lang="en-US" sz="2400" dirty="0"/>
              <a:t> Menu, </a:t>
            </a:r>
            <a:r>
              <a:rPr lang="en-US" sz="2400" dirty="0" err="1"/>
              <a:t>trong</a:t>
            </a:r>
            <a:r>
              <a:rPr lang="en-US" sz="2400" dirty="0"/>
              <a:t> </a:t>
            </a:r>
            <a:r>
              <a:rPr lang="en-US" sz="2400" dirty="0" err="1"/>
              <a:t>Tài</a:t>
            </a:r>
            <a:r>
              <a:rPr lang="en-US" sz="2400" dirty="0"/>
              <a:t> </a:t>
            </a:r>
            <a:r>
              <a:rPr lang="en-US" sz="2400" dirty="0" err="1"/>
              <a:t>khoản</a:t>
            </a:r>
            <a:r>
              <a:rPr lang="en-US" sz="2400" dirty="0"/>
              <a:t>, </a:t>
            </a:r>
            <a:r>
              <a:rPr lang="en-US" sz="2400" dirty="0" err="1"/>
              <a:t>chọn</a:t>
            </a:r>
            <a:r>
              <a:rPr lang="en-US" sz="2400" dirty="0"/>
              <a:t> </a:t>
            </a:r>
            <a:r>
              <a:rPr lang="en-US" sz="2400" dirty="0" err="1"/>
              <a:t>Lịch</a:t>
            </a:r>
            <a:r>
              <a:rPr lang="en-US" sz="2400" dirty="0"/>
              <a:t> </a:t>
            </a:r>
            <a:r>
              <a:rPr lang="en-US" sz="2400" dirty="0" err="1"/>
              <a:t>sử</a:t>
            </a:r>
            <a:r>
              <a:rPr lang="en-US" sz="2400" dirty="0"/>
              <a:t> </a:t>
            </a:r>
            <a:r>
              <a:rPr lang="en-US" sz="2400" dirty="0" err="1"/>
              <a:t>mua</a:t>
            </a:r>
            <a:r>
              <a:rPr lang="en-US" sz="2400" dirty="0"/>
              <a:t> </a:t>
            </a:r>
            <a:r>
              <a:rPr lang="en-US" sz="2400" dirty="0" err="1"/>
              <a:t>hàng</a:t>
            </a:r>
            <a:r>
              <a:rPr lang="en-US" sz="2400" dirty="0"/>
              <a:t> </a:t>
            </a:r>
            <a:r>
              <a:rPr lang="en-US" sz="2400" dirty="0" err="1"/>
              <a:t>sẽ</a:t>
            </a:r>
            <a:r>
              <a:rPr lang="en-US" sz="2400" dirty="0"/>
              <a:t> </a:t>
            </a:r>
            <a:r>
              <a:rPr lang="en-US" sz="2400" dirty="0" err="1"/>
              <a:t>hiển</a:t>
            </a:r>
            <a:r>
              <a:rPr lang="en-US" sz="2400" dirty="0"/>
              <a:t> </a:t>
            </a:r>
            <a:r>
              <a:rPr lang="en-US" sz="2400" dirty="0" err="1"/>
              <a:t>thị</a:t>
            </a:r>
            <a:r>
              <a:rPr lang="en-US" sz="2400" dirty="0"/>
              <a:t> </a:t>
            </a:r>
            <a:r>
              <a:rPr lang="en-US" sz="2400" dirty="0" err="1"/>
              <a:t>trang</a:t>
            </a:r>
            <a:r>
              <a:rPr lang="en-US" sz="2400" dirty="0"/>
              <a:t> </a:t>
            </a:r>
            <a:r>
              <a:rPr lang="en-US" sz="2400" dirty="0" err="1"/>
              <a:t>Đơn</a:t>
            </a:r>
            <a:r>
              <a:rPr lang="en-US" sz="2400" dirty="0"/>
              <a:t> </a:t>
            </a:r>
            <a:r>
              <a:rPr lang="en-US" sz="2400" dirty="0" err="1"/>
              <a:t>hàng</a:t>
            </a:r>
            <a:r>
              <a:rPr lang="en-US" sz="2400" dirty="0"/>
              <a:t> </a:t>
            </a:r>
            <a:r>
              <a:rPr lang="en-US" sz="2400" dirty="0" err="1"/>
              <a:t>của</a:t>
            </a:r>
            <a:r>
              <a:rPr lang="en-US" sz="2400" dirty="0"/>
              <a:t> </a:t>
            </a:r>
            <a:r>
              <a:rPr lang="en-US" sz="2400" dirty="0" err="1"/>
              <a:t>tôi</a:t>
            </a:r>
            <a:r>
              <a:rPr lang="en-US" sz="2400" dirty="0"/>
              <a:t>.</a:t>
            </a:r>
          </a:p>
          <a:p>
            <a:pPr marL="0" indent="0">
              <a:buNone/>
            </a:pPr>
            <a:r>
              <a:rPr lang="en-US" sz="2400" dirty="0" err="1"/>
              <a:t>Cấu</a:t>
            </a:r>
            <a:r>
              <a:rPr lang="en-US" sz="2400" dirty="0"/>
              <a:t> </a:t>
            </a:r>
            <a:r>
              <a:rPr lang="en-US" sz="2400" dirty="0" err="1"/>
              <a:t>trúc</a:t>
            </a:r>
            <a:r>
              <a:rPr lang="en-US" sz="2400" dirty="0"/>
              <a:t> </a:t>
            </a:r>
            <a:r>
              <a:rPr lang="en-US" sz="2400" dirty="0" err="1"/>
              <a:t>trang</a:t>
            </a:r>
            <a:r>
              <a:rPr lang="en-US" sz="2400" dirty="0"/>
              <a:t> </a:t>
            </a:r>
            <a:r>
              <a:rPr lang="en-US" sz="2400" dirty="0" err="1"/>
              <a:t>gồm</a:t>
            </a:r>
            <a:r>
              <a:rPr lang="en-US" sz="2400" dirty="0"/>
              <a:t> </a:t>
            </a:r>
            <a:r>
              <a:rPr lang="en-US" sz="2400" dirty="0" err="1"/>
              <a:t>các</a:t>
            </a:r>
            <a:r>
              <a:rPr lang="en-US" sz="2400" dirty="0"/>
              <a:t> </a:t>
            </a:r>
            <a:r>
              <a:rPr lang="en-US" sz="2400" dirty="0" err="1"/>
              <a:t>phần</a:t>
            </a:r>
            <a:r>
              <a:rPr lang="en-US" sz="2400" dirty="0"/>
              <a:t> </a:t>
            </a:r>
            <a:r>
              <a:rPr lang="en-US" sz="2400" dirty="0" err="1"/>
              <a:t>sau</a:t>
            </a:r>
            <a:r>
              <a:rPr lang="en-US" sz="2400" dirty="0"/>
              <a:t> </a:t>
            </a:r>
            <a:r>
              <a:rPr lang="en-US" sz="2400" dirty="0" err="1"/>
              <a:t>đây</a:t>
            </a:r>
            <a:r>
              <a:rPr lang="en-US" sz="2400" dirty="0"/>
              <a:t>:</a:t>
            </a:r>
          </a:p>
        </p:txBody>
      </p:sp>
      <p:graphicFrame>
        <p:nvGraphicFramePr>
          <p:cNvPr id="5" name="Table 4">
            <a:extLst>
              <a:ext uri="{FF2B5EF4-FFF2-40B4-BE49-F238E27FC236}">
                <a16:creationId xmlns:a16="http://schemas.microsoft.com/office/drawing/2014/main" id="{292609E2-2A1A-38FF-D9DE-E78AD0842CC9}"/>
              </a:ext>
            </a:extLst>
          </p:cNvPr>
          <p:cNvGraphicFramePr>
            <a:graphicFrameLocks noGrp="1"/>
          </p:cNvGraphicFramePr>
          <p:nvPr>
            <p:extLst>
              <p:ext uri="{D42A27DB-BD31-4B8C-83A1-F6EECF244321}">
                <p14:modId xmlns:p14="http://schemas.microsoft.com/office/powerpoint/2010/main" val="3212682380"/>
              </p:ext>
            </p:extLst>
          </p:nvPr>
        </p:nvGraphicFramePr>
        <p:xfrm>
          <a:off x="100010" y="2341880"/>
          <a:ext cx="4927601" cy="4080642"/>
        </p:xfrm>
        <a:graphic>
          <a:graphicData uri="http://schemas.openxmlformats.org/drawingml/2006/table">
            <a:tbl>
              <a:tblPr firstRow="1" bandRow="1">
                <a:tableStyleId>{073A0DAA-6AF3-43AB-8588-CEC1D06C72B9}</a:tableStyleId>
              </a:tblPr>
              <a:tblGrid>
                <a:gridCol w="965202">
                  <a:extLst>
                    <a:ext uri="{9D8B030D-6E8A-4147-A177-3AD203B41FA5}">
                      <a16:colId xmlns:a16="http://schemas.microsoft.com/office/drawing/2014/main" val="285875749"/>
                    </a:ext>
                  </a:extLst>
                </a:gridCol>
                <a:gridCol w="2514600">
                  <a:extLst>
                    <a:ext uri="{9D8B030D-6E8A-4147-A177-3AD203B41FA5}">
                      <a16:colId xmlns:a16="http://schemas.microsoft.com/office/drawing/2014/main" val="2882471911"/>
                    </a:ext>
                  </a:extLst>
                </a:gridCol>
                <a:gridCol w="1447799">
                  <a:extLst>
                    <a:ext uri="{9D8B030D-6E8A-4147-A177-3AD203B41FA5}">
                      <a16:colId xmlns:a16="http://schemas.microsoft.com/office/drawing/2014/main" val="3686659855"/>
                    </a:ext>
                  </a:extLst>
                </a:gridCol>
              </a:tblGrid>
              <a:tr h="387056">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2833664">
                <a:tc>
                  <a:txBody>
                    <a:bodyPr/>
                    <a:lstStyle/>
                    <a:p>
                      <a:r>
                        <a:rPr lang="en-US" sz="1500" dirty="0" err="1"/>
                        <a:t>Phần</a:t>
                      </a:r>
                      <a:r>
                        <a:rPr lang="en-US" sz="1500" dirty="0"/>
                        <a:t> </a:t>
                      </a:r>
                      <a:r>
                        <a:rPr lang="en-US" sz="1500" dirty="0" err="1"/>
                        <a:t>Đơn</a:t>
                      </a:r>
                      <a:r>
                        <a:rPr lang="en-US" sz="1500" dirty="0"/>
                        <a:t> </a:t>
                      </a:r>
                      <a:r>
                        <a:rPr lang="en-US" sz="1500" dirty="0" err="1"/>
                        <a:t>hàng</a:t>
                      </a:r>
                      <a:r>
                        <a:rPr lang="en-US" sz="1500" dirty="0"/>
                        <a:t> </a:t>
                      </a:r>
                      <a:r>
                        <a:rPr lang="en-US" sz="1500" dirty="0" err="1"/>
                        <a:t>của</a:t>
                      </a:r>
                      <a:r>
                        <a:rPr lang="en-US" sz="1500" dirty="0"/>
                        <a:t> </a:t>
                      </a:r>
                      <a:r>
                        <a:rPr lang="en-US" sz="1500" dirty="0" err="1"/>
                        <a:t>tôi</a:t>
                      </a:r>
                      <a:endParaRPr lang="en-US" sz="15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0" kern="1200" dirty="0" err="1">
                          <a:solidFill>
                            <a:schemeClr val="bg1"/>
                          </a:solidFill>
                          <a:latin typeface="+mn-lt"/>
                          <a:ea typeface="+mn-ea"/>
                          <a:cs typeface="+mn-cs"/>
                        </a:rPr>
                        <a:t>Hiển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thị</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hàng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theo</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trạng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thái</a:t>
                      </a:r>
                      <a:r>
                        <a:rPr lang="en-US" sz="1500" b="0" kern="1200" dirty="0">
                          <a:solidFill>
                            <a:schemeClr val="bg1"/>
                          </a:solidFill>
                          <a:latin typeface="+mn-lt"/>
                          <a:ea typeface="+mn-ea"/>
                          <a:cs typeface="+mn-cs"/>
                        </a:rPr>
                        <a:t>:</a:t>
                      </a:r>
                    </a:p>
                    <a:p>
                      <a:pPr marL="285750" marR="0" lvl="0" indent="-285750" algn="l" defTabSz="914126" rtl="0" eaLnBrk="1" fontAlgn="auto" latinLnBrk="0" hangingPunct="1">
                        <a:lnSpc>
                          <a:spcPct val="100000"/>
                        </a:lnSpc>
                        <a:spcBef>
                          <a:spcPts val="0"/>
                        </a:spcBef>
                        <a:spcAft>
                          <a:spcPts val="0"/>
                        </a:spcAft>
                        <a:buClrTx/>
                        <a:buSzTx/>
                        <a:buFontTx/>
                        <a:buChar char="-"/>
                        <a:tabLst/>
                        <a:defRPr/>
                      </a:pPr>
                      <a:r>
                        <a:rPr lang="en-US" sz="1500" b="0" kern="1200" dirty="0">
                          <a:solidFill>
                            <a:schemeClr val="bg1"/>
                          </a:solidFill>
                          <a:latin typeface="+mn-lt"/>
                          <a:ea typeface="+mn-ea"/>
                          <a:cs typeface="+mn-cs"/>
                        </a:rPr>
                        <a:t>Tab </a:t>
                      </a:r>
                      <a:r>
                        <a:rPr lang="en-US" sz="1500" b="0" kern="1200" dirty="0" err="1">
                          <a:solidFill>
                            <a:schemeClr val="bg1"/>
                          </a:solidFill>
                          <a:latin typeface="+mn-lt"/>
                          <a:ea typeface="+mn-ea"/>
                          <a:cs typeface="+mn-cs"/>
                        </a:rPr>
                        <a:t>Tất</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cả</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hiển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thị</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tất</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cả</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các</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hàng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cho</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phép</a:t>
                      </a:r>
                      <a:r>
                        <a:rPr lang="en-US" sz="1500" b="0" kern="1200" dirty="0">
                          <a:solidFill>
                            <a:schemeClr val="bg1"/>
                          </a:solidFill>
                          <a:latin typeface="+mn-lt"/>
                          <a:ea typeface="+mn-ea"/>
                          <a:cs typeface="+mn-cs"/>
                        </a:rPr>
                        <a:t> Mua </a:t>
                      </a:r>
                      <a:r>
                        <a:rPr lang="en-US" sz="1500" b="0" kern="1200" dirty="0" err="1">
                          <a:solidFill>
                            <a:schemeClr val="bg1"/>
                          </a:solidFill>
                          <a:latin typeface="+mn-lt"/>
                          <a:ea typeface="+mn-ea"/>
                          <a:cs typeface="+mn-cs"/>
                        </a:rPr>
                        <a:t>lại</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hoặc</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Xem</a:t>
                      </a:r>
                      <a:r>
                        <a:rPr lang="en-US" sz="1500" b="0" kern="1200" dirty="0">
                          <a:solidFill>
                            <a:schemeClr val="bg1"/>
                          </a:solidFill>
                          <a:latin typeface="+mn-lt"/>
                          <a:ea typeface="+mn-ea"/>
                          <a:cs typeface="+mn-cs"/>
                        </a:rPr>
                        <a:t> chi </a:t>
                      </a:r>
                      <a:r>
                        <a:rPr lang="en-US" sz="1500" b="0" kern="1200" dirty="0" err="1">
                          <a:solidFill>
                            <a:schemeClr val="bg1"/>
                          </a:solidFill>
                          <a:latin typeface="+mn-lt"/>
                          <a:ea typeface="+mn-ea"/>
                          <a:cs typeface="+mn-cs"/>
                        </a:rPr>
                        <a:t>tiết</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được</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gom</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nhóm</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theo</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trạng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thái</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a:t>
                      </a:r>
                    </a:p>
                    <a:p>
                      <a:pPr marL="285750" marR="0" lvl="0" indent="-285750" algn="l" defTabSz="914126" rtl="0" eaLnBrk="1" fontAlgn="auto" latinLnBrk="0" hangingPunct="1">
                        <a:lnSpc>
                          <a:spcPct val="100000"/>
                        </a:lnSpc>
                        <a:spcBef>
                          <a:spcPts val="0"/>
                        </a:spcBef>
                        <a:spcAft>
                          <a:spcPts val="0"/>
                        </a:spcAft>
                        <a:buClrTx/>
                        <a:buSzTx/>
                        <a:buFontTx/>
                        <a:buChar char="-"/>
                        <a:tabLst/>
                        <a:defRPr/>
                      </a:pPr>
                      <a:r>
                        <a:rPr lang="en-US" sz="1500" b="0" kern="1200" dirty="0" err="1">
                          <a:solidFill>
                            <a:schemeClr val="bg1"/>
                          </a:solidFill>
                          <a:latin typeface="+mn-lt"/>
                          <a:ea typeface="+mn-ea"/>
                          <a:cs typeface="+mn-cs"/>
                        </a:rPr>
                        <a:t>Các</a:t>
                      </a:r>
                      <a:r>
                        <a:rPr lang="en-US" sz="1500" b="0" kern="1200" dirty="0">
                          <a:solidFill>
                            <a:schemeClr val="bg1"/>
                          </a:solidFill>
                          <a:latin typeface="+mn-lt"/>
                          <a:ea typeface="+mn-ea"/>
                          <a:cs typeface="+mn-cs"/>
                        </a:rPr>
                        <a:t> tab </a:t>
                      </a:r>
                      <a:r>
                        <a:rPr lang="en-US" sz="1500" b="0" kern="1200" dirty="0" err="1">
                          <a:solidFill>
                            <a:schemeClr val="bg1"/>
                          </a:solidFill>
                          <a:latin typeface="+mn-lt"/>
                          <a:ea typeface="+mn-ea"/>
                          <a:cs typeface="+mn-cs"/>
                        </a:rPr>
                        <a:t>còn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lại</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phân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loại</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hàng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theo</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trạng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thái</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Chờ</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thanh</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toán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Đang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xử</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lý</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Đang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vận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chuyển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Đã</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giao</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Đã</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hủy</a:t>
                      </a:r>
                      <a:endParaRPr lang="vi-VN" sz="15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0" kern="1200" dirty="0" err="1">
                          <a:solidFill>
                            <a:schemeClr val="bg1"/>
                          </a:solidFill>
                          <a:latin typeface="+mn-lt"/>
                          <a:ea typeface="+mn-ea"/>
                          <a:cs typeface="+mn-cs"/>
                        </a:rPr>
                        <a:t>Để</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trong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trang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MyOrder.cshtml</a:t>
                      </a:r>
                      <a:endParaRPr lang="vi-VN" sz="15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858946">
                <a:tc>
                  <a:txBody>
                    <a:bodyPr/>
                    <a:lstStyle/>
                    <a:p>
                      <a:r>
                        <a:rPr lang="en-US" sz="1500" dirty="0" err="1"/>
                        <a:t>Phần</a:t>
                      </a:r>
                      <a:r>
                        <a:rPr lang="en-US" sz="1500" dirty="0"/>
                        <a:t> </a:t>
                      </a:r>
                      <a:r>
                        <a:rPr lang="en-US" sz="1500" dirty="0" err="1"/>
                        <a:t>Tìm</a:t>
                      </a:r>
                      <a:r>
                        <a:rPr lang="en-US" sz="1500" dirty="0"/>
                        <a:t> </a:t>
                      </a:r>
                      <a:r>
                        <a:rPr lang="en-US" sz="1500" dirty="0" err="1"/>
                        <a:t>kiếm</a:t>
                      </a:r>
                      <a:r>
                        <a:rPr lang="en-US" sz="1500" dirty="0"/>
                        <a:t> </a:t>
                      </a:r>
                      <a:r>
                        <a:rPr lang="en-US" sz="1500" dirty="0" err="1"/>
                        <a:t>đơn</a:t>
                      </a:r>
                      <a:r>
                        <a:rPr lang="en-US" sz="1500" dirty="0"/>
                        <a:t> </a:t>
                      </a:r>
                      <a:r>
                        <a:rPr lang="en-US" sz="1500" dirty="0" err="1"/>
                        <a:t>hàng</a:t>
                      </a:r>
                      <a:endParaRPr lang="en-US" sz="1500" dirty="0"/>
                    </a:p>
                  </a:txBody>
                  <a:tcPr/>
                </a:tc>
                <a:tc>
                  <a:txBody>
                    <a:bodyPr/>
                    <a:lstStyle/>
                    <a:p>
                      <a:pPr marL="285750" marR="0" lvl="0" indent="-285750" algn="l" defTabSz="914126" rtl="0" eaLnBrk="1" fontAlgn="auto" latinLnBrk="0" hangingPunct="1">
                        <a:lnSpc>
                          <a:spcPct val="100000"/>
                        </a:lnSpc>
                        <a:spcBef>
                          <a:spcPts val="0"/>
                        </a:spcBef>
                        <a:spcAft>
                          <a:spcPts val="0"/>
                        </a:spcAft>
                        <a:buClrTx/>
                        <a:buSzTx/>
                        <a:buFontTx/>
                        <a:buChar char="-"/>
                        <a:tabLst/>
                        <a:defRPr/>
                      </a:pPr>
                      <a:r>
                        <a:rPr lang="en-US" sz="1500" b="0" kern="1200" dirty="0">
                          <a:solidFill>
                            <a:schemeClr val="bg1"/>
                          </a:solidFill>
                          <a:latin typeface="+mn-lt"/>
                          <a:ea typeface="+mn-ea"/>
                          <a:cs typeface="+mn-cs"/>
                        </a:rPr>
                        <a:t>Cho </a:t>
                      </a:r>
                      <a:r>
                        <a:rPr lang="en-US" sz="1500" b="0" kern="1200" dirty="0" err="1">
                          <a:solidFill>
                            <a:schemeClr val="bg1"/>
                          </a:solidFill>
                          <a:latin typeface="+mn-lt"/>
                          <a:ea typeface="+mn-ea"/>
                          <a:cs typeface="+mn-cs"/>
                        </a:rPr>
                        <a:t>phép</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tìm</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theo</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Mã</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đơn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hàng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hoặc</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Tên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sản</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phẩm</a:t>
                      </a:r>
                      <a:endParaRPr lang="vi-VN" sz="1500" b="0" kern="1200" dirty="0">
                        <a:solidFill>
                          <a:schemeClr val="bg1"/>
                        </a:solidFill>
                        <a:latin typeface="+mn-lt"/>
                        <a:ea typeface="+mn-ea"/>
                        <a:cs typeface="+mn-cs"/>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500" b="0" kern="1200" dirty="0" err="1">
                          <a:solidFill>
                            <a:schemeClr val="bg1"/>
                          </a:solidFill>
                          <a:latin typeface="+mn-lt"/>
                          <a:ea typeface="+mn-ea"/>
                          <a:cs typeface="+mn-cs"/>
                        </a:rPr>
                        <a:t>Để</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trong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trang</a:t>
                      </a:r>
                      <a:r>
                        <a:rPr lang="en-US" sz="1500" b="0" kern="1200" dirty="0">
                          <a:solidFill>
                            <a:schemeClr val="bg1"/>
                          </a:solidFill>
                          <a:latin typeface="+mn-lt"/>
                          <a:ea typeface="+mn-ea"/>
                          <a:cs typeface="+mn-cs"/>
                        </a:rPr>
                        <a:t> </a:t>
                      </a:r>
                      <a:r>
                        <a:rPr lang="en-US" sz="1500" b="0" kern="1200" dirty="0" err="1">
                          <a:solidFill>
                            <a:schemeClr val="bg1"/>
                          </a:solidFill>
                          <a:latin typeface="+mn-lt"/>
                          <a:ea typeface="+mn-ea"/>
                          <a:cs typeface="+mn-cs"/>
                        </a:rPr>
                        <a:t>MyOrder.cshtml</a:t>
                      </a:r>
                      <a:endParaRPr lang="vi-VN" sz="1500" b="0" kern="1200" dirty="0">
                        <a:solidFill>
                          <a:schemeClr val="bg1"/>
                        </a:solidFill>
                        <a:latin typeface="+mn-lt"/>
                        <a:ea typeface="+mn-ea"/>
                        <a:cs typeface="+mn-cs"/>
                      </a:endParaRPr>
                    </a:p>
                  </a:txBody>
                  <a:tcPr/>
                </a:tc>
                <a:extLst>
                  <a:ext uri="{0D108BD9-81ED-4DB2-BD59-A6C34878D82A}">
                    <a16:rowId xmlns:a16="http://schemas.microsoft.com/office/drawing/2014/main" val="157981863"/>
                  </a:ext>
                </a:extLst>
              </a:tr>
            </a:tbl>
          </a:graphicData>
        </a:graphic>
      </p:graphicFrame>
      <p:pic>
        <p:nvPicPr>
          <p:cNvPr id="7" name="Picture 6">
            <a:extLst>
              <a:ext uri="{FF2B5EF4-FFF2-40B4-BE49-F238E27FC236}">
                <a16:creationId xmlns:a16="http://schemas.microsoft.com/office/drawing/2014/main" id="{3453D8B2-340C-A24D-8F0F-B13BB4A81576}"/>
              </a:ext>
            </a:extLst>
          </p:cNvPr>
          <p:cNvPicPr>
            <a:picLocks noChangeAspect="1"/>
          </p:cNvPicPr>
          <p:nvPr/>
        </p:nvPicPr>
        <p:blipFill>
          <a:blip r:embed="rId2"/>
          <a:stretch>
            <a:fillRect/>
          </a:stretch>
        </p:blipFill>
        <p:spPr>
          <a:xfrm>
            <a:off x="5103812" y="40701"/>
            <a:ext cx="7007390" cy="6741099"/>
          </a:xfrm>
          <a:prstGeom prst="rect">
            <a:avLst/>
          </a:prstGeom>
        </p:spPr>
      </p:pic>
    </p:spTree>
    <p:extLst>
      <p:ext uri="{BB962C8B-B14F-4D97-AF65-F5344CB8AC3E}">
        <p14:creationId xmlns:p14="http://schemas.microsoft.com/office/powerpoint/2010/main" val="203044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087C74F-B792-5FB6-DB12-FB34B6C09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4E1B1-2A31-EB22-DDFA-B86795C4CBBE}"/>
              </a:ext>
            </a:extLst>
          </p:cNvPr>
          <p:cNvSpPr>
            <a:spLocks noGrp="1"/>
          </p:cNvSpPr>
          <p:nvPr>
            <p:ph type="title"/>
          </p:nvPr>
        </p:nvSpPr>
        <p:spPr>
          <a:xfrm>
            <a:off x="74612" y="120650"/>
            <a:ext cx="11277600" cy="1250950"/>
          </a:xfrm>
        </p:spPr>
        <p:txBody>
          <a:bodyPr>
            <a:noAutofit/>
          </a:bodyPr>
          <a:lstStyle/>
          <a:p>
            <a:r>
              <a:rPr lang="en-US" sz="3600" dirty="0"/>
              <a:t>5. Thanh </a:t>
            </a:r>
            <a:r>
              <a:rPr lang="en-US" sz="3600" dirty="0" err="1"/>
              <a:t>toán</a:t>
            </a:r>
            <a:r>
              <a:rPr lang="en-US" sz="3600" dirty="0"/>
              <a:t> </a:t>
            </a:r>
            <a:r>
              <a:rPr lang="en-US" sz="3600" dirty="0" err="1"/>
              <a:t>bằng</a:t>
            </a:r>
            <a:r>
              <a:rPr lang="en-US" sz="3600" dirty="0"/>
              <a:t> </a:t>
            </a:r>
            <a:r>
              <a:rPr lang="en-US" sz="3600" dirty="0" err="1"/>
              <a:t>Paypal</a:t>
            </a:r>
            <a:br>
              <a:rPr lang="en-US" sz="3600" dirty="0"/>
            </a:br>
            <a:r>
              <a:rPr lang="en-US" sz="2400" dirty="0" err="1"/>
              <a:t>Tích</a:t>
            </a:r>
            <a:r>
              <a:rPr lang="en-US" sz="2400" dirty="0"/>
              <a:t> </a:t>
            </a:r>
            <a:r>
              <a:rPr lang="en-US" sz="2400" dirty="0" err="1"/>
              <a:t>hợp</a:t>
            </a:r>
            <a:r>
              <a:rPr lang="en-US" sz="2400" dirty="0"/>
              <a:t> </a:t>
            </a:r>
            <a:r>
              <a:rPr lang="en-US" sz="2400" dirty="0" err="1"/>
              <a:t>Paypal</a:t>
            </a:r>
            <a:r>
              <a:rPr lang="en-US" sz="2400" dirty="0"/>
              <a:t> API</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1F7B6748-24DA-78CA-1F2B-AE7A7AA20852}"/>
              </a:ext>
            </a:extLst>
          </p:cNvPr>
          <p:cNvGraphicFramePr>
            <a:graphicFrameLocks noGrp="1"/>
          </p:cNvGraphicFramePr>
          <p:nvPr>
            <p:ph idx="1"/>
            <p:extLst>
              <p:ext uri="{D42A27DB-BD31-4B8C-83A1-F6EECF244321}">
                <p14:modId xmlns:p14="http://schemas.microsoft.com/office/powerpoint/2010/main" val="3815325137"/>
              </p:ext>
            </p:extLst>
          </p:nvPr>
        </p:nvGraphicFramePr>
        <p:xfrm>
          <a:off x="303212" y="1828800"/>
          <a:ext cx="10972800" cy="3728323"/>
        </p:xfrm>
        <a:graphic>
          <a:graphicData uri="http://schemas.openxmlformats.org/drawingml/2006/table">
            <a:tbl>
              <a:tblPr firstRow="1" bandRow="1">
                <a:tableStyleId>{073A0DAA-6AF3-43AB-8588-CEC1D06C72B9}</a:tableStyleId>
              </a:tblPr>
              <a:tblGrid>
                <a:gridCol w="10972800">
                  <a:extLst>
                    <a:ext uri="{9D8B030D-6E8A-4147-A177-3AD203B41FA5}">
                      <a16:colId xmlns:a16="http://schemas.microsoft.com/office/drawing/2014/main" val="3746387964"/>
                    </a:ext>
                  </a:extLst>
                </a:gridCol>
              </a:tblGrid>
              <a:tr h="437372">
                <a:tc>
                  <a:txBody>
                    <a:bodyPr/>
                    <a:lstStyle/>
                    <a:p>
                      <a:r>
                        <a:rPr lang="en-US" dirty="0" err="1"/>
                        <a:t>Tích</a:t>
                      </a:r>
                      <a:r>
                        <a:rPr lang="en-US" dirty="0"/>
                        <a:t> </a:t>
                      </a:r>
                      <a:r>
                        <a:rPr lang="en-US" dirty="0" err="1"/>
                        <a:t>hợp</a:t>
                      </a:r>
                      <a:r>
                        <a:rPr lang="en-US" dirty="0"/>
                        <a:t> </a:t>
                      </a:r>
                      <a:r>
                        <a:rPr lang="en-US" dirty="0" err="1"/>
                        <a:t>thanh</a:t>
                      </a:r>
                      <a:r>
                        <a:rPr lang="en-US" dirty="0"/>
                        <a:t> </a:t>
                      </a:r>
                      <a:r>
                        <a:rPr lang="en-US" dirty="0" err="1"/>
                        <a:t>toán</a:t>
                      </a:r>
                      <a:r>
                        <a:rPr lang="en-US" dirty="0"/>
                        <a:t> </a:t>
                      </a:r>
                      <a:r>
                        <a:rPr lang="en-US" dirty="0" err="1"/>
                        <a:t>Paypal</a:t>
                      </a:r>
                      <a:endParaRPr lang="en-US" dirty="0"/>
                    </a:p>
                  </a:txBody>
                  <a:tcPr/>
                </a:tc>
                <a:extLst>
                  <a:ext uri="{0D108BD9-81ED-4DB2-BD59-A6C34878D82A}">
                    <a16:rowId xmlns:a16="http://schemas.microsoft.com/office/drawing/2014/main" val="2981023087"/>
                  </a:ext>
                </a:extLst>
              </a:tr>
              <a:tr h="2991628">
                <a:tc>
                  <a:txBody>
                    <a:bodyPr/>
                    <a:lstStyle/>
                    <a:p>
                      <a:r>
                        <a:rPr lang="en-US" sz="1799" b="1" i="0" kern="1200" dirty="0" err="1">
                          <a:solidFill>
                            <a:schemeClr val="dk1"/>
                          </a:solidFill>
                          <a:effectLst/>
                          <a:latin typeface="Arial" panose="020B0604020202020204" pitchFamily="34" charset="0"/>
                          <a:ea typeface="+mn-ea"/>
                          <a:cs typeface="Arial" panose="020B0604020202020204" pitchFamily="34" charset="0"/>
                        </a:rPr>
                        <a:t>Đăng</a:t>
                      </a:r>
                      <a:r>
                        <a:rPr lang="en-US" sz="1799" b="1" i="0" kern="1200" dirty="0">
                          <a:solidFill>
                            <a:schemeClr val="dk1"/>
                          </a:solidFill>
                          <a:effectLst/>
                          <a:latin typeface="Arial" panose="020B0604020202020204" pitchFamily="34" charset="0"/>
                          <a:ea typeface="+mn-ea"/>
                          <a:cs typeface="Arial" panose="020B0604020202020204" pitchFamily="34" charset="0"/>
                        </a:rPr>
                        <a:t> </a:t>
                      </a:r>
                      <a:r>
                        <a:rPr lang="en-US" sz="1799" b="1" i="0" kern="1200" dirty="0" err="1">
                          <a:solidFill>
                            <a:schemeClr val="dk1"/>
                          </a:solidFill>
                          <a:effectLst/>
                          <a:latin typeface="Arial" panose="020B0604020202020204" pitchFamily="34" charset="0"/>
                          <a:ea typeface="+mn-ea"/>
                          <a:cs typeface="Arial" panose="020B0604020202020204" pitchFamily="34" charset="0"/>
                        </a:rPr>
                        <a:t>ký</a:t>
                      </a:r>
                      <a:r>
                        <a:rPr lang="en-US" sz="1799" b="1" i="0" kern="1200" dirty="0">
                          <a:solidFill>
                            <a:schemeClr val="dk1"/>
                          </a:solidFill>
                          <a:effectLst/>
                          <a:latin typeface="Arial" panose="020B0604020202020204" pitchFamily="34" charset="0"/>
                          <a:ea typeface="+mn-ea"/>
                          <a:cs typeface="Arial" panose="020B0604020202020204" pitchFamily="34" charset="0"/>
                        </a:rPr>
                        <a:t> </a:t>
                      </a:r>
                      <a:r>
                        <a:rPr lang="en-US" sz="1799" b="1" i="0" kern="1200" dirty="0" err="1">
                          <a:solidFill>
                            <a:schemeClr val="dk1"/>
                          </a:solidFill>
                          <a:effectLst/>
                          <a:latin typeface="Arial" panose="020B0604020202020204" pitchFamily="34" charset="0"/>
                          <a:ea typeface="+mn-ea"/>
                          <a:cs typeface="Arial" panose="020B0604020202020204" pitchFamily="34" charset="0"/>
                        </a:rPr>
                        <a:t>tài</a:t>
                      </a:r>
                      <a:r>
                        <a:rPr lang="en-US" sz="1799" b="1" i="0" kern="1200" dirty="0">
                          <a:solidFill>
                            <a:schemeClr val="dk1"/>
                          </a:solidFill>
                          <a:effectLst/>
                          <a:latin typeface="Arial" panose="020B0604020202020204" pitchFamily="34" charset="0"/>
                          <a:ea typeface="+mn-ea"/>
                          <a:cs typeface="Arial" panose="020B0604020202020204" pitchFamily="34" charset="0"/>
                        </a:rPr>
                        <a:t> </a:t>
                      </a:r>
                      <a:r>
                        <a:rPr lang="en-US" sz="1799" b="1" i="0" kern="1200" dirty="0" err="1">
                          <a:solidFill>
                            <a:schemeClr val="dk1"/>
                          </a:solidFill>
                          <a:effectLst/>
                          <a:latin typeface="Arial" panose="020B0604020202020204" pitchFamily="34" charset="0"/>
                          <a:ea typeface="+mn-ea"/>
                          <a:cs typeface="Arial" panose="020B0604020202020204" pitchFamily="34" charset="0"/>
                        </a:rPr>
                        <a:t>khoản</a:t>
                      </a:r>
                      <a:r>
                        <a:rPr lang="en-US" sz="1799" b="1" i="0" kern="1200" dirty="0">
                          <a:solidFill>
                            <a:schemeClr val="dk1"/>
                          </a:solidFill>
                          <a:effectLst/>
                          <a:latin typeface="Arial" panose="020B0604020202020204" pitchFamily="34" charset="0"/>
                          <a:ea typeface="+mn-ea"/>
                          <a:cs typeface="Arial" panose="020B0604020202020204" pitchFamily="34" charset="0"/>
                        </a:rPr>
                        <a:t> </a:t>
                      </a:r>
                      <a:r>
                        <a:rPr lang="en-US" sz="1799" b="1" i="0" kern="1200" dirty="0" err="1">
                          <a:solidFill>
                            <a:schemeClr val="dk1"/>
                          </a:solidFill>
                          <a:effectLst/>
                          <a:latin typeface="Arial" panose="020B0604020202020204" pitchFamily="34" charset="0"/>
                          <a:ea typeface="+mn-ea"/>
                          <a:cs typeface="Arial" panose="020B0604020202020204" pitchFamily="34" charset="0"/>
                        </a:rPr>
                        <a:t>Paypal</a:t>
                      </a:r>
                      <a:r>
                        <a:rPr lang="en-US" sz="1799" b="1" i="0" kern="1200" dirty="0">
                          <a:solidFill>
                            <a:schemeClr val="dk1"/>
                          </a:solidFill>
                          <a:effectLst/>
                          <a:latin typeface="Arial" panose="020B0604020202020204" pitchFamily="34" charset="0"/>
                          <a:ea typeface="+mn-ea"/>
                          <a:cs typeface="Arial" panose="020B0604020202020204" pitchFamily="34" charset="0"/>
                        </a:rPr>
                        <a:t> Development</a:t>
                      </a:r>
                    </a:p>
                    <a:p>
                      <a:endParaRPr lang="en-US" sz="1799" b="1" i="0" kern="1200" dirty="0">
                        <a:solidFill>
                          <a:schemeClr val="dk1"/>
                        </a:solidFill>
                        <a:effectLst/>
                        <a:latin typeface="+mn-lt"/>
                        <a:ea typeface="+mn-ea"/>
                        <a:cs typeface="+mn-cs"/>
                      </a:endParaRPr>
                    </a:p>
                    <a:p>
                      <a:r>
                        <a:rPr lang="vi-VN" sz="1799" b="1" i="0" kern="1200" dirty="0">
                          <a:solidFill>
                            <a:schemeClr val="dk1"/>
                          </a:solidFill>
                          <a:effectLst/>
                          <a:latin typeface="+mn-lt"/>
                          <a:ea typeface="+mn-ea"/>
                          <a:cs typeface="+mn-cs"/>
                        </a:rPr>
                        <a:t>Cài đặt SDK PayPal</a:t>
                      </a:r>
                      <a:r>
                        <a:rPr lang="vi-VN" sz="1799" b="0" i="0" kern="1200" dirty="0">
                          <a:solidFill>
                            <a:schemeClr val="dk1"/>
                          </a:solidFill>
                          <a:effectLst/>
                          <a:latin typeface="+mn-lt"/>
                          <a:ea typeface="+mn-ea"/>
                          <a:cs typeface="+mn-cs"/>
                        </a:rPr>
                        <a:t>:</a:t>
                      </a:r>
                    </a:p>
                    <a:p>
                      <a:pPr lvl="1"/>
                      <a:r>
                        <a:rPr lang="vi-VN" sz="1799" b="0" i="0" kern="1200" dirty="0">
                          <a:solidFill>
                            <a:schemeClr val="dk1"/>
                          </a:solidFill>
                          <a:effectLst/>
                          <a:latin typeface="+mn-lt"/>
                          <a:ea typeface="+mn-ea"/>
                          <a:cs typeface="+mn-cs"/>
                        </a:rPr>
                        <a:t>Sử dụng </a:t>
                      </a:r>
                      <a:r>
                        <a:rPr lang="vi-VN" sz="1799" b="0" i="0" kern="1200" dirty="0">
                          <a:solidFill>
                            <a:schemeClr val="dk1"/>
                          </a:solidFill>
                          <a:effectLst/>
                          <a:highlight>
                            <a:srgbClr val="FFFF00"/>
                          </a:highlight>
                          <a:latin typeface="+mn-lt"/>
                          <a:ea typeface="+mn-ea"/>
                          <a:cs typeface="+mn-cs"/>
                        </a:rPr>
                        <a:t>NuGet Package Manager </a:t>
                      </a:r>
                      <a:r>
                        <a:rPr lang="vi-VN" sz="1799" b="0" i="0" kern="1200" dirty="0">
                          <a:solidFill>
                            <a:schemeClr val="dk1"/>
                          </a:solidFill>
                          <a:effectLst/>
                          <a:latin typeface="+mn-lt"/>
                          <a:ea typeface="+mn-ea"/>
                          <a:cs typeface="+mn-cs"/>
                        </a:rPr>
                        <a:t>để cài đặt PayPal </a:t>
                      </a:r>
                      <a:endParaRPr lang="en-US" sz="1799" b="0" i="0" kern="1200" dirty="0">
                        <a:solidFill>
                          <a:schemeClr val="dk1"/>
                        </a:solidFill>
                        <a:effectLst/>
                        <a:latin typeface="+mn-lt"/>
                        <a:ea typeface="+mn-ea"/>
                        <a:cs typeface="+mn-cs"/>
                      </a:endParaRPr>
                    </a:p>
                    <a:p>
                      <a:pPr lvl="1"/>
                      <a:r>
                        <a:rPr lang="vi-VN"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SDK:Install-Package PayPal </a:t>
                      </a:r>
                    </a:p>
                    <a:p>
                      <a:endParaRPr lang="en-US" sz="1799" b="1" i="0" kern="1200" dirty="0">
                        <a:solidFill>
                          <a:schemeClr val="dk1"/>
                        </a:solidFill>
                        <a:effectLst/>
                        <a:latin typeface="+mn-lt"/>
                        <a:ea typeface="+mn-ea"/>
                        <a:cs typeface="+mn-cs"/>
                      </a:endParaRPr>
                    </a:p>
                    <a:p>
                      <a:r>
                        <a:rPr lang="vi-VN" sz="1799" b="1" i="0" kern="1200" dirty="0">
                          <a:solidFill>
                            <a:schemeClr val="dk1"/>
                          </a:solidFill>
                          <a:effectLst/>
                          <a:latin typeface="+mn-lt"/>
                          <a:ea typeface="+mn-ea"/>
                          <a:cs typeface="+mn-cs"/>
                        </a:rPr>
                        <a:t>Cấu hình PayPal</a:t>
                      </a:r>
                      <a:r>
                        <a:rPr lang="vi-VN" sz="1799" b="0" i="0" kern="1200" dirty="0">
                          <a:solidFill>
                            <a:schemeClr val="dk1"/>
                          </a:solidFill>
                          <a:effectLst/>
                          <a:latin typeface="+mn-lt"/>
                          <a:ea typeface="+mn-ea"/>
                          <a:cs typeface="+mn-cs"/>
                        </a:rPr>
                        <a:t>:</a:t>
                      </a:r>
                    </a:p>
                    <a:p>
                      <a:pPr lvl="1"/>
                      <a:r>
                        <a:rPr lang="vi-VN" sz="1799" b="0" i="0" kern="1200" dirty="0">
                          <a:solidFill>
                            <a:schemeClr val="dk1"/>
                          </a:solidFill>
                          <a:effectLst/>
                          <a:latin typeface="+mn-lt"/>
                          <a:ea typeface="+mn-ea"/>
                          <a:cs typeface="+mn-cs"/>
                        </a:rPr>
                        <a:t>Thêm thông tin cấu hình PayPal vào </a:t>
                      </a:r>
                      <a:r>
                        <a:rPr lang="vi-VN" sz="1799" b="0" i="0" kern="1200" dirty="0">
                          <a:solidFill>
                            <a:schemeClr val="dk1"/>
                          </a:solidFill>
                          <a:effectLst/>
                          <a:highlight>
                            <a:srgbClr val="FFFF00"/>
                          </a:highlight>
                          <a:latin typeface="+mn-lt"/>
                          <a:ea typeface="+mn-ea"/>
                          <a:cs typeface="+mn-cs"/>
                        </a:rPr>
                        <a:t>Web.config</a:t>
                      </a:r>
                      <a:r>
                        <a:rPr lang="vi-VN" sz="1799" b="0" i="0" kern="1200" dirty="0">
                          <a:solidFill>
                            <a:schemeClr val="dk1"/>
                          </a:solidFill>
                          <a:effectLst/>
                          <a:latin typeface="+mn-lt"/>
                          <a:ea typeface="+mn-ea"/>
                          <a:cs typeface="+mn-cs"/>
                        </a:rPr>
                        <a:t>:</a:t>
                      </a:r>
                    </a:p>
                    <a:p>
                      <a:pPr lvl="1"/>
                      <a:r>
                        <a:rPr lang="vi-VN"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&lt;appSettings&gt; </a:t>
                      </a:r>
                      <a:endPar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endParaRPr>
                    </a:p>
                    <a:p>
                      <a:pPr lvl="1"/>
                      <a:r>
                        <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   </a:t>
                      </a:r>
                      <a:r>
                        <a:rPr lang="vi-VN"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&lt;add key="PayPalClientId" value="YOUR_PAYPAL_CLIENT_ID" /&gt; </a:t>
                      </a:r>
                      <a:endPar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endParaRPr>
                    </a:p>
                    <a:p>
                      <a:pPr lvl="1"/>
                      <a:r>
                        <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   </a:t>
                      </a:r>
                      <a:r>
                        <a:rPr lang="vi-VN"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&lt;add key="PayPalClientSecret" value="YOUR_PAYPAL_CLIENT_SECRET" /&gt; </a:t>
                      </a:r>
                      <a:endPar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endParaRPr>
                    </a:p>
                    <a:p>
                      <a:pPr lvl="1"/>
                      <a:r>
                        <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   </a:t>
                      </a:r>
                      <a:r>
                        <a:rPr lang="vi-VN"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&lt;add key="PayPalMode" value="sandbox" /&gt; &lt;!-- Hoặc "live" cho môi trường </a:t>
                      </a:r>
                      <a:r>
                        <a:rPr lang="en-US"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production </a:t>
                      </a:r>
                      <a:r>
                        <a:rPr lang="vi-VN" sz="1400" b="0" i="0" kern="1200" dirty="0">
                          <a:solidFill>
                            <a:schemeClr val="dk1"/>
                          </a:solidFill>
                          <a:effectLst/>
                          <a:highlight>
                            <a:srgbClr val="FFFF00"/>
                          </a:highlight>
                          <a:latin typeface="Cascadia Code" panose="020B0609020000020004" pitchFamily="49" charset="0"/>
                          <a:ea typeface="+mn-ea"/>
                          <a:cs typeface="Cascadia Code" panose="020B0609020000020004" pitchFamily="49" charset="0"/>
                        </a:rPr>
                        <a:t>--&gt; &lt;/appSettings&gt;</a:t>
                      </a:r>
                    </a:p>
                  </a:txBody>
                  <a:tcPr/>
                </a:tc>
                <a:extLst>
                  <a:ext uri="{0D108BD9-81ED-4DB2-BD59-A6C34878D82A}">
                    <a16:rowId xmlns:a16="http://schemas.microsoft.com/office/drawing/2014/main" val="395742809"/>
                  </a:ext>
                </a:extLst>
              </a:tr>
            </a:tbl>
          </a:graphicData>
        </a:graphic>
      </p:graphicFrame>
    </p:spTree>
    <p:extLst>
      <p:ext uri="{BB962C8B-B14F-4D97-AF65-F5344CB8AC3E}">
        <p14:creationId xmlns:p14="http://schemas.microsoft.com/office/powerpoint/2010/main" val="937941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F1426CE-61EF-0D92-0BE5-C12668CC8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9851A-50F7-C694-0C5A-29061B95FB6E}"/>
              </a:ext>
            </a:extLst>
          </p:cNvPr>
          <p:cNvSpPr>
            <a:spLocks noGrp="1"/>
          </p:cNvSpPr>
          <p:nvPr>
            <p:ph type="title"/>
          </p:nvPr>
        </p:nvSpPr>
        <p:spPr>
          <a:xfrm>
            <a:off x="74612" y="120650"/>
            <a:ext cx="5105400" cy="844551"/>
          </a:xfrm>
        </p:spPr>
        <p:txBody>
          <a:bodyPr>
            <a:noAutofit/>
          </a:bodyPr>
          <a:lstStyle/>
          <a:p>
            <a:r>
              <a:rPr lang="en-US" sz="3600" dirty="0"/>
              <a:t>5. Thanh </a:t>
            </a:r>
            <a:r>
              <a:rPr lang="en-US" sz="3600" dirty="0" err="1"/>
              <a:t>toán</a:t>
            </a:r>
            <a:r>
              <a:rPr lang="en-US" sz="3600" dirty="0"/>
              <a:t> </a:t>
            </a:r>
            <a:r>
              <a:rPr lang="en-US" sz="3600" dirty="0" err="1"/>
              <a:t>bằng</a:t>
            </a:r>
            <a:r>
              <a:rPr lang="en-US" sz="3600" dirty="0"/>
              <a:t> </a:t>
            </a:r>
            <a:r>
              <a:rPr lang="en-US" sz="3600" dirty="0" err="1"/>
              <a:t>Paypal</a:t>
            </a:r>
            <a:r>
              <a:rPr lang="en-US" sz="3600" dirty="0"/>
              <a:t> </a:t>
            </a:r>
            <a:br>
              <a:rPr lang="en-US" sz="3600" dirty="0"/>
            </a:br>
            <a:r>
              <a:rPr lang="en-US" sz="2400" dirty="0"/>
              <a:t>Controller</a:t>
            </a:r>
            <a:endParaRPr lang="en-US" sz="3600" dirty="0">
              <a:latin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8288254C-F7EC-E877-72C9-C53C9A9CE0A0}"/>
              </a:ext>
            </a:extLst>
          </p:cNvPr>
          <p:cNvPicPr>
            <a:picLocks noChangeAspect="1"/>
          </p:cNvPicPr>
          <p:nvPr/>
        </p:nvPicPr>
        <p:blipFill>
          <a:blip r:embed="rId2"/>
          <a:stretch>
            <a:fillRect/>
          </a:stretch>
        </p:blipFill>
        <p:spPr>
          <a:xfrm>
            <a:off x="5637212" y="1178356"/>
            <a:ext cx="6477000" cy="5605881"/>
          </a:xfrm>
          <a:prstGeom prst="rect">
            <a:avLst/>
          </a:prstGeom>
        </p:spPr>
      </p:pic>
      <p:pic>
        <p:nvPicPr>
          <p:cNvPr id="6" name="Picture 5">
            <a:extLst>
              <a:ext uri="{FF2B5EF4-FFF2-40B4-BE49-F238E27FC236}">
                <a16:creationId xmlns:a16="http://schemas.microsoft.com/office/drawing/2014/main" id="{8CB43C23-8FAD-288A-9743-F3F60D02111E}"/>
              </a:ext>
            </a:extLst>
          </p:cNvPr>
          <p:cNvPicPr>
            <a:picLocks noChangeAspect="1"/>
          </p:cNvPicPr>
          <p:nvPr/>
        </p:nvPicPr>
        <p:blipFill>
          <a:blip r:embed="rId3"/>
          <a:stretch>
            <a:fillRect/>
          </a:stretch>
        </p:blipFill>
        <p:spPr>
          <a:xfrm>
            <a:off x="74612" y="1175918"/>
            <a:ext cx="5486400" cy="5605881"/>
          </a:xfrm>
          <a:prstGeom prst="rect">
            <a:avLst/>
          </a:prstGeom>
        </p:spPr>
      </p:pic>
      <p:pic>
        <p:nvPicPr>
          <p:cNvPr id="10" name="Picture 9">
            <a:extLst>
              <a:ext uri="{FF2B5EF4-FFF2-40B4-BE49-F238E27FC236}">
                <a16:creationId xmlns:a16="http://schemas.microsoft.com/office/drawing/2014/main" id="{325008A3-B45E-20C9-B3E9-0B8EA9B76B11}"/>
              </a:ext>
            </a:extLst>
          </p:cNvPr>
          <p:cNvPicPr>
            <a:picLocks noChangeAspect="1"/>
          </p:cNvPicPr>
          <p:nvPr/>
        </p:nvPicPr>
        <p:blipFill>
          <a:blip r:embed="rId4"/>
          <a:stretch>
            <a:fillRect/>
          </a:stretch>
        </p:blipFill>
        <p:spPr>
          <a:xfrm>
            <a:off x="5637212" y="73763"/>
            <a:ext cx="3657600" cy="1061044"/>
          </a:xfrm>
          <a:prstGeom prst="rect">
            <a:avLst/>
          </a:prstGeom>
        </p:spPr>
      </p:pic>
    </p:spTree>
    <p:extLst>
      <p:ext uri="{BB962C8B-B14F-4D97-AF65-F5344CB8AC3E}">
        <p14:creationId xmlns:p14="http://schemas.microsoft.com/office/powerpoint/2010/main" val="40868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3A7A0D2-9FDD-553B-BD5B-BC255C4FF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9F220-41DB-A921-0619-75E976309CED}"/>
              </a:ext>
            </a:extLst>
          </p:cNvPr>
          <p:cNvSpPr>
            <a:spLocks noGrp="1"/>
          </p:cNvSpPr>
          <p:nvPr>
            <p:ph type="title"/>
          </p:nvPr>
        </p:nvSpPr>
        <p:spPr>
          <a:xfrm>
            <a:off x="150812" y="152400"/>
            <a:ext cx="11887200" cy="838201"/>
          </a:xfrm>
        </p:spPr>
        <p:txBody>
          <a:bodyPr>
            <a:noAutofit/>
          </a:bodyPr>
          <a:lstStyle/>
          <a:p>
            <a:r>
              <a:rPr lang="en-US" sz="3600" dirty="0"/>
              <a:t>5. Thanh </a:t>
            </a:r>
            <a:r>
              <a:rPr lang="en-US" sz="3600" dirty="0" err="1"/>
              <a:t>toán</a:t>
            </a:r>
            <a:r>
              <a:rPr lang="en-US" sz="3600" dirty="0"/>
              <a:t> </a:t>
            </a:r>
            <a:r>
              <a:rPr lang="en-US" sz="3600" dirty="0" err="1"/>
              <a:t>bằng</a:t>
            </a:r>
            <a:r>
              <a:rPr lang="en-US" sz="3600" dirty="0"/>
              <a:t> </a:t>
            </a:r>
            <a:r>
              <a:rPr lang="en-US" sz="3600" dirty="0" err="1"/>
              <a:t>Paypal</a:t>
            </a:r>
            <a:br>
              <a:rPr lang="en-US" sz="3600" dirty="0"/>
            </a:br>
            <a:r>
              <a:rPr lang="en-US" sz="2400" dirty="0"/>
              <a:t>5.3. View</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26C2E4F6-56BC-4843-BBC4-3857ED97C1CB}"/>
              </a:ext>
            </a:extLst>
          </p:cNvPr>
          <p:cNvGraphicFramePr>
            <a:graphicFrameLocks noGrp="1"/>
          </p:cNvGraphicFramePr>
          <p:nvPr>
            <p:ph idx="1"/>
            <p:extLst>
              <p:ext uri="{D42A27DB-BD31-4B8C-83A1-F6EECF244321}">
                <p14:modId xmlns:p14="http://schemas.microsoft.com/office/powerpoint/2010/main" val="1288581287"/>
              </p:ext>
            </p:extLst>
          </p:nvPr>
        </p:nvGraphicFramePr>
        <p:xfrm>
          <a:off x="74612" y="1025168"/>
          <a:ext cx="3810000" cy="2861031"/>
        </p:xfrm>
        <a:graphic>
          <a:graphicData uri="http://schemas.openxmlformats.org/drawingml/2006/table">
            <a:tbl>
              <a:tblPr firstRow="1" bandRow="1">
                <a:tableStyleId>{073A0DAA-6AF3-43AB-8588-CEC1D06C72B9}</a:tableStyleId>
              </a:tblPr>
              <a:tblGrid>
                <a:gridCol w="3810000">
                  <a:extLst>
                    <a:ext uri="{9D8B030D-6E8A-4147-A177-3AD203B41FA5}">
                      <a16:colId xmlns:a16="http://schemas.microsoft.com/office/drawing/2014/main" val="3746387964"/>
                    </a:ext>
                  </a:extLst>
                </a:gridCol>
              </a:tblGrid>
              <a:tr h="452315">
                <a:tc>
                  <a:txBody>
                    <a:bodyPr/>
                    <a:lstStyle/>
                    <a:p>
                      <a:r>
                        <a:rPr lang="en-US" dirty="0"/>
                        <a:t>View: </a:t>
                      </a:r>
                      <a:r>
                        <a:rPr lang="en-US" dirty="0" err="1"/>
                        <a:t>OrderSuccess.cshtml</a:t>
                      </a:r>
                      <a:endParaRPr lang="en-US" dirty="0"/>
                    </a:p>
                  </a:txBody>
                  <a:tcPr/>
                </a:tc>
                <a:extLst>
                  <a:ext uri="{0D108BD9-81ED-4DB2-BD59-A6C34878D82A}">
                    <a16:rowId xmlns:a16="http://schemas.microsoft.com/office/drawing/2014/main" val="2981023087"/>
                  </a:ext>
                </a:extLst>
              </a:tr>
              <a:tr h="2408716">
                <a:tc>
                  <a:txBody>
                    <a:bodyPr/>
                    <a:lstStyle/>
                    <a:p>
                      <a:pPr marL="0" indent="0">
                        <a:buFont typeface="Arial" panose="020B0604020202020204" pitchFamily="34" charset="0"/>
                        <a:buNone/>
                      </a:pPr>
                      <a:endParaRPr lang="vi-VN" sz="1400" b="0" i="0" kern="1200" dirty="0">
                        <a:solidFill>
                          <a:schemeClr val="dk1"/>
                        </a:solidFill>
                        <a:effectLst/>
                        <a:latin typeface="+mn-lt"/>
                        <a:ea typeface="+mn-ea"/>
                        <a:cs typeface="+mn-cs"/>
                      </a:endParaRPr>
                    </a:p>
                  </a:txBody>
                  <a:tcPr/>
                </a:tc>
                <a:extLst>
                  <a:ext uri="{0D108BD9-81ED-4DB2-BD59-A6C34878D82A}">
                    <a16:rowId xmlns:a16="http://schemas.microsoft.com/office/drawing/2014/main" val="395742809"/>
                  </a:ext>
                </a:extLst>
              </a:tr>
            </a:tbl>
          </a:graphicData>
        </a:graphic>
      </p:graphicFrame>
    </p:spTree>
    <p:extLst>
      <p:ext uri="{BB962C8B-B14F-4D97-AF65-F5344CB8AC3E}">
        <p14:creationId xmlns:p14="http://schemas.microsoft.com/office/powerpoint/2010/main" val="1137405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46F16-3D44-AF0A-81A0-9823A1A5C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910BB2-5DCA-77DB-5254-76FC0FAA3DF1}"/>
              </a:ext>
            </a:extLst>
          </p:cNvPr>
          <p:cNvSpPr>
            <a:spLocks noGrp="1"/>
          </p:cNvSpPr>
          <p:nvPr>
            <p:ph type="title"/>
          </p:nvPr>
        </p:nvSpPr>
        <p:spPr>
          <a:xfrm>
            <a:off x="841028" y="548640"/>
            <a:ext cx="3599923" cy="3261360"/>
          </a:xfrm>
        </p:spPr>
        <p:txBody>
          <a:bodyPr>
            <a:normAutofit/>
          </a:bodyPr>
          <a:lstStyle/>
          <a:p>
            <a:r>
              <a:rPr lang="en-US" sz="5400" dirty="0"/>
              <a:t>5. Header</a:t>
            </a:r>
          </a:p>
        </p:txBody>
      </p:sp>
      <p:sp>
        <p:nvSpPr>
          <p:cNvPr id="3" name="TextBox 2">
            <a:extLst>
              <a:ext uri="{FF2B5EF4-FFF2-40B4-BE49-F238E27FC236}">
                <a16:creationId xmlns:a16="http://schemas.microsoft.com/office/drawing/2014/main" id="{1D515C85-A07B-30A4-9D8B-215B84C1C755}"/>
              </a:ext>
            </a:extLst>
          </p:cNvPr>
          <p:cNvSpPr txBox="1"/>
          <p:nvPr/>
        </p:nvSpPr>
        <p:spPr>
          <a:xfrm>
            <a:off x="1370012" y="6011587"/>
            <a:ext cx="8839200" cy="369332"/>
          </a:xfrm>
          <a:prstGeom prst="rect">
            <a:avLst/>
          </a:prstGeom>
          <a:noFill/>
        </p:spPr>
        <p:txBody>
          <a:bodyPr wrap="square" rtlCol="0">
            <a:spAutoFit/>
          </a:bodyPr>
          <a:lstStyle/>
          <a:p>
            <a:r>
              <a:rPr lang="en-US" dirty="0"/>
              <a:t>Link Video </a:t>
            </a:r>
            <a:r>
              <a:rPr lang="en-US" dirty="0" err="1"/>
              <a:t>hướng</a:t>
            </a:r>
            <a:r>
              <a:rPr lang="en-US" dirty="0"/>
              <a:t> </a:t>
            </a:r>
            <a:r>
              <a:rPr lang="en-US" dirty="0" err="1"/>
              <a:t>dẫn</a:t>
            </a:r>
            <a:r>
              <a:rPr lang="en-US" dirty="0"/>
              <a:t>:</a:t>
            </a:r>
          </a:p>
        </p:txBody>
      </p:sp>
      <p:graphicFrame>
        <p:nvGraphicFramePr>
          <p:cNvPr id="4" name="Table 3">
            <a:extLst>
              <a:ext uri="{FF2B5EF4-FFF2-40B4-BE49-F238E27FC236}">
                <a16:creationId xmlns:a16="http://schemas.microsoft.com/office/drawing/2014/main" id="{951A3146-D440-A4FC-49DE-B69E6375DDA0}"/>
              </a:ext>
            </a:extLst>
          </p:cNvPr>
          <p:cNvGraphicFramePr>
            <a:graphicFrameLocks noGrp="1"/>
          </p:cNvGraphicFramePr>
          <p:nvPr/>
        </p:nvGraphicFramePr>
        <p:xfrm>
          <a:off x="4037012" y="591819"/>
          <a:ext cx="8001001" cy="5123181"/>
        </p:xfrm>
        <a:graphic>
          <a:graphicData uri="http://schemas.openxmlformats.org/drawingml/2006/table">
            <a:tbl>
              <a:tblPr firstRow="1" bandRow="1">
                <a:tableStyleId>{073A0DAA-6AF3-43AB-8588-CEC1D06C72B9}</a:tableStyleId>
              </a:tblPr>
              <a:tblGrid>
                <a:gridCol w="1447800">
                  <a:extLst>
                    <a:ext uri="{9D8B030D-6E8A-4147-A177-3AD203B41FA5}">
                      <a16:colId xmlns:a16="http://schemas.microsoft.com/office/drawing/2014/main" val="285875749"/>
                    </a:ext>
                  </a:extLst>
                </a:gridCol>
                <a:gridCol w="4343400">
                  <a:extLst>
                    <a:ext uri="{9D8B030D-6E8A-4147-A177-3AD203B41FA5}">
                      <a16:colId xmlns:a16="http://schemas.microsoft.com/office/drawing/2014/main" val="2882471911"/>
                    </a:ext>
                  </a:extLst>
                </a:gridCol>
                <a:gridCol w="2209801">
                  <a:extLst>
                    <a:ext uri="{9D8B030D-6E8A-4147-A177-3AD203B41FA5}">
                      <a16:colId xmlns:a16="http://schemas.microsoft.com/office/drawing/2014/main" val="3686659855"/>
                    </a:ext>
                  </a:extLst>
                </a:gridCol>
              </a:tblGrid>
              <a:tr h="426445">
                <a:tc>
                  <a:txBody>
                    <a:bodyPr/>
                    <a:lstStyle/>
                    <a:p>
                      <a:r>
                        <a:rPr lang="en-US" dirty="0"/>
                        <a:t>Section</a:t>
                      </a:r>
                    </a:p>
                  </a:txBody>
                  <a:tcPr/>
                </a:tc>
                <a:tc>
                  <a:txBody>
                    <a:bodyPr/>
                    <a:lstStyle/>
                    <a:p>
                      <a:r>
                        <a:rPr lang="en-US" dirty="0" err="1"/>
                        <a:t>Mục</a:t>
                      </a:r>
                      <a:r>
                        <a:rPr lang="en-US" dirty="0"/>
                        <a:t> </a:t>
                      </a:r>
                      <a:r>
                        <a:rPr lang="en-US" dirty="0" err="1"/>
                        <a:t>đích</a:t>
                      </a:r>
                      <a:endParaRPr lang="en-US" dirty="0"/>
                    </a:p>
                  </a:txBody>
                  <a:tcPr/>
                </a:tc>
                <a:tc>
                  <a:txBody>
                    <a:bodyPr/>
                    <a:lstStyle/>
                    <a:p>
                      <a:r>
                        <a:rPr lang="en-US" dirty="0"/>
                        <a:t>View</a:t>
                      </a:r>
                    </a:p>
                  </a:txBody>
                  <a:tcPr/>
                </a:tc>
                <a:extLst>
                  <a:ext uri="{0D108BD9-81ED-4DB2-BD59-A6C34878D82A}">
                    <a16:rowId xmlns:a16="http://schemas.microsoft.com/office/drawing/2014/main" val="4116632014"/>
                  </a:ext>
                </a:extLst>
              </a:tr>
              <a:tr h="946358">
                <a:tc>
                  <a:txBody>
                    <a:bodyPr/>
                    <a:lstStyle/>
                    <a:p>
                      <a:r>
                        <a:rPr lang="en-US" sz="1600" dirty="0" err="1"/>
                        <a:t>Phần</a:t>
                      </a:r>
                      <a:r>
                        <a:rPr lang="en-US" sz="1600" dirty="0"/>
                        <a:t> </a:t>
                      </a:r>
                      <a:r>
                        <a:rPr lang="en-US" sz="1600" dirty="0" err="1"/>
                        <a:t>CategoryMenu</a:t>
                      </a:r>
                      <a:endParaRPr lang="en-US" sz="1600" dirty="0"/>
                    </a:p>
                  </a:txBody>
                  <a:tcPr/>
                </a:tc>
                <a:tc>
                  <a:txBody>
                    <a:bodyPr/>
                    <a:lstStyle/>
                    <a:p>
                      <a:pPr lvl="0"/>
                      <a:r>
                        <a:rPr lang="en-US" sz="1600" dirty="0" err="1"/>
                        <a:t>Hiển</a:t>
                      </a:r>
                      <a:r>
                        <a:rPr lang="en-US" sz="1600" dirty="0"/>
                        <a:t> </a:t>
                      </a:r>
                      <a:r>
                        <a:rPr lang="en-US" sz="1600" dirty="0" err="1"/>
                        <a:t>thị</a:t>
                      </a:r>
                      <a:r>
                        <a:rPr lang="en-US" sz="1600" dirty="0"/>
                        <a:t> </a:t>
                      </a:r>
                      <a:r>
                        <a:rPr lang="en-US" sz="1600" dirty="0" err="1"/>
                        <a:t>danh</a:t>
                      </a:r>
                      <a:r>
                        <a:rPr lang="en-US" sz="1600" dirty="0"/>
                        <a:t> </a:t>
                      </a:r>
                      <a:r>
                        <a:rPr lang="en-US" sz="1600" dirty="0" err="1"/>
                        <a:t>mục</a:t>
                      </a:r>
                      <a:r>
                        <a:rPr lang="en-US" sz="1600" dirty="0"/>
                        <a:t> </a:t>
                      </a:r>
                      <a:r>
                        <a:rPr lang="en-US" sz="1600" dirty="0" err="1"/>
                        <a:t>sản</a:t>
                      </a:r>
                      <a:r>
                        <a:rPr lang="en-US" sz="1600" dirty="0"/>
                        <a:t> </a:t>
                      </a:r>
                      <a:r>
                        <a:rPr lang="en-US" sz="1600" dirty="0" err="1"/>
                        <a:t>phẩm</a:t>
                      </a:r>
                      <a:r>
                        <a:rPr lang="en-US" sz="1600" dirty="0"/>
                        <a:t>, </a:t>
                      </a:r>
                      <a:r>
                        <a:rPr lang="en-US" sz="1600" dirty="0" err="1"/>
                        <a:t>cho</a:t>
                      </a:r>
                      <a:r>
                        <a:rPr lang="en-US" sz="1600" dirty="0"/>
                        <a:t> </a:t>
                      </a:r>
                      <a:r>
                        <a:rPr lang="en-US" sz="1600" dirty="0" err="1"/>
                        <a:t>phép</a:t>
                      </a:r>
                      <a:r>
                        <a:rPr lang="en-US" sz="1600" dirty="0"/>
                        <a:t> </a:t>
                      </a:r>
                      <a:r>
                        <a:rPr lang="en-US" sz="1600" dirty="0" err="1"/>
                        <a:t>chọn</a:t>
                      </a:r>
                      <a:r>
                        <a:rPr lang="en-US" sz="1600" dirty="0"/>
                        <a:t> </a:t>
                      </a:r>
                      <a:r>
                        <a:rPr lang="en-US" sz="1600" dirty="0" err="1"/>
                        <a:t>xem</a:t>
                      </a:r>
                      <a:r>
                        <a:rPr lang="en-US" sz="1600" dirty="0"/>
                        <a:t> </a:t>
                      </a:r>
                      <a:r>
                        <a:rPr lang="en-US" sz="1600" dirty="0" err="1"/>
                        <a:t>danh</a:t>
                      </a:r>
                      <a:r>
                        <a:rPr lang="en-US" sz="1600" dirty="0"/>
                        <a:t> </a:t>
                      </a:r>
                      <a:r>
                        <a:rPr lang="en-US" sz="1600" dirty="0" err="1"/>
                        <a:t>sách</a:t>
                      </a:r>
                      <a:r>
                        <a:rPr lang="en-US" sz="1600" dirty="0"/>
                        <a:t> </a:t>
                      </a:r>
                      <a:r>
                        <a:rPr lang="en-US" sz="1600" dirty="0" err="1"/>
                        <a:t>sản</a:t>
                      </a:r>
                      <a:r>
                        <a:rPr lang="en-US" sz="1600" dirty="0"/>
                        <a:t> </a:t>
                      </a:r>
                      <a:r>
                        <a:rPr lang="en-US" sz="1600" dirty="0" err="1"/>
                        <a:t>phẩm</a:t>
                      </a:r>
                      <a:r>
                        <a:rPr lang="en-US" sz="1600" dirty="0"/>
                        <a:t> </a:t>
                      </a:r>
                      <a:r>
                        <a:rPr lang="en-US" sz="1600" dirty="0" err="1"/>
                        <a:t>thuộc</a:t>
                      </a:r>
                      <a:r>
                        <a:rPr lang="en-US" sz="1600" dirty="0"/>
                        <a:t> cũng </a:t>
                      </a:r>
                      <a:r>
                        <a:rPr lang="en-US" sz="1600" dirty="0" err="1"/>
                        <a:t>một</a:t>
                      </a:r>
                      <a:r>
                        <a:rPr lang="en-US" sz="1600" dirty="0"/>
                        <a:t> </a:t>
                      </a:r>
                      <a:r>
                        <a:rPr lang="en-US" sz="1600" dirty="0" err="1"/>
                        <a:t>danh</a:t>
                      </a:r>
                      <a:r>
                        <a:rPr lang="en-US" sz="1600" dirty="0"/>
                        <a:t> </a:t>
                      </a:r>
                      <a:r>
                        <a:rPr lang="en-US" sz="1600" dirty="0" err="1"/>
                        <a:t>mục</a:t>
                      </a:r>
                      <a:endParaRPr lang="en-US" sz="1600" dirty="0"/>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Tách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thành</a:t>
                      </a:r>
                      <a:r>
                        <a:rPr lang="en-US" sz="1600" b="0" kern="1200" dirty="0">
                          <a:solidFill>
                            <a:schemeClr val="bg1"/>
                          </a:solidFill>
                          <a:latin typeface="+mn-lt"/>
                          <a:ea typeface="+mn-ea"/>
                          <a:cs typeface="+mn-cs"/>
                        </a:rPr>
                        <a:t> </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CategoryMenuPV.cshtml</a:t>
                      </a:r>
                      <a:endParaRPr lang="en-US" sz="1600" b="0" kern="1200" dirty="0">
                        <a:solidFill>
                          <a:schemeClr val="bg1"/>
                        </a:solidFill>
                        <a:latin typeface="+mn-lt"/>
                        <a:ea typeface="+mn-ea"/>
                        <a:cs typeface="+mn-cs"/>
                      </a:endParaRPr>
                    </a:p>
                  </a:txBody>
                  <a:tcPr/>
                </a:tc>
                <a:extLst>
                  <a:ext uri="{0D108BD9-81ED-4DB2-BD59-A6C34878D82A}">
                    <a16:rowId xmlns:a16="http://schemas.microsoft.com/office/drawing/2014/main" val="3222019450"/>
                  </a:ext>
                </a:extLst>
              </a:tr>
              <a:tr h="3750378">
                <a:tc>
                  <a:txBody>
                    <a:bodyPr/>
                    <a:lstStyle/>
                    <a:p>
                      <a:r>
                        <a:rPr lang="en-US" sz="1600" dirty="0" err="1"/>
                        <a:t>Phần</a:t>
                      </a:r>
                      <a:r>
                        <a:rPr lang="en-US" sz="1600" dirty="0"/>
                        <a:t> </a:t>
                      </a:r>
                      <a:r>
                        <a:rPr lang="en-US" sz="1600" dirty="0" err="1"/>
                        <a:t>PersonalMenu</a:t>
                      </a:r>
                      <a:endParaRPr lang="en-US" sz="1600" dirty="0"/>
                    </a:p>
                  </a:txBody>
                  <a:tcPr/>
                </a:tc>
                <a:tc>
                  <a:txBody>
                    <a:bodyPr/>
                    <a:lstStyle/>
                    <a:p>
                      <a:r>
                        <a:rPr lang="en-US" sz="1600" dirty="0" err="1"/>
                        <a:t>Hiển</a:t>
                      </a:r>
                      <a:r>
                        <a:rPr lang="en-US" sz="1600" dirty="0"/>
                        <a:t> </a:t>
                      </a:r>
                      <a:r>
                        <a:rPr lang="en-US" sz="1600" dirty="0" err="1"/>
                        <a:t>thị</a:t>
                      </a:r>
                      <a:r>
                        <a:rPr lang="en-US" sz="1600" dirty="0"/>
                        <a:t> </a:t>
                      </a:r>
                      <a:r>
                        <a:rPr lang="en-US" sz="1600" dirty="0" err="1"/>
                        <a:t>các</a:t>
                      </a:r>
                      <a:r>
                        <a:rPr lang="en-US" sz="1600" dirty="0"/>
                        <a:t> </a:t>
                      </a:r>
                      <a:r>
                        <a:rPr lang="en-US" sz="1600" dirty="0" err="1"/>
                        <a:t>lựa</a:t>
                      </a:r>
                      <a:r>
                        <a:rPr lang="en-US" sz="1600" dirty="0"/>
                        <a:t> </a:t>
                      </a:r>
                      <a:r>
                        <a:rPr lang="en-US" sz="1600" dirty="0" err="1"/>
                        <a:t>chọn</a:t>
                      </a:r>
                      <a:r>
                        <a:rPr lang="en-US" sz="1600" dirty="0"/>
                        <a:t> </a:t>
                      </a:r>
                      <a:r>
                        <a:rPr lang="en-US" sz="1600" dirty="0" err="1"/>
                        <a:t>cá</a:t>
                      </a:r>
                      <a:r>
                        <a:rPr lang="en-US" sz="1600" dirty="0"/>
                        <a:t> </a:t>
                      </a:r>
                      <a:r>
                        <a:rPr lang="en-US" sz="1600" dirty="0" err="1"/>
                        <a:t>nhân</a:t>
                      </a:r>
                      <a:r>
                        <a:rPr lang="en-US" sz="1600" dirty="0"/>
                        <a:t>:</a:t>
                      </a:r>
                    </a:p>
                    <a:p>
                      <a:pPr marL="285750" indent="-285750">
                        <a:buFontTx/>
                        <a:buChar char="-"/>
                      </a:pPr>
                      <a:r>
                        <a:rPr lang="en-US" sz="1600" dirty="0">
                          <a:highlight>
                            <a:srgbClr val="FFFF00"/>
                          </a:highlight>
                        </a:rPr>
                        <a:t>Trang </a:t>
                      </a:r>
                      <a:r>
                        <a:rPr lang="en-US" sz="1600" dirty="0" err="1">
                          <a:highlight>
                            <a:srgbClr val="FFFF00"/>
                          </a:highlight>
                        </a:rPr>
                        <a:t>chủ</a:t>
                      </a:r>
                      <a:r>
                        <a:rPr lang="en-US" sz="1600" dirty="0"/>
                        <a:t>: </a:t>
                      </a:r>
                      <a:r>
                        <a:rPr lang="en-US" sz="1600" dirty="0" err="1"/>
                        <a:t>Kích</a:t>
                      </a:r>
                      <a:r>
                        <a:rPr lang="en-US" sz="1600" dirty="0"/>
                        <a:t> </a:t>
                      </a:r>
                      <a:r>
                        <a:rPr lang="en-US" sz="1600" dirty="0" err="1"/>
                        <a:t>vào</a:t>
                      </a:r>
                      <a:r>
                        <a:rPr lang="en-US" sz="1600" dirty="0"/>
                        <a:t> link </a:t>
                      </a:r>
                      <a:r>
                        <a:rPr lang="en-US" sz="1600" dirty="0" err="1"/>
                        <a:t>sẽ</a:t>
                      </a:r>
                      <a:r>
                        <a:rPr lang="en-US" sz="1600" dirty="0"/>
                        <a:t> </a:t>
                      </a:r>
                      <a:r>
                        <a:rPr lang="en-US" sz="1600" dirty="0" err="1"/>
                        <a:t>điều</a:t>
                      </a:r>
                      <a:r>
                        <a:rPr lang="en-US" sz="1600" dirty="0"/>
                        <a:t> </a:t>
                      </a:r>
                      <a:r>
                        <a:rPr lang="en-US" sz="1600" dirty="0" err="1"/>
                        <a:t>hướng</a:t>
                      </a:r>
                      <a:r>
                        <a:rPr lang="en-US" sz="1600" dirty="0"/>
                        <a:t> </a:t>
                      </a:r>
                      <a:r>
                        <a:rPr lang="en-US" sz="1600" dirty="0" err="1"/>
                        <a:t>về</a:t>
                      </a:r>
                      <a:r>
                        <a:rPr lang="en-US" sz="1600" dirty="0"/>
                        <a:t> Trang </a:t>
                      </a:r>
                      <a:r>
                        <a:rPr lang="en-US" sz="1600" dirty="0" err="1"/>
                        <a:t>chủ</a:t>
                      </a:r>
                      <a:r>
                        <a:rPr lang="en-US" sz="1600" dirty="0"/>
                        <a:t>, </a:t>
                      </a:r>
                    </a:p>
                    <a:p>
                      <a:pPr marL="285750" indent="-285750">
                        <a:buFontTx/>
                        <a:buChar char="-"/>
                      </a:pPr>
                      <a:r>
                        <a:rPr lang="en-US" sz="1600" dirty="0" err="1">
                          <a:highlight>
                            <a:srgbClr val="FFFF00"/>
                          </a:highlight>
                        </a:rPr>
                        <a:t>Tài</a:t>
                      </a:r>
                      <a:r>
                        <a:rPr lang="en-US" sz="1600" dirty="0">
                          <a:highlight>
                            <a:srgbClr val="FFFF00"/>
                          </a:highlight>
                        </a:rPr>
                        <a:t> </a:t>
                      </a:r>
                      <a:r>
                        <a:rPr lang="en-US" sz="1600" dirty="0" err="1">
                          <a:highlight>
                            <a:srgbClr val="FFFF00"/>
                          </a:highlight>
                        </a:rPr>
                        <a:t>khoản</a:t>
                      </a:r>
                      <a:r>
                        <a:rPr lang="en-US" sz="1600" dirty="0"/>
                        <a:t>: </a:t>
                      </a:r>
                      <a:r>
                        <a:rPr lang="en-US" sz="1600" dirty="0" err="1"/>
                        <a:t>xổ</a:t>
                      </a:r>
                      <a:r>
                        <a:rPr lang="en-US" sz="1600" dirty="0"/>
                        <a:t> </a:t>
                      </a:r>
                      <a:r>
                        <a:rPr lang="en-US" sz="1600" dirty="0" err="1"/>
                        <a:t>danh</a:t>
                      </a:r>
                      <a:r>
                        <a:rPr lang="en-US" sz="1600" dirty="0"/>
                        <a:t> </a:t>
                      </a:r>
                      <a:r>
                        <a:rPr lang="en-US" sz="1600" dirty="0" err="1"/>
                        <a:t>mục</a:t>
                      </a:r>
                      <a:r>
                        <a:rPr lang="en-US" sz="1600" dirty="0"/>
                        <a:t> dropdown menu</a:t>
                      </a:r>
                    </a:p>
                    <a:p>
                      <a:pPr marL="742813" lvl="1" indent="-285750">
                        <a:buFontTx/>
                        <a:buChar char="-"/>
                      </a:pPr>
                      <a:r>
                        <a:rPr lang="en-US" sz="1600" b="1" dirty="0" err="1"/>
                        <a:t>Nếu</a:t>
                      </a:r>
                      <a:r>
                        <a:rPr lang="en-US" sz="1600" b="1" dirty="0"/>
                        <a:t> </a:t>
                      </a:r>
                      <a:r>
                        <a:rPr lang="en-US" sz="1600" b="1" dirty="0" err="1"/>
                        <a:t>người</a:t>
                      </a:r>
                      <a:r>
                        <a:rPr lang="en-US" sz="1600" b="1" dirty="0"/>
                        <a:t> </a:t>
                      </a:r>
                      <a:r>
                        <a:rPr lang="en-US" sz="1600" b="1" dirty="0" err="1"/>
                        <a:t>dùng</a:t>
                      </a:r>
                      <a:r>
                        <a:rPr lang="en-US" sz="1600" b="1" dirty="0"/>
                        <a:t> </a:t>
                      </a:r>
                      <a:r>
                        <a:rPr lang="en-US" sz="1600" b="1" dirty="0" err="1"/>
                        <a:t>chưa</a:t>
                      </a:r>
                      <a:r>
                        <a:rPr lang="en-US" sz="1600" b="1" dirty="0"/>
                        <a:t> </a:t>
                      </a:r>
                      <a:r>
                        <a:rPr lang="en-US" sz="1600" b="1" dirty="0" err="1"/>
                        <a:t>Đăng</a:t>
                      </a:r>
                      <a:r>
                        <a:rPr lang="en-US" sz="1600" b="1" dirty="0"/>
                        <a:t> </a:t>
                      </a:r>
                      <a:r>
                        <a:rPr lang="en-US" sz="1600" b="1" dirty="0" err="1"/>
                        <a:t>nhập</a:t>
                      </a:r>
                      <a:r>
                        <a:rPr lang="en-US" sz="1600" dirty="0"/>
                        <a:t>: </a:t>
                      </a:r>
                      <a:r>
                        <a:rPr lang="en-US" sz="1600" dirty="0" err="1"/>
                        <a:t>hiển</a:t>
                      </a:r>
                      <a:r>
                        <a:rPr lang="en-US" sz="1600" dirty="0"/>
                        <a:t> </a:t>
                      </a:r>
                      <a:r>
                        <a:rPr lang="en-US" sz="1600" dirty="0" err="1"/>
                        <a:t>thị</a:t>
                      </a:r>
                      <a:r>
                        <a:rPr lang="en-US" sz="1600" dirty="0"/>
                        <a:t> 02 </a:t>
                      </a:r>
                      <a:r>
                        <a:rPr lang="en-US" sz="1600" dirty="0" err="1"/>
                        <a:t>lựa</a:t>
                      </a:r>
                      <a:r>
                        <a:rPr lang="en-US" sz="1600" dirty="0"/>
                        <a:t> </a:t>
                      </a:r>
                      <a:r>
                        <a:rPr lang="en-US" sz="1600" dirty="0" err="1"/>
                        <a:t>chọn</a:t>
                      </a:r>
                      <a:r>
                        <a:rPr lang="en-US" sz="1600" dirty="0"/>
                        <a:t> </a:t>
                      </a:r>
                      <a:r>
                        <a:rPr lang="en-US" sz="1600" dirty="0" err="1"/>
                        <a:t>Đăng</a:t>
                      </a:r>
                      <a:r>
                        <a:rPr lang="en-US" sz="1600" dirty="0"/>
                        <a:t> </a:t>
                      </a:r>
                      <a:r>
                        <a:rPr lang="en-US" sz="1600" dirty="0" err="1"/>
                        <a:t>ký</a:t>
                      </a:r>
                      <a:r>
                        <a:rPr lang="en-US" sz="1600" dirty="0"/>
                        <a:t> </a:t>
                      </a:r>
                      <a:r>
                        <a:rPr lang="en-US" sz="1600" dirty="0" err="1"/>
                        <a:t>và</a:t>
                      </a:r>
                      <a:r>
                        <a:rPr lang="en-US" sz="1600" dirty="0"/>
                        <a:t> </a:t>
                      </a:r>
                      <a:r>
                        <a:rPr lang="en-US" sz="1600" dirty="0" err="1"/>
                        <a:t>Đăng</a:t>
                      </a:r>
                      <a:r>
                        <a:rPr lang="en-US" sz="1600" dirty="0"/>
                        <a:t> </a:t>
                      </a:r>
                      <a:r>
                        <a:rPr lang="en-US" sz="1600" dirty="0" err="1"/>
                        <a:t>Nhập</a:t>
                      </a:r>
                      <a:endParaRPr lang="en-US" sz="1600" dirty="0"/>
                    </a:p>
                    <a:p>
                      <a:pPr marL="742813" lvl="1" indent="-285750">
                        <a:buFontTx/>
                        <a:buChar char="-"/>
                      </a:pPr>
                      <a:r>
                        <a:rPr lang="en-US" sz="1600" b="1" dirty="0" err="1"/>
                        <a:t>Nếu</a:t>
                      </a:r>
                      <a:r>
                        <a:rPr lang="en-US" sz="1600" b="1" dirty="0"/>
                        <a:t> </a:t>
                      </a:r>
                      <a:r>
                        <a:rPr lang="en-US" sz="1600" b="1" dirty="0" err="1"/>
                        <a:t>người</a:t>
                      </a:r>
                      <a:r>
                        <a:rPr lang="en-US" sz="1600" b="1" dirty="0"/>
                        <a:t> dung </a:t>
                      </a:r>
                      <a:r>
                        <a:rPr lang="en-US" sz="1600" b="1" dirty="0" err="1"/>
                        <a:t>đã</a:t>
                      </a:r>
                      <a:r>
                        <a:rPr lang="en-US" sz="1600" b="1" dirty="0"/>
                        <a:t> </a:t>
                      </a:r>
                      <a:r>
                        <a:rPr lang="en-US" sz="1600" b="1" dirty="0" err="1"/>
                        <a:t>đăng</a:t>
                      </a:r>
                      <a:r>
                        <a:rPr lang="en-US" sz="1600" b="1" dirty="0"/>
                        <a:t> </a:t>
                      </a:r>
                      <a:r>
                        <a:rPr lang="en-US" sz="1600" b="1" dirty="0" err="1"/>
                        <a:t>nhập</a:t>
                      </a:r>
                      <a:r>
                        <a:rPr lang="en-US" sz="1600" dirty="0"/>
                        <a:t>: </a:t>
                      </a:r>
                      <a:r>
                        <a:rPr lang="en-US" sz="1600" dirty="0" err="1"/>
                        <a:t>hiển</a:t>
                      </a:r>
                      <a:r>
                        <a:rPr lang="en-US" sz="1600" dirty="0"/>
                        <a:t> </a:t>
                      </a:r>
                      <a:r>
                        <a:rPr lang="en-US" sz="1600" dirty="0" err="1"/>
                        <a:t>thị</a:t>
                      </a:r>
                      <a:r>
                        <a:rPr lang="en-US" sz="1600" dirty="0"/>
                        <a:t> 02 </a:t>
                      </a:r>
                      <a:r>
                        <a:rPr lang="en-US" sz="1600" dirty="0" err="1"/>
                        <a:t>lựa</a:t>
                      </a:r>
                      <a:r>
                        <a:rPr lang="en-US" sz="1600" dirty="0"/>
                        <a:t> </a:t>
                      </a:r>
                      <a:r>
                        <a:rPr lang="en-US" sz="1600" dirty="0" err="1"/>
                        <a:t>chọn</a:t>
                      </a:r>
                      <a:r>
                        <a:rPr lang="en-US" sz="1600" dirty="0"/>
                        <a:t> Thông tin </a:t>
                      </a:r>
                      <a:r>
                        <a:rPr lang="en-US" sz="1600" dirty="0" err="1"/>
                        <a:t>tài</a:t>
                      </a:r>
                      <a:r>
                        <a:rPr lang="en-US" sz="1600" dirty="0"/>
                        <a:t> </a:t>
                      </a:r>
                      <a:r>
                        <a:rPr lang="en-US" sz="1600" dirty="0" err="1"/>
                        <a:t>khoản</a:t>
                      </a:r>
                      <a:r>
                        <a:rPr lang="en-US" sz="1600" dirty="0"/>
                        <a:t> </a:t>
                      </a:r>
                      <a:r>
                        <a:rPr lang="en-US" sz="1600" dirty="0" err="1"/>
                        <a:t>và</a:t>
                      </a:r>
                      <a:r>
                        <a:rPr lang="en-US" sz="1600" dirty="0"/>
                        <a:t> </a:t>
                      </a:r>
                      <a:r>
                        <a:rPr lang="en-US" sz="1600" dirty="0" err="1"/>
                        <a:t>Đăng</a:t>
                      </a:r>
                      <a:r>
                        <a:rPr lang="en-US" sz="1600" dirty="0"/>
                        <a:t> </a:t>
                      </a:r>
                      <a:r>
                        <a:rPr lang="en-US" sz="1600" dirty="0" err="1"/>
                        <a:t>xuất</a:t>
                      </a:r>
                      <a:endParaRPr lang="en-US" sz="1600" dirty="0"/>
                    </a:p>
                    <a:p>
                      <a:pPr marL="285750" indent="-285750">
                        <a:buFontTx/>
                        <a:buChar char="-"/>
                      </a:pPr>
                      <a:r>
                        <a:rPr lang="en-US" sz="1600" dirty="0" err="1">
                          <a:highlight>
                            <a:srgbClr val="FFFF00"/>
                          </a:highlight>
                        </a:rPr>
                        <a:t>Giỏ</a:t>
                      </a:r>
                      <a:r>
                        <a:rPr lang="en-US" sz="1600" dirty="0">
                          <a:highlight>
                            <a:srgbClr val="FFFF00"/>
                          </a:highlight>
                        </a:rPr>
                        <a:t> </a:t>
                      </a:r>
                      <a:r>
                        <a:rPr lang="en-US" sz="1600" dirty="0" err="1">
                          <a:highlight>
                            <a:srgbClr val="FFFF00"/>
                          </a:highlight>
                        </a:rPr>
                        <a:t>hàng</a:t>
                      </a:r>
                      <a:r>
                        <a:rPr lang="en-US" sz="1600" dirty="0"/>
                        <a:t>: </a:t>
                      </a:r>
                      <a:r>
                        <a:rPr lang="en-US" sz="1600" dirty="0" err="1"/>
                        <a:t>hiển</a:t>
                      </a:r>
                      <a:r>
                        <a:rPr lang="en-US" sz="1600" dirty="0"/>
                        <a:t> </a:t>
                      </a:r>
                      <a:r>
                        <a:rPr lang="en-US" sz="1600" dirty="0" err="1"/>
                        <a:t>thị</a:t>
                      </a:r>
                      <a:r>
                        <a:rPr lang="en-US" sz="1600" dirty="0"/>
                        <a:t> </a:t>
                      </a:r>
                      <a:r>
                        <a:rPr lang="en-US" sz="1600" dirty="0" err="1"/>
                        <a:t>số</a:t>
                      </a:r>
                      <a:r>
                        <a:rPr lang="en-US" sz="1600" dirty="0"/>
                        <a:t> </a:t>
                      </a:r>
                      <a:r>
                        <a:rPr lang="en-US" sz="1600" dirty="0" err="1"/>
                        <a:t>lượng</a:t>
                      </a:r>
                      <a:r>
                        <a:rPr lang="en-US" sz="1600" dirty="0"/>
                        <a:t> </a:t>
                      </a:r>
                      <a:r>
                        <a:rPr lang="en-US" sz="1600" dirty="0" err="1"/>
                        <a:t>mặt</a:t>
                      </a:r>
                      <a:r>
                        <a:rPr lang="en-US" sz="1600" dirty="0"/>
                        <a:t> </a:t>
                      </a:r>
                      <a:r>
                        <a:rPr lang="en-US" sz="1600" dirty="0" err="1"/>
                        <a:t>hàng</a:t>
                      </a:r>
                      <a:r>
                        <a:rPr lang="en-US" sz="1600" dirty="0"/>
                        <a:t> </a:t>
                      </a:r>
                      <a:r>
                        <a:rPr lang="en-US" sz="1600" dirty="0" err="1"/>
                        <a:t>có</a:t>
                      </a:r>
                      <a:r>
                        <a:rPr lang="en-US" sz="1600" dirty="0"/>
                        <a:t> </a:t>
                      </a:r>
                      <a:r>
                        <a:rPr lang="en-US" sz="1600" dirty="0" err="1"/>
                        <a:t>trong</a:t>
                      </a:r>
                      <a:r>
                        <a:rPr lang="en-US" sz="1600" dirty="0"/>
                        <a:t> </a:t>
                      </a:r>
                      <a:r>
                        <a:rPr lang="en-US" sz="1600" dirty="0" err="1"/>
                        <a:t>giỏ</a:t>
                      </a:r>
                      <a:r>
                        <a:rPr lang="en-US" sz="1600" dirty="0"/>
                        <a:t>. </a:t>
                      </a:r>
                      <a:r>
                        <a:rPr lang="en-US" sz="1600" dirty="0" err="1"/>
                        <a:t>Nếu</a:t>
                      </a:r>
                      <a:r>
                        <a:rPr lang="en-US" sz="1600" dirty="0"/>
                        <a:t> </a:t>
                      </a:r>
                      <a:r>
                        <a:rPr lang="en-US" sz="1600" dirty="0" err="1"/>
                        <a:t>kích</a:t>
                      </a:r>
                      <a:r>
                        <a:rPr lang="en-US" sz="1600" dirty="0"/>
                        <a:t> </a:t>
                      </a:r>
                      <a:r>
                        <a:rPr lang="en-US" sz="1600" dirty="0" err="1"/>
                        <a:t>vào</a:t>
                      </a:r>
                      <a:r>
                        <a:rPr lang="en-US" sz="1600" dirty="0"/>
                        <a:t> link </a:t>
                      </a:r>
                      <a:r>
                        <a:rPr lang="en-US" sz="1600" dirty="0" err="1"/>
                        <a:t>Giỏ</a:t>
                      </a:r>
                      <a:r>
                        <a:rPr lang="en-US" sz="1600" dirty="0"/>
                        <a:t> </a:t>
                      </a:r>
                      <a:r>
                        <a:rPr lang="en-US" sz="1600" dirty="0" err="1"/>
                        <a:t>hàng</a:t>
                      </a:r>
                      <a:r>
                        <a:rPr lang="en-US" sz="1600" dirty="0"/>
                        <a:t> </a:t>
                      </a:r>
                      <a:r>
                        <a:rPr lang="en-US" sz="1600" dirty="0" err="1"/>
                        <a:t>thì</a:t>
                      </a:r>
                      <a:r>
                        <a:rPr lang="en-US" sz="1600" dirty="0"/>
                        <a:t> </a:t>
                      </a:r>
                      <a:r>
                        <a:rPr lang="en-US" sz="1600" dirty="0" err="1"/>
                        <a:t>hiển</a:t>
                      </a:r>
                      <a:r>
                        <a:rPr lang="en-US" sz="1600" dirty="0"/>
                        <a:t> </a:t>
                      </a:r>
                      <a:r>
                        <a:rPr lang="en-US" sz="1600" dirty="0" err="1"/>
                        <a:t>thị</a:t>
                      </a:r>
                      <a:r>
                        <a:rPr lang="en-US" sz="1600" dirty="0"/>
                        <a:t> </a:t>
                      </a:r>
                      <a:r>
                        <a:rPr lang="en-US" sz="1600" dirty="0">
                          <a:highlight>
                            <a:srgbClr val="FFFF00"/>
                          </a:highlight>
                        </a:rPr>
                        <a:t>Trang </a:t>
                      </a:r>
                      <a:r>
                        <a:rPr lang="en-US" sz="1600" dirty="0" err="1">
                          <a:highlight>
                            <a:srgbClr val="FFFF00"/>
                          </a:highlight>
                        </a:rPr>
                        <a:t>Giỏ</a:t>
                      </a:r>
                      <a:r>
                        <a:rPr lang="en-US" sz="1600" dirty="0">
                          <a:highlight>
                            <a:srgbClr val="FFFF00"/>
                          </a:highlight>
                        </a:rPr>
                        <a:t> </a:t>
                      </a:r>
                      <a:r>
                        <a:rPr lang="en-US" sz="1600" dirty="0" err="1">
                          <a:highlight>
                            <a:srgbClr val="FFFF00"/>
                          </a:highlight>
                        </a:rPr>
                        <a:t>hàng</a:t>
                      </a:r>
                      <a:endParaRPr lang="en-US" sz="1600" dirty="0">
                        <a:highlight>
                          <a:srgbClr val="FFFF00"/>
                        </a:highlight>
                      </a:endParaRPr>
                    </a:p>
                  </a:txBody>
                  <a:tcPr/>
                </a:tc>
                <a:tc>
                  <a:txBody>
                    <a:bodyPr/>
                    <a:lstStyle/>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Tách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thành</a:t>
                      </a:r>
                      <a:r>
                        <a:rPr lang="en-US" sz="1600" b="0" kern="1200" dirty="0">
                          <a:solidFill>
                            <a:schemeClr val="bg1"/>
                          </a:solidFill>
                          <a:latin typeface="+mn-lt"/>
                          <a:ea typeface="+mn-ea"/>
                          <a:cs typeface="+mn-cs"/>
                        </a:rPr>
                        <a:t> </a:t>
                      </a:r>
                    </a:p>
                    <a:p>
                      <a:pPr marL="0" marR="0" lvl="0" indent="0" algn="l"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600" b="0" kern="1200" dirty="0" err="1">
                          <a:solidFill>
                            <a:schemeClr val="bg1"/>
                          </a:solidFill>
                          <a:latin typeface="+mn-lt"/>
                          <a:ea typeface="+mn-ea"/>
                          <a:cs typeface="+mn-cs"/>
                        </a:rPr>
                        <a:t>PersonalMenuPV.cshtml</a:t>
                      </a:r>
                      <a:endParaRPr lang="en-US" sz="1600" b="0" kern="1200" dirty="0">
                        <a:solidFill>
                          <a:schemeClr val="bg1"/>
                        </a:solidFill>
                        <a:latin typeface="+mn-lt"/>
                        <a:ea typeface="+mn-ea"/>
                        <a:cs typeface="+mn-cs"/>
                      </a:endParaRPr>
                    </a:p>
                  </a:txBody>
                  <a:tcPr/>
                </a:tc>
                <a:extLst>
                  <a:ext uri="{0D108BD9-81ED-4DB2-BD59-A6C34878D82A}">
                    <a16:rowId xmlns:a16="http://schemas.microsoft.com/office/drawing/2014/main" val="1611195140"/>
                  </a:ext>
                </a:extLst>
              </a:tr>
            </a:tbl>
          </a:graphicData>
        </a:graphic>
      </p:graphicFrame>
    </p:spTree>
    <p:extLst>
      <p:ext uri="{BB962C8B-B14F-4D97-AF65-F5344CB8AC3E}">
        <p14:creationId xmlns:p14="http://schemas.microsoft.com/office/powerpoint/2010/main" val="3895870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07CB6-AA07-7244-4257-DEA48099C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F2850E-F40E-D842-1B73-E5CAB9EBBFD6}"/>
              </a:ext>
            </a:extLst>
          </p:cNvPr>
          <p:cNvSpPr>
            <a:spLocks noGrp="1"/>
          </p:cNvSpPr>
          <p:nvPr>
            <p:ph type="title"/>
          </p:nvPr>
        </p:nvSpPr>
        <p:spPr>
          <a:xfrm>
            <a:off x="74612" y="120650"/>
            <a:ext cx="11963400" cy="844551"/>
          </a:xfrm>
        </p:spPr>
        <p:txBody>
          <a:bodyPr>
            <a:noAutofit/>
          </a:bodyPr>
          <a:lstStyle/>
          <a:p>
            <a:r>
              <a:rPr lang="en-US" sz="3600" dirty="0"/>
              <a:t>5.1. </a:t>
            </a:r>
            <a:r>
              <a:rPr lang="en-US" sz="3600" dirty="0" err="1"/>
              <a:t>PersonalMenu</a:t>
            </a:r>
            <a:endParaRPr lang="en-US" sz="3600" dirty="0">
              <a:latin typeface="Calibri Light" panose="020F0302020204030204" pitchFamily="34" charset="0"/>
              <a:cs typeface="Calibri Light" panose="020F0302020204030204" pitchFamily="34" charset="0"/>
            </a:endParaRPr>
          </a:p>
        </p:txBody>
      </p:sp>
      <p:graphicFrame>
        <p:nvGraphicFramePr>
          <p:cNvPr id="12" name="Content Placeholder 11">
            <a:extLst>
              <a:ext uri="{FF2B5EF4-FFF2-40B4-BE49-F238E27FC236}">
                <a16:creationId xmlns:a16="http://schemas.microsoft.com/office/drawing/2014/main" id="{C94BB3D0-5CF1-16CB-23F8-17E0D086044A}"/>
              </a:ext>
            </a:extLst>
          </p:cNvPr>
          <p:cNvGraphicFramePr>
            <a:graphicFrameLocks noGrp="1"/>
          </p:cNvGraphicFramePr>
          <p:nvPr>
            <p:ph idx="1"/>
            <p:extLst>
              <p:ext uri="{D42A27DB-BD31-4B8C-83A1-F6EECF244321}">
                <p14:modId xmlns:p14="http://schemas.microsoft.com/office/powerpoint/2010/main" val="235616155"/>
              </p:ext>
            </p:extLst>
          </p:nvPr>
        </p:nvGraphicFramePr>
        <p:xfrm>
          <a:off x="379412" y="1385680"/>
          <a:ext cx="3886200" cy="1329055"/>
        </p:xfrm>
        <a:graphic>
          <a:graphicData uri="http://schemas.openxmlformats.org/drawingml/2006/table">
            <a:tbl>
              <a:tblPr firstRow="1" bandRow="1">
                <a:tableStyleId>{073A0DAA-6AF3-43AB-8588-CEC1D06C72B9}</a:tableStyleId>
              </a:tblPr>
              <a:tblGrid>
                <a:gridCol w="3886200">
                  <a:extLst>
                    <a:ext uri="{9D8B030D-6E8A-4147-A177-3AD203B41FA5}">
                      <a16:colId xmlns:a16="http://schemas.microsoft.com/office/drawing/2014/main" val="3746387964"/>
                    </a:ext>
                  </a:extLst>
                </a:gridCol>
              </a:tblGrid>
              <a:tr h="457200">
                <a:tc>
                  <a:txBody>
                    <a:bodyPr/>
                    <a:lstStyle/>
                    <a:p>
                      <a:r>
                        <a:rPr lang="en-US" dirty="0"/>
                        <a:t>Model</a:t>
                      </a:r>
                    </a:p>
                  </a:txBody>
                  <a:tcPr/>
                </a:tc>
                <a:extLst>
                  <a:ext uri="{0D108BD9-81ED-4DB2-BD59-A6C34878D82A}">
                    <a16:rowId xmlns:a16="http://schemas.microsoft.com/office/drawing/2014/main" val="2981023087"/>
                  </a:ext>
                </a:extLst>
              </a:tr>
              <a:tr h="0">
                <a:tc>
                  <a:txBody>
                    <a:bodyPr/>
                    <a:lstStyle/>
                    <a:p>
                      <a:pPr marL="0" marR="0" lvl="0" indent="0" algn="l" defTabSz="914126"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800" b="0" kern="1200" dirty="0" err="1">
                          <a:solidFill>
                            <a:schemeClr val="bg1"/>
                          </a:solidFill>
                          <a:latin typeface="+mn-lt"/>
                          <a:ea typeface="+mn-ea"/>
                          <a:cs typeface="+mn-cs"/>
                        </a:rPr>
                        <a:t>Tạo</a:t>
                      </a:r>
                      <a:r>
                        <a:rPr lang="en-US" sz="1800" b="0" kern="1200" dirty="0">
                          <a:solidFill>
                            <a:schemeClr val="bg1"/>
                          </a:solidFill>
                          <a:latin typeface="+mn-lt"/>
                          <a:ea typeface="+mn-ea"/>
                          <a:cs typeface="+mn-cs"/>
                        </a:rPr>
                        <a:t> </a:t>
                      </a:r>
                      <a:r>
                        <a:rPr lang="en-US" sz="1800" b="0" kern="1200" dirty="0" err="1">
                          <a:solidFill>
                            <a:schemeClr val="bg1"/>
                          </a:solidFill>
                          <a:highlight>
                            <a:srgbClr val="FFFF00"/>
                          </a:highlight>
                          <a:latin typeface="+mn-lt"/>
                          <a:ea typeface="+mn-ea"/>
                          <a:cs typeface="+mn-cs"/>
                        </a:rPr>
                        <a:t>PersonalMenuVM</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để</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lưu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các</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thông</a:t>
                      </a:r>
                      <a:r>
                        <a:rPr lang="en-US" sz="1800" b="0" kern="1200" dirty="0">
                          <a:solidFill>
                            <a:schemeClr val="bg1"/>
                          </a:solidFill>
                          <a:latin typeface="+mn-lt"/>
                          <a:ea typeface="+mn-ea"/>
                          <a:cs typeface="+mn-cs"/>
                        </a:rPr>
                        <a:t> tin </a:t>
                      </a:r>
                      <a:r>
                        <a:rPr lang="en-US" sz="1800" b="0" kern="1200" dirty="0" err="1">
                          <a:solidFill>
                            <a:schemeClr val="bg1"/>
                          </a:solidFill>
                          <a:latin typeface="+mn-lt"/>
                          <a:ea typeface="+mn-ea"/>
                          <a:cs typeface="+mn-cs"/>
                        </a:rPr>
                        <a:t>hiển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thị</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lên</a:t>
                      </a:r>
                      <a:r>
                        <a:rPr lang="en-US" sz="1800" b="0" kern="1200" dirty="0">
                          <a:solidFill>
                            <a:schemeClr val="bg1"/>
                          </a:solidFill>
                          <a:latin typeface="+mn-lt"/>
                          <a:ea typeface="+mn-ea"/>
                          <a:cs typeface="+mn-cs"/>
                        </a:rPr>
                        <a:t> Personal Menu</a:t>
                      </a:r>
                    </a:p>
                  </a:txBody>
                  <a:tcPr/>
                </a:tc>
                <a:extLst>
                  <a:ext uri="{0D108BD9-81ED-4DB2-BD59-A6C34878D82A}">
                    <a16:rowId xmlns:a16="http://schemas.microsoft.com/office/drawing/2014/main" val="395742809"/>
                  </a:ext>
                </a:extLst>
              </a:tr>
            </a:tbl>
          </a:graphicData>
        </a:graphic>
      </p:graphicFrame>
      <p:pic>
        <p:nvPicPr>
          <p:cNvPr id="4" name="Picture 3">
            <a:extLst>
              <a:ext uri="{FF2B5EF4-FFF2-40B4-BE49-F238E27FC236}">
                <a16:creationId xmlns:a16="http://schemas.microsoft.com/office/drawing/2014/main" id="{7333C2A3-0434-496E-7884-FF6D34BF0110}"/>
              </a:ext>
            </a:extLst>
          </p:cNvPr>
          <p:cNvPicPr>
            <a:picLocks noChangeAspect="1"/>
          </p:cNvPicPr>
          <p:nvPr/>
        </p:nvPicPr>
        <p:blipFill>
          <a:blip r:embed="rId2"/>
          <a:stretch>
            <a:fillRect/>
          </a:stretch>
        </p:blipFill>
        <p:spPr>
          <a:xfrm>
            <a:off x="347948" y="3439070"/>
            <a:ext cx="3886200" cy="2576720"/>
          </a:xfrm>
          <a:prstGeom prst="rect">
            <a:avLst/>
          </a:prstGeom>
        </p:spPr>
      </p:pic>
      <p:graphicFrame>
        <p:nvGraphicFramePr>
          <p:cNvPr id="3" name="Table 2">
            <a:extLst>
              <a:ext uri="{FF2B5EF4-FFF2-40B4-BE49-F238E27FC236}">
                <a16:creationId xmlns:a16="http://schemas.microsoft.com/office/drawing/2014/main" id="{04D82292-98CC-D82C-E189-FAF4EFAC5F09}"/>
              </a:ext>
            </a:extLst>
          </p:cNvPr>
          <p:cNvGraphicFramePr>
            <a:graphicFrameLocks noGrp="1"/>
          </p:cNvGraphicFramePr>
          <p:nvPr>
            <p:extLst>
              <p:ext uri="{D42A27DB-BD31-4B8C-83A1-F6EECF244321}">
                <p14:modId xmlns:p14="http://schemas.microsoft.com/office/powerpoint/2010/main" val="1282481956"/>
              </p:ext>
            </p:extLst>
          </p:nvPr>
        </p:nvGraphicFramePr>
        <p:xfrm>
          <a:off x="5103812" y="1143000"/>
          <a:ext cx="6400800" cy="4901693"/>
        </p:xfrm>
        <a:graphic>
          <a:graphicData uri="http://schemas.openxmlformats.org/drawingml/2006/table">
            <a:tbl>
              <a:tblPr firstRow="1" bandRow="1">
                <a:tableStyleId>{073A0DAA-6AF3-43AB-8588-CEC1D06C72B9}</a:tableStyleId>
              </a:tblPr>
              <a:tblGrid>
                <a:gridCol w="6400800">
                  <a:extLst>
                    <a:ext uri="{9D8B030D-6E8A-4147-A177-3AD203B41FA5}">
                      <a16:colId xmlns:a16="http://schemas.microsoft.com/office/drawing/2014/main" val="635175857"/>
                    </a:ext>
                  </a:extLst>
                </a:gridCol>
              </a:tblGrid>
              <a:tr h="504699">
                <a:tc>
                  <a:txBody>
                    <a:bodyPr/>
                    <a:lstStyle/>
                    <a:p>
                      <a:r>
                        <a:rPr lang="en-US" sz="1800" dirty="0"/>
                        <a:t>View \ Share\ _</a:t>
                      </a:r>
                      <a:r>
                        <a:rPr lang="en-US" sz="1800" dirty="0" err="1"/>
                        <a:t>Layout.cshtml</a:t>
                      </a:r>
                      <a:endParaRPr lang="en-US" sz="1800" dirty="0"/>
                    </a:p>
                  </a:txBody>
                  <a:tcPr/>
                </a:tc>
                <a:extLst>
                  <a:ext uri="{0D108BD9-81ED-4DB2-BD59-A6C34878D82A}">
                    <a16:rowId xmlns:a16="http://schemas.microsoft.com/office/drawing/2014/main" val="2155647446"/>
                  </a:ext>
                </a:extLst>
              </a:tr>
              <a:tr h="3367421">
                <a:tc>
                  <a:txBody>
                    <a:bodyPr/>
                    <a:lstStyle/>
                    <a:p>
                      <a:pPr marL="0" marR="0" lvl="0" indent="0" algn="l" defTabSz="914126"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800" b="0" kern="1200" dirty="0" err="1">
                          <a:solidFill>
                            <a:schemeClr val="bg1"/>
                          </a:solidFill>
                          <a:latin typeface="+mn-lt"/>
                          <a:ea typeface="+mn-ea"/>
                          <a:cs typeface="+mn-cs"/>
                        </a:rPr>
                        <a:t>Chỉnh</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sửa</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lại</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phần</a:t>
                      </a:r>
                      <a:r>
                        <a:rPr lang="en-US" sz="1800" b="0" kern="1200" dirty="0">
                          <a:solidFill>
                            <a:schemeClr val="bg1"/>
                          </a:solidFill>
                          <a:latin typeface="+mn-lt"/>
                          <a:ea typeface="+mn-ea"/>
                          <a:cs typeface="+mn-cs"/>
                        </a:rPr>
                        <a:t> </a:t>
                      </a:r>
                      <a:r>
                        <a:rPr lang="en-US" sz="1800" b="0" kern="1200" dirty="0" err="1">
                          <a:solidFill>
                            <a:schemeClr val="bg1"/>
                          </a:solidFill>
                          <a:highlight>
                            <a:srgbClr val="FFFF00"/>
                          </a:highlight>
                          <a:latin typeface="+mn-lt"/>
                          <a:ea typeface="+mn-ea"/>
                          <a:cs typeface="+mn-cs"/>
                        </a:rPr>
                        <a:t>PersonalMenu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trên</a:t>
                      </a:r>
                      <a:r>
                        <a:rPr lang="en-US" sz="1800" b="0" kern="1200" dirty="0">
                          <a:solidFill>
                            <a:schemeClr val="bg1"/>
                          </a:solidFill>
                          <a:latin typeface="+mn-lt"/>
                          <a:ea typeface="+mn-ea"/>
                          <a:cs typeface="+mn-cs"/>
                        </a:rPr>
                        <a:t> Header </a:t>
                      </a:r>
                      <a:r>
                        <a:rPr lang="en-US" sz="1800" b="0" kern="1200" dirty="0" err="1">
                          <a:solidFill>
                            <a:schemeClr val="bg1"/>
                          </a:solidFill>
                          <a:latin typeface="+mn-lt"/>
                          <a:ea typeface="+mn-ea"/>
                          <a:cs typeface="+mn-cs"/>
                        </a:rPr>
                        <a:t>để</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hiển</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thị</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các</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trường</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dữ</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liệu</a:t>
                      </a:r>
                      <a:r>
                        <a:rPr lang="en-US" sz="1800" b="0" kern="1200" dirty="0">
                          <a:solidFill>
                            <a:schemeClr val="bg1"/>
                          </a:solidFill>
                          <a:latin typeface="+mn-lt"/>
                          <a:ea typeface="+mn-ea"/>
                          <a:cs typeface="+mn-cs"/>
                        </a:rPr>
                        <a:t> </a:t>
                      </a:r>
                      <a:r>
                        <a:rPr lang="en-US" sz="1800" b="0" kern="1200" dirty="0" err="1">
                          <a:solidFill>
                            <a:schemeClr val="bg1"/>
                          </a:solidFill>
                          <a:latin typeface="+mn-lt"/>
                          <a:ea typeface="+mn-ea"/>
                          <a:cs typeface="+mn-cs"/>
                        </a:rPr>
                        <a:t>theo</a:t>
                      </a:r>
                      <a:r>
                        <a:rPr lang="en-US" sz="1800" b="0" kern="1200" dirty="0">
                          <a:solidFill>
                            <a:schemeClr val="bg1"/>
                          </a:solidFill>
                          <a:latin typeface="+mn-lt"/>
                          <a:ea typeface="+mn-ea"/>
                          <a:cs typeface="+mn-cs"/>
                        </a:rPr>
                        <a:t> view model </a:t>
                      </a:r>
                      <a:r>
                        <a:rPr lang="en-US" sz="1800" b="0" kern="1200" dirty="0" err="1">
                          <a:solidFill>
                            <a:schemeClr val="bg1"/>
                          </a:solidFill>
                          <a:highlight>
                            <a:srgbClr val="FFFF00"/>
                          </a:highlight>
                          <a:latin typeface="+mn-lt"/>
                          <a:ea typeface="+mn-ea"/>
                          <a:cs typeface="+mn-cs"/>
                        </a:rPr>
                        <a:t>LoginVM</a:t>
                      </a:r>
                      <a:endParaRPr lang="en-US" sz="1800" b="0" kern="1200" dirty="0">
                        <a:solidFill>
                          <a:schemeClr val="bg1"/>
                        </a:solidFill>
                        <a:highlight>
                          <a:srgbClr val="FFFF00"/>
                        </a:highlight>
                        <a:latin typeface="+mn-lt"/>
                        <a:ea typeface="+mn-ea"/>
                        <a:cs typeface="+mn-cs"/>
                      </a:endParaRPr>
                    </a:p>
                    <a:p>
                      <a:pPr marL="285750" marR="0" lvl="0"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Lấy</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từ</a:t>
                      </a:r>
                      <a:r>
                        <a:rPr lang="en-US" sz="1600" b="0" kern="1200" dirty="0">
                          <a:solidFill>
                            <a:schemeClr val="bg1"/>
                          </a:solidFill>
                          <a:latin typeface="+mn-lt"/>
                          <a:ea typeface="+mn-ea"/>
                          <a:cs typeface="+mn-cs"/>
                        </a:rPr>
                        <a:t> view model </a:t>
                      </a:r>
                      <a:r>
                        <a:rPr lang="en-US" sz="1600" b="0" kern="1200" dirty="0">
                          <a:solidFill>
                            <a:schemeClr val="bg1"/>
                          </a:solidFill>
                          <a:highlight>
                            <a:srgbClr val="FFFF00"/>
                          </a:highlight>
                          <a:latin typeface="+mn-lt"/>
                          <a:ea typeface="+mn-ea"/>
                          <a:cs typeface="+mn-cs"/>
                        </a:rPr>
                        <a:t>Cart</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a:t>
                      </a:r>
                      <a:r>
                        <a:rPr lang="en-US" sz="1600" b="0" kern="1200" dirty="0">
                          <a:solidFill>
                            <a:schemeClr val="bg1"/>
                          </a:solidFill>
                          <a:latin typeface="+mn-lt"/>
                          <a:ea typeface="+mn-ea"/>
                          <a:cs typeface="+mn-cs"/>
                        </a:rPr>
                        <a:t> </a:t>
                      </a:r>
                      <a:r>
                        <a:rPr lang="en-US" sz="1600" b="0" kern="1200" dirty="0" err="1">
                          <a:solidFill>
                            <a:schemeClr val="bg1"/>
                          </a:solidFill>
                          <a:highlight>
                            <a:srgbClr val="FFFF00"/>
                          </a:highlight>
                          <a:latin typeface="+mn-lt"/>
                          <a:ea typeface="+mn-ea"/>
                          <a:cs typeface="+mn-cs"/>
                        </a:rPr>
                        <a:t>PersonalMenuVM</a:t>
                      </a:r>
                      <a:r>
                        <a:rPr lang="en-US" sz="1600" b="0" kern="1200" dirty="0">
                          <a:solidFill>
                            <a:schemeClr val="bg1"/>
                          </a:solidFill>
                          <a:latin typeface="+mn-lt"/>
                          <a:ea typeface="+mn-ea"/>
                          <a:cs typeface="+mn-cs"/>
                        </a:rPr>
                        <a:t>; </a:t>
                      </a:r>
                    </a:p>
                    <a:p>
                      <a:pPr marL="285750" marR="0" lvl="0"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Khởi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tạo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biến</a:t>
                      </a:r>
                      <a:r>
                        <a:rPr lang="en-US" sz="1600" b="0" kern="1200" dirty="0">
                          <a:solidFill>
                            <a:schemeClr val="bg1"/>
                          </a:solidFill>
                          <a:latin typeface="+mn-lt"/>
                          <a:ea typeface="+mn-ea"/>
                          <a:cs typeface="+mn-cs"/>
                        </a:rPr>
                        <a:t> </a:t>
                      </a:r>
                      <a:r>
                        <a:rPr lang="en-US" sz="1600" b="0" kern="1200" dirty="0" err="1">
                          <a:solidFill>
                            <a:schemeClr val="bg1"/>
                          </a:solidFill>
                          <a:highlight>
                            <a:srgbClr val="FFFF00"/>
                          </a:highlight>
                          <a:latin typeface="+mn-lt"/>
                          <a:ea typeface="+mn-ea"/>
                          <a:cs typeface="+mn-cs"/>
                        </a:rPr>
                        <a:t>ViewBag.pmmodel</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latin typeface="+mn-lt"/>
                          <a:ea typeface="+mn-ea"/>
                          <a:cs typeface="+mn-cs"/>
                        </a:rPr>
                        <a:t>để</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lưu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dữ</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liệu</a:t>
                      </a:r>
                      <a:r>
                        <a:rPr lang="en-US" sz="1600" b="0" kern="1200" dirty="0">
                          <a:solidFill>
                            <a:schemeClr val="bg1"/>
                          </a:solidFill>
                          <a:latin typeface="+mn-lt"/>
                          <a:ea typeface="+mn-ea"/>
                          <a:cs typeface="+mn-cs"/>
                        </a:rPr>
                        <a:t> </a:t>
                      </a:r>
                      <a:r>
                        <a:rPr lang="en-US" sz="1600" b="0" kern="1200" dirty="0" err="1">
                          <a:solidFill>
                            <a:schemeClr val="bg1"/>
                          </a:solidFill>
                          <a:highlight>
                            <a:srgbClr val="FFFF00"/>
                          </a:highlight>
                          <a:latin typeface="+mn-lt"/>
                          <a:ea typeface="+mn-ea"/>
                          <a:cs typeface="+mn-cs"/>
                        </a:rPr>
                        <a:t>theo</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cấu</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trúc</a:t>
                      </a:r>
                      <a:r>
                        <a:rPr lang="en-US" sz="1600" b="0" kern="1200" dirty="0">
                          <a:solidFill>
                            <a:schemeClr val="bg1"/>
                          </a:solidFill>
                          <a:highlight>
                            <a:srgbClr val="FFFF00"/>
                          </a:highlight>
                          <a:latin typeface="+mn-lt"/>
                          <a:ea typeface="+mn-ea"/>
                          <a:cs typeface="+mn-cs"/>
                        </a:rPr>
                        <a:t> </a:t>
                      </a:r>
                      <a:r>
                        <a:rPr lang="en-US" sz="1600" b="0" kern="1200" dirty="0" err="1">
                          <a:solidFill>
                            <a:schemeClr val="bg1"/>
                          </a:solidFill>
                          <a:highlight>
                            <a:srgbClr val="FFFF00"/>
                          </a:highlight>
                          <a:latin typeface="+mn-lt"/>
                          <a:ea typeface="+mn-ea"/>
                          <a:cs typeface="+mn-cs"/>
                        </a:rPr>
                        <a:t>PersonalMenuVM</a:t>
                      </a:r>
                      <a:endParaRPr lang="en-US" sz="1600" b="0" kern="1200" dirty="0">
                        <a:solidFill>
                          <a:schemeClr val="bg1"/>
                        </a:solidFill>
                        <a:highlight>
                          <a:srgbClr val="FFFF00"/>
                        </a:highlight>
                        <a:latin typeface="+mn-lt"/>
                        <a:ea typeface="+mn-ea"/>
                        <a:cs typeface="+mn-cs"/>
                      </a:endParaRPr>
                    </a:p>
                    <a:p>
                      <a:pPr marL="285750" marR="0" lvl="0"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PersonalMenu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03 </a:t>
                      </a:r>
                      <a:r>
                        <a:rPr lang="en-US" sz="1600" b="0" kern="1200" dirty="0" err="1">
                          <a:solidFill>
                            <a:schemeClr val="bg1"/>
                          </a:solidFill>
                          <a:latin typeface="+mn-lt"/>
                          <a:ea typeface="+mn-ea"/>
                          <a:cs typeface="+mn-cs"/>
                        </a:rPr>
                        <a:t>thành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phần</a:t>
                      </a:r>
                      <a:r>
                        <a:rPr lang="en-US" sz="1600" b="0" kern="1200" dirty="0">
                          <a:solidFill>
                            <a:schemeClr val="bg1"/>
                          </a:solidFill>
                          <a:latin typeface="+mn-lt"/>
                          <a:ea typeface="+mn-ea"/>
                          <a:cs typeface="+mn-cs"/>
                        </a:rPr>
                        <a:t>: Trang </a:t>
                      </a:r>
                      <a:r>
                        <a:rPr lang="en-US" sz="1600" b="0" kern="1200" dirty="0" err="1">
                          <a:solidFill>
                            <a:schemeClr val="bg1"/>
                          </a:solidFill>
                          <a:latin typeface="+mn-lt"/>
                          <a:ea typeface="+mn-ea"/>
                          <a:cs typeface="+mn-cs"/>
                        </a:rPr>
                        <a:t>chủ</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Tài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khoản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Giỏ</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hàng</a:t>
                      </a:r>
                      <a:endParaRPr lang="en-US" sz="1600" b="0" kern="1200" dirty="0">
                        <a:solidFill>
                          <a:schemeClr val="bg1"/>
                        </a:solidFill>
                        <a:latin typeface="+mn-lt"/>
                        <a:ea typeface="+mn-ea"/>
                        <a:cs typeface="+mn-cs"/>
                      </a:endParaRPr>
                    </a:p>
                    <a:p>
                      <a:pPr marL="285750" marR="0" lvl="0"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0" kern="1200" dirty="0">
                          <a:solidFill>
                            <a:schemeClr val="bg1"/>
                          </a:solidFill>
                          <a:latin typeface="+mn-lt"/>
                          <a:ea typeface="+mn-ea"/>
                          <a:cs typeface="+mn-cs"/>
                        </a:rPr>
                        <a:t>Thành </a:t>
                      </a:r>
                      <a:r>
                        <a:rPr lang="en-US" sz="1600" b="0" kern="1200" dirty="0" err="1">
                          <a:solidFill>
                            <a:schemeClr val="bg1"/>
                          </a:solidFill>
                          <a:latin typeface="+mn-lt"/>
                          <a:ea typeface="+mn-ea"/>
                          <a:cs typeface="+mn-cs"/>
                        </a:rPr>
                        <a:t>phần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Tài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khoản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sẽ</a:t>
                      </a:r>
                      <a:r>
                        <a:rPr lang="en-US" sz="1600" b="0" kern="1200" dirty="0">
                          <a:solidFill>
                            <a:schemeClr val="bg1"/>
                          </a:solidFill>
                          <a:latin typeface="+mn-lt"/>
                          <a:ea typeface="+mn-ea"/>
                          <a:cs typeface="+mn-cs"/>
                        </a:rPr>
                        <a:t> bao </a:t>
                      </a:r>
                      <a:r>
                        <a:rPr lang="en-US" sz="1600" b="0" kern="1200" dirty="0" err="1">
                          <a:solidFill>
                            <a:schemeClr val="bg1"/>
                          </a:solidFill>
                          <a:latin typeface="+mn-lt"/>
                          <a:ea typeface="+mn-ea"/>
                          <a:cs typeface="+mn-cs"/>
                        </a:rPr>
                        <a:t>gồm</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các</a:t>
                      </a:r>
                      <a:r>
                        <a:rPr lang="en-US" sz="1600" b="0" kern="1200" dirty="0">
                          <a:solidFill>
                            <a:schemeClr val="bg1"/>
                          </a:solidFill>
                          <a:latin typeface="+mn-lt"/>
                          <a:ea typeface="+mn-ea"/>
                          <a:cs typeface="+mn-cs"/>
                        </a:rPr>
                        <a:t> sub-menu </a:t>
                      </a: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dưới</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dạng</a:t>
                      </a:r>
                      <a:r>
                        <a:rPr lang="en-US" sz="1600" b="0" kern="1200" dirty="0">
                          <a:solidFill>
                            <a:schemeClr val="bg1"/>
                          </a:solidFill>
                          <a:latin typeface="+mn-lt"/>
                          <a:ea typeface="+mn-ea"/>
                          <a:cs typeface="+mn-cs"/>
                        </a:rPr>
                        <a:t> dropdown, </a:t>
                      </a:r>
                      <a:r>
                        <a:rPr lang="en-US" sz="1600" b="0" kern="1200" dirty="0" err="1">
                          <a:solidFill>
                            <a:schemeClr val="bg1"/>
                          </a:solidFill>
                          <a:latin typeface="+mn-lt"/>
                          <a:ea typeface="+mn-ea"/>
                          <a:cs typeface="+mn-cs"/>
                        </a:rPr>
                        <a:t>dựa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theo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giá</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của</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trường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IsLoggedIn</a:t>
                      </a:r>
                      <a:endParaRPr lang="en-US" sz="1600" b="0" kern="1200" dirty="0">
                        <a:solidFill>
                          <a:schemeClr val="bg1"/>
                        </a:solidFill>
                        <a:latin typeface="+mn-lt"/>
                        <a:ea typeface="+mn-ea"/>
                        <a:cs typeface="+mn-cs"/>
                      </a:endParaRPr>
                    </a:p>
                    <a:p>
                      <a:pPr marL="742813" marR="0" lvl="1"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b="0" kern="1200" dirty="0" err="1">
                          <a:solidFill>
                            <a:schemeClr val="bg1"/>
                          </a:solidFill>
                          <a:highlight>
                            <a:srgbClr val="FFFF00"/>
                          </a:highlight>
                          <a:latin typeface="+mn-lt"/>
                          <a:ea typeface="+mn-ea"/>
                          <a:cs typeface="+mn-cs"/>
                        </a:rPr>
                        <a:t>IsLogedIn</a:t>
                      </a:r>
                      <a:r>
                        <a:rPr lang="en-US" sz="1400" b="0" kern="1200" dirty="0">
                          <a:solidFill>
                            <a:schemeClr val="bg1"/>
                          </a:solidFill>
                          <a:highlight>
                            <a:srgbClr val="FFFF00"/>
                          </a:highlight>
                          <a:latin typeface="+mn-lt"/>
                          <a:ea typeface="+mn-ea"/>
                          <a:cs typeface="+mn-cs"/>
                        </a:rPr>
                        <a:t> = true</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hiện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câu</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chào</a:t>
                      </a:r>
                      <a:r>
                        <a:rPr lang="en-US" sz="1400" b="0" kern="1200" dirty="0">
                          <a:solidFill>
                            <a:schemeClr val="bg1"/>
                          </a:solidFill>
                          <a:latin typeface="+mn-lt"/>
                          <a:ea typeface="+mn-ea"/>
                          <a:cs typeface="+mn-cs"/>
                        </a:rPr>
                        <a:t> “Hello, username”,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03 sub-menu Thông tin </a:t>
                      </a:r>
                      <a:r>
                        <a:rPr lang="en-US" sz="1400" b="0" kern="1200" dirty="0" err="1">
                          <a:solidFill>
                            <a:schemeClr val="bg1"/>
                          </a:solidFill>
                          <a:latin typeface="+mn-lt"/>
                          <a:ea typeface="+mn-ea"/>
                          <a:cs typeface="+mn-cs"/>
                        </a:rPr>
                        <a:t>tài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khoản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Lịch</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sử</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mua</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hàng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Đăng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xuất</a:t>
                      </a:r>
                      <a:endParaRPr lang="en-US" sz="1400" b="0" kern="1200" dirty="0">
                        <a:solidFill>
                          <a:schemeClr val="bg1"/>
                        </a:solidFill>
                        <a:latin typeface="+mn-lt"/>
                        <a:ea typeface="+mn-ea"/>
                        <a:cs typeface="+mn-cs"/>
                      </a:endParaRPr>
                    </a:p>
                    <a:p>
                      <a:pPr marL="742813" marR="0" lvl="1"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b="0" kern="1200" dirty="0" err="1">
                          <a:solidFill>
                            <a:schemeClr val="bg1"/>
                          </a:solidFill>
                          <a:highlight>
                            <a:srgbClr val="FFFF00"/>
                          </a:highlight>
                          <a:latin typeface="+mn-lt"/>
                          <a:ea typeface="+mn-ea"/>
                          <a:cs typeface="+mn-cs"/>
                        </a:rPr>
                        <a:t>IsLogedIn</a:t>
                      </a:r>
                      <a:r>
                        <a:rPr lang="en-US" sz="1400" b="0" kern="1200" dirty="0">
                          <a:solidFill>
                            <a:schemeClr val="bg1"/>
                          </a:solidFill>
                          <a:highlight>
                            <a:srgbClr val="FFFF00"/>
                          </a:highlight>
                          <a:latin typeface="+mn-lt"/>
                          <a:ea typeface="+mn-ea"/>
                          <a:cs typeface="+mn-cs"/>
                        </a:rPr>
                        <a:t> = false</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hiển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thị</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Tài</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khoản</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và</a:t>
                      </a:r>
                      <a:r>
                        <a:rPr lang="en-US" sz="1400" b="0" kern="1200" dirty="0">
                          <a:solidFill>
                            <a:schemeClr val="bg1"/>
                          </a:solidFill>
                          <a:latin typeface="+mn-lt"/>
                          <a:ea typeface="+mn-ea"/>
                          <a:cs typeface="+mn-cs"/>
                        </a:rPr>
                        <a:t> 02 sub-menu </a:t>
                      </a:r>
                      <a:r>
                        <a:rPr lang="en-US" sz="1400" b="0" kern="1200" dirty="0" err="1">
                          <a:solidFill>
                            <a:schemeClr val="bg1"/>
                          </a:solidFill>
                          <a:latin typeface="+mn-lt"/>
                          <a:ea typeface="+mn-ea"/>
                          <a:cs typeface="+mn-cs"/>
                        </a:rPr>
                        <a:t>Đăng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ký</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Đăng</a:t>
                      </a:r>
                      <a:r>
                        <a:rPr lang="en-US" sz="1400" b="0" kern="1200" dirty="0">
                          <a:solidFill>
                            <a:schemeClr val="bg1"/>
                          </a:solidFill>
                          <a:latin typeface="+mn-lt"/>
                          <a:ea typeface="+mn-ea"/>
                          <a:cs typeface="+mn-cs"/>
                        </a:rPr>
                        <a:t> </a:t>
                      </a:r>
                      <a:r>
                        <a:rPr lang="en-US" sz="1400" b="0" kern="1200" dirty="0" err="1">
                          <a:solidFill>
                            <a:schemeClr val="bg1"/>
                          </a:solidFill>
                          <a:latin typeface="+mn-lt"/>
                          <a:ea typeface="+mn-ea"/>
                          <a:cs typeface="+mn-cs"/>
                        </a:rPr>
                        <a:t>nhập</a:t>
                      </a:r>
                      <a:endParaRPr lang="en-US" sz="1400" b="0" kern="1200" dirty="0">
                        <a:solidFill>
                          <a:schemeClr val="bg1"/>
                        </a:solidFill>
                        <a:latin typeface="+mn-lt"/>
                        <a:ea typeface="+mn-ea"/>
                        <a:cs typeface="+mn-cs"/>
                      </a:endParaRPr>
                    </a:p>
                    <a:p>
                      <a:pPr marL="285750" marR="0" lvl="0" indent="-285750" algn="l" defTabSz="914126"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600" b="0" kern="1200" dirty="0" err="1">
                          <a:solidFill>
                            <a:schemeClr val="bg1"/>
                          </a:solidFill>
                          <a:latin typeface="+mn-lt"/>
                          <a:ea typeface="+mn-ea"/>
                          <a:cs typeface="+mn-cs"/>
                        </a:rPr>
                        <a:t>Gán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giá</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trị</a:t>
                      </a:r>
                      <a:r>
                        <a:rPr lang="en-US" sz="1600" b="0" kern="1200" dirty="0">
                          <a:solidFill>
                            <a:schemeClr val="bg1"/>
                          </a:solidFill>
                          <a:latin typeface="+mn-lt"/>
                          <a:ea typeface="+mn-ea"/>
                          <a:cs typeface="+mn-cs"/>
                        </a:rPr>
                        <a:t> </a:t>
                      </a:r>
                      <a:r>
                        <a:rPr lang="en-US" sz="1600" b="0" kern="1200" dirty="0" err="1">
                          <a:solidFill>
                            <a:schemeClr val="bg1"/>
                          </a:solidFill>
                          <a:highlight>
                            <a:srgbClr val="FFFF00"/>
                          </a:highlight>
                          <a:latin typeface="+mn-lt"/>
                          <a:ea typeface="+mn-ea"/>
                          <a:cs typeface="+mn-cs"/>
                        </a:rPr>
                        <a:t>CartCount</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hiển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thị</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vào</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bên</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cạnh</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biểu</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tượng</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Giỏ</a:t>
                      </a:r>
                      <a:r>
                        <a:rPr lang="en-US" sz="1600" b="0" kern="1200" dirty="0">
                          <a:solidFill>
                            <a:schemeClr val="bg1"/>
                          </a:solidFill>
                          <a:latin typeface="+mn-lt"/>
                          <a:ea typeface="+mn-ea"/>
                          <a:cs typeface="+mn-cs"/>
                        </a:rPr>
                        <a:t> </a:t>
                      </a:r>
                      <a:r>
                        <a:rPr lang="en-US" sz="1600" b="0" kern="1200" dirty="0" err="1">
                          <a:solidFill>
                            <a:schemeClr val="bg1"/>
                          </a:solidFill>
                          <a:latin typeface="+mn-lt"/>
                          <a:ea typeface="+mn-ea"/>
                          <a:cs typeface="+mn-cs"/>
                        </a:rPr>
                        <a:t>hàng</a:t>
                      </a:r>
                      <a:endParaRPr lang="en-US" sz="1600" b="0" kern="1200" dirty="0">
                        <a:solidFill>
                          <a:schemeClr val="bg1"/>
                        </a:solidFill>
                        <a:latin typeface="+mn-lt"/>
                        <a:ea typeface="+mn-ea"/>
                        <a:cs typeface="+mn-cs"/>
                      </a:endParaRPr>
                    </a:p>
                  </a:txBody>
                  <a:tcPr/>
                </a:tc>
                <a:extLst>
                  <a:ext uri="{0D108BD9-81ED-4DB2-BD59-A6C34878D82A}">
                    <a16:rowId xmlns:a16="http://schemas.microsoft.com/office/drawing/2014/main" val="2167291784"/>
                  </a:ext>
                </a:extLst>
              </a:tr>
            </a:tbl>
          </a:graphicData>
        </a:graphic>
      </p:graphicFrame>
    </p:spTree>
    <p:extLst>
      <p:ext uri="{BB962C8B-B14F-4D97-AF65-F5344CB8AC3E}">
        <p14:creationId xmlns:p14="http://schemas.microsoft.com/office/powerpoint/2010/main" val="304476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73F4F-AED9-BB08-D606-1C71C9BC9CA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92FF678-6D77-54E1-CA2D-9FE4D46F94D6}"/>
              </a:ext>
            </a:extLst>
          </p:cNvPr>
          <p:cNvPicPr>
            <a:picLocks noChangeAspect="1"/>
          </p:cNvPicPr>
          <p:nvPr/>
        </p:nvPicPr>
        <p:blipFill>
          <a:blip r:embed="rId2"/>
          <a:stretch>
            <a:fillRect/>
          </a:stretch>
        </p:blipFill>
        <p:spPr>
          <a:xfrm>
            <a:off x="74612" y="905672"/>
            <a:ext cx="5029200" cy="5907055"/>
          </a:xfrm>
          <a:prstGeom prst="rect">
            <a:avLst/>
          </a:prstGeom>
        </p:spPr>
      </p:pic>
      <p:sp>
        <p:nvSpPr>
          <p:cNvPr id="2" name="Title 1">
            <a:extLst>
              <a:ext uri="{FF2B5EF4-FFF2-40B4-BE49-F238E27FC236}">
                <a16:creationId xmlns:a16="http://schemas.microsoft.com/office/drawing/2014/main" id="{6CBFA51D-EDF8-F52E-6069-92B67EEE6460}"/>
              </a:ext>
            </a:extLst>
          </p:cNvPr>
          <p:cNvSpPr>
            <a:spLocks noGrp="1"/>
          </p:cNvSpPr>
          <p:nvPr>
            <p:ph type="title"/>
          </p:nvPr>
        </p:nvSpPr>
        <p:spPr>
          <a:xfrm>
            <a:off x="78394" y="76200"/>
            <a:ext cx="5330217" cy="838200"/>
          </a:xfrm>
        </p:spPr>
        <p:txBody>
          <a:bodyPr>
            <a:noAutofit/>
          </a:bodyPr>
          <a:lstStyle/>
          <a:p>
            <a:r>
              <a:rPr lang="en-US" sz="3600" dirty="0"/>
              <a:t>5.1 </a:t>
            </a:r>
            <a:r>
              <a:rPr lang="en-US" sz="3600" dirty="0" err="1"/>
              <a:t>PersonalMenu</a:t>
            </a:r>
            <a:r>
              <a:rPr lang="en-US" sz="3600" dirty="0"/>
              <a:t>: </a:t>
            </a:r>
            <a:br>
              <a:rPr lang="en-US" sz="3600" dirty="0"/>
            </a:br>
            <a:r>
              <a:rPr lang="en-US" sz="2400" dirty="0" err="1"/>
              <a:t>Chỉnh</a:t>
            </a:r>
            <a:r>
              <a:rPr lang="en-US" sz="2400" dirty="0"/>
              <a:t> </a:t>
            </a:r>
            <a:r>
              <a:rPr lang="en-US" sz="2400" dirty="0" err="1"/>
              <a:t>sửa</a:t>
            </a:r>
            <a:r>
              <a:rPr lang="en-US" sz="2400" dirty="0"/>
              <a:t> _</a:t>
            </a:r>
            <a:r>
              <a:rPr lang="en-US" sz="2400" dirty="0" err="1"/>
              <a:t>Layout.cshtml</a:t>
            </a:r>
            <a:endParaRPr lang="en-US" sz="3600" dirty="0">
              <a:latin typeface="Calibri Light" panose="020F0302020204030204" pitchFamily="34" charset="0"/>
              <a:cs typeface="Calibri Light" panose="020F0302020204030204" pitchFamily="34" charset="0"/>
            </a:endParaRPr>
          </a:p>
        </p:txBody>
      </p:sp>
      <p:pic>
        <p:nvPicPr>
          <p:cNvPr id="6" name="Picture 5">
            <a:extLst>
              <a:ext uri="{FF2B5EF4-FFF2-40B4-BE49-F238E27FC236}">
                <a16:creationId xmlns:a16="http://schemas.microsoft.com/office/drawing/2014/main" id="{39B05AC9-4363-1BD8-F745-4F8C5BAF9720}"/>
              </a:ext>
            </a:extLst>
          </p:cNvPr>
          <p:cNvPicPr>
            <a:picLocks noChangeAspect="1"/>
          </p:cNvPicPr>
          <p:nvPr/>
        </p:nvPicPr>
        <p:blipFill>
          <a:blip r:embed="rId3"/>
          <a:stretch>
            <a:fillRect/>
          </a:stretch>
        </p:blipFill>
        <p:spPr>
          <a:xfrm>
            <a:off x="5180012" y="76200"/>
            <a:ext cx="6934200" cy="6745255"/>
          </a:xfrm>
          <a:prstGeom prst="rect">
            <a:avLst/>
          </a:prstGeom>
        </p:spPr>
      </p:pic>
    </p:spTree>
    <p:extLst>
      <p:ext uri="{BB962C8B-B14F-4D97-AF65-F5344CB8AC3E}">
        <p14:creationId xmlns:p14="http://schemas.microsoft.com/office/powerpoint/2010/main" val="1972146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4AA3EFD5E2AE4BA76F596867CC1D58" ma:contentTypeVersion="6" ma:contentTypeDescription="Create a new document." ma:contentTypeScope="" ma:versionID="a23569f61d28061d1a8cdf8010fc7ed9">
  <xsd:schema xmlns:xsd="http://www.w3.org/2001/XMLSchema" xmlns:xs="http://www.w3.org/2001/XMLSchema" xmlns:p="http://schemas.microsoft.com/office/2006/metadata/properties" xmlns:ns2="452d42b4-13f3-4832-8fd3-4a8c2936bf98" xmlns:ns3="51ce3282-2922-43fd-9971-ff5d9ab1c2cc" targetNamespace="http://schemas.microsoft.com/office/2006/metadata/properties" ma:root="true" ma:fieldsID="be41a64c1aeff76d48391a056af3c3c5" ns2:_="" ns3:_="">
    <xsd:import namespace="452d42b4-13f3-4832-8fd3-4a8c2936bf98"/>
    <xsd:import namespace="51ce3282-2922-43fd-9971-ff5d9ab1c2c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2d42b4-13f3-4832-8fd3-4a8c2936bf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1ce3282-2922-43fd-9971-ff5d9ab1c2c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1ce3282-2922-43fd-9971-ff5d9ab1c2cc">
      <UserInfo>
        <DisplayName>Đậu Trọng Phương</DisplayName>
        <AccountId>174</AccountId>
        <AccountType/>
      </UserInfo>
    </SharedWithUsers>
  </documentManagement>
</p:properties>
</file>

<file path=customXml/itemProps1.xml><?xml version="1.0" encoding="utf-8"?>
<ds:datastoreItem xmlns:ds="http://schemas.openxmlformats.org/officeDocument/2006/customXml" ds:itemID="{9A326FF7-DFDF-4722-BA2C-6089B7BEC1DF}">
  <ds:schemaRefs>
    <ds:schemaRef ds:uri="http://schemas.microsoft.com/sharepoint/v3/contenttype/forms"/>
  </ds:schemaRefs>
</ds:datastoreItem>
</file>

<file path=customXml/itemProps2.xml><?xml version="1.0" encoding="utf-8"?>
<ds:datastoreItem xmlns:ds="http://schemas.openxmlformats.org/officeDocument/2006/customXml" ds:itemID="{41EE7047-58DD-4AD2-8D52-6991555A56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2d42b4-13f3-4832-8fd3-4a8c2936bf98"/>
    <ds:schemaRef ds:uri="51ce3282-2922-43fd-9971-ff5d9ab1c2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BC4695-B2F3-4887-B831-04FFE873C1BE}">
  <ds:schemaRefs>
    <ds:schemaRef ds:uri="http://schemas.openxmlformats.org/package/2006/metadata/core-properties"/>
    <ds:schemaRef ds:uri="http://purl.org/dc/dcmitype/"/>
    <ds:schemaRef ds:uri="http://purl.org/dc/elements/1.1/"/>
    <ds:schemaRef ds:uri="http://schemas.microsoft.com/office/2006/documentManagement/types"/>
    <ds:schemaRef ds:uri="452d42b4-13f3-4832-8fd3-4a8c2936bf98"/>
    <ds:schemaRef ds:uri="http://schemas.microsoft.com/office/2006/metadata/properties"/>
    <ds:schemaRef ds:uri="http://schemas.microsoft.com/office/infopath/2007/PartnerControls"/>
    <ds:schemaRef ds:uri="http://www.w3.org/XML/1998/namespace"/>
    <ds:schemaRef ds:uri="http://purl.org/dc/terms/"/>
    <ds:schemaRef ds:uri="51ce3282-2922-43fd-9971-ff5d9ab1c2cc"/>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9040</TotalTime>
  <Words>4591</Words>
  <Application>Microsoft Office PowerPoint</Application>
  <PresentationFormat>Custom</PresentationFormat>
  <Paragraphs>535</Paragraphs>
  <Slides>54</Slides>
  <Notes>12</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Cascadia Code</vt:lpstr>
      <vt:lpstr>Euphemia</vt:lpstr>
      <vt:lpstr>Office Theme</vt:lpstr>
      <vt:lpstr>Xây dựng website bán hàng bằng ASP.NET MVC5 Entity Framework</vt:lpstr>
      <vt:lpstr>DANH SÁCH YÊU CẦU CHỨC NĂNG</vt:lpstr>
      <vt:lpstr>Cài đặt các khối chức năng</vt:lpstr>
      <vt:lpstr>Phần 2: CÀI ĐẶT CHỨC NĂNG CUSTOMER</vt:lpstr>
      <vt:lpstr>Phân chia chức năng</vt:lpstr>
      <vt:lpstr>1. Trang Customer Layout</vt:lpstr>
      <vt:lpstr>2. Tài khoản</vt:lpstr>
      <vt:lpstr>2.1 Trang Đăng ký tài khoản - Giao diện</vt:lpstr>
      <vt:lpstr>2.1 Trang Đăng ký tài khoản - Model</vt:lpstr>
      <vt:lpstr>2.1 Trang Đăng ký tài khoản Controller</vt:lpstr>
      <vt:lpstr>2.1 Trang Đăng ký tài khoản View: Register.cshtml</vt:lpstr>
      <vt:lpstr>2.2 Đăng nhập tài khoản Giao diện</vt:lpstr>
      <vt:lpstr>2.2 Trang Đăng nhập Model</vt:lpstr>
      <vt:lpstr>2.1 Trang Đăng nhập Controller</vt:lpstr>
      <vt:lpstr>2.1 Trang Đăng nhập View: Login.cshtml</vt:lpstr>
      <vt:lpstr>2.1 Trang Đăng nhập Webconfig</vt:lpstr>
      <vt:lpstr>2.3. Trang Thông tin tài khoản - Giao diện</vt:lpstr>
      <vt:lpstr>2. HomeController</vt:lpstr>
      <vt:lpstr>2.1 Trang Home - Giao diện</vt:lpstr>
      <vt:lpstr>2.1 Trang Home: Model - Controller</vt:lpstr>
      <vt:lpstr>2.1 Trang Home View: chuyển code trang FE sang BE và viết lại để hiển thị dữ liệu truy vấn từ DB</vt:lpstr>
      <vt:lpstr>2.1 Trang Home View: chuyển code trang FE sang BE và viết lại để hiển thị dữ liệu truy vấn từ DB</vt:lpstr>
      <vt:lpstr>2.1 Trang Home Stylesheet: CustomerHome.css</vt:lpstr>
      <vt:lpstr>2.2. Trang Chi tiết sản phẩm Giao diện</vt:lpstr>
      <vt:lpstr>2.2. Trang Chi tiết sản phẩm - Model</vt:lpstr>
      <vt:lpstr>2.2. Trang Chi tiết sản phẩm Controller</vt:lpstr>
      <vt:lpstr>2.2. Trang Chi tiết sản phẩm View: chuyển code trang FE sang BE và viết lại để hiển thị dữ liệu truy vấn từ DB</vt:lpstr>
      <vt:lpstr>2.2 Trang Chi tiết sản phẩm View: chuyển code trang FE sang BE và viết lại để hiển thị dữ liệu truy vấn từ DB</vt:lpstr>
      <vt:lpstr>3. Giỏ hàng (CartController)</vt:lpstr>
      <vt:lpstr>3.1 Giỏ hàng cơ bản Giao diện</vt:lpstr>
      <vt:lpstr>3.1 Giỏ hàng cơ bản Model</vt:lpstr>
      <vt:lpstr>3.1 Giỏ hàng cơ bản Controller</vt:lpstr>
      <vt:lpstr>3.1 Giỏ hàng cơ bản View: Index.cshtml</vt:lpstr>
      <vt:lpstr>3.2 Giỏ hàng (nâng cao) Giao diện</vt:lpstr>
      <vt:lpstr>3.2 Giỏ hàng nâng cao Model</vt:lpstr>
      <vt:lpstr>3.2 Giỏ hàng nâng cao Controller</vt:lpstr>
      <vt:lpstr>3.2 Giỏ hàng nâng cao View: Index.cshtml</vt:lpstr>
      <vt:lpstr>3.2 Giỏ hàng nâng cao View: partial view _PVSimilarProduct.cshtml</vt:lpstr>
      <vt:lpstr>4. Đặt hàng</vt:lpstr>
      <vt:lpstr>4.1 Trang Đặt hàng Giao diện</vt:lpstr>
      <vt:lpstr>4.1 Trang Đặt hàng Model - DB</vt:lpstr>
      <vt:lpstr>4.1 Trang Đặt hàng Model - DB</vt:lpstr>
      <vt:lpstr>4.1 Trang Đặt hàng -  Controller</vt:lpstr>
      <vt:lpstr>4.1 Trang Đặt hàng - Controller</vt:lpstr>
      <vt:lpstr>4.1 Trang Đặt hàng - View</vt:lpstr>
      <vt:lpstr>4.2 Trang Xác nhận đơn hàng Controller</vt:lpstr>
      <vt:lpstr>4.2 Trang Xác nhận đơn hàng View</vt:lpstr>
      <vt:lpstr>4.3. Trang Đơn hàng của tôi - Giao diện</vt:lpstr>
      <vt:lpstr>5. Thanh toán bằng Paypal Tích hợp Paypal API</vt:lpstr>
      <vt:lpstr>5. Thanh toán bằng Paypal  Controller</vt:lpstr>
      <vt:lpstr>5. Thanh toán bằng Paypal 5.3. View</vt:lpstr>
      <vt:lpstr>5. Header</vt:lpstr>
      <vt:lpstr>5.1. PersonalMenu</vt:lpstr>
      <vt:lpstr>5.1 PersonalMenu:  Chỉnh sửa _Layout.cshtml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website bán hàng bằng ASP.NET MVC5 Entity Framework</dc:title>
  <dc:creator>Sophia BUI</dc:creator>
  <cp:lastModifiedBy>Sophia BUI</cp:lastModifiedBy>
  <cp:revision>129</cp:revision>
  <dcterms:created xsi:type="dcterms:W3CDTF">2023-10-09T13:56:47Z</dcterms:created>
  <dcterms:modified xsi:type="dcterms:W3CDTF">2024-11-20T10:15:54Z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0x010100D14AA3EFD5E2AE4BA76F596867CC1D58</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