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61"/>
  </p:notesMasterIdLst>
  <p:handoutMasterIdLst>
    <p:handoutMasterId r:id="rId62"/>
  </p:handoutMasterIdLst>
  <p:sldIdLst>
    <p:sldId id="256" r:id="rId5"/>
    <p:sldId id="822" r:id="rId6"/>
    <p:sldId id="269" r:id="rId7"/>
    <p:sldId id="821" r:id="rId8"/>
    <p:sldId id="803" r:id="rId9"/>
    <p:sldId id="804" r:id="rId10"/>
    <p:sldId id="801" r:id="rId11"/>
    <p:sldId id="807" r:id="rId12"/>
    <p:sldId id="811" r:id="rId13"/>
    <p:sldId id="809" r:id="rId14"/>
    <p:sldId id="832" r:id="rId15"/>
    <p:sldId id="810" r:id="rId16"/>
    <p:sldId id="812" r:id="rId17"/>
    <p:sldId id="808" r:id="rId18"/>
    <p:sldId id="813" r:id="rId19"/>
    <p:sldId id="814" r:id="rId20"/>
    <p:sldId id="816" r:id="rId21"/>
    <p:sldId id="838" r:id="rId22"/>
    <p:sldId id="839" r:id="rId23"/>
    <p:sldId id="840" r:id="rId24"/>
    <p:sldId id="823" r:id="rId25"/>
    <p:sldId id="798" r:id="rId26"/>
    <p:sldId id="825" r:id="rId27"/>
    <p:sldId id="826" r:id="rId28"/>
    <p:sldId id="831" r:id="rId29"/>
    <p:sldId id="827" r:id="rId30"/>
    <p:sldId id="830" r:id="rId31"/>
    <p:sldId id="834" r:id="rId32"/>
    <p:sldId id="841" r:id="rId33"/>
    <p:sldId id="842" r:id="rId34"/>
    <p:sldId id="846" r:id="rId35"/>
    <p:sldId id="843" r:id="rId36"/>
    <p:sldId id="863" r:id="rId37"/>
    <p:sldId id="740" r:id="rId38"/>
    <p:sldId id="849" r:id="rId39"/>
    <p:sldId id="835" r:id="rId40"/>
    <p:sldId id="865" r:id="rId41"/>
    <p:sldId id="857" r:id="rId42"/>
    <p:sldId id="836" r:id="rId43"/>
    <p:sldId id="850" r:id="rId44"/>
    <p:sldId id="859" r:id="rId45"/>
    <p:sldId id="853" r:id="rId46"/>
    <p:sldId id="858" r:id="rId47"/>
    <p:sldId id="854" r:id="rId48"/>
    <p:sldId id="855" r:id="rId49"/>
    <p:sldId id="856" r:id="rId50"/>
    <p:sldId id="860" r:id="rId51"/>
    <p:sldId id="861" r:id="rId52"/>
    <p:sldId id="862" r:id="rId53"/>
    <p:sldId id="864" r:id="rId54"/>
    <p:sldId id="848" r:id="rId55"/>
    <p:sldId id="805" r:id="rId56"/>
    <p:sldId id="734" r:id="rId57"/>
    <p:sldId id="776" r:id="rId58"/>
    <p:sldId id="675" r:id="rId59"/>
    <p:sldId id="677" r:id="rId6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E02C7-0FA3-458F-A4C7-E6127F682DAA}" v="204" dt="2024-10-14T03:11:19.662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99" autoAdjust="0"/>
    <p:restoredTop sz="94637" autoAdjust="0"/>
  </p:normalViewPr>
  <p:slideViewPr>
    <p:cSldViewPr showGuides="1">
      <p:cViewPr varScale="1">
        <p:scale>
          <a:sx n="115" d="100"/>
          <a:sy n="115" d="100"/>
        </p:scale>
        <p:origin x="486" y="1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a BUI" userId="5388e7d4eb368e7c" providerId="LiveId" clId="{2E2E02C7-0FA3-458F-A4C7-E6127F682DAA}"/>
    <pc:docChg chg="undo custSel addSld delSld modSld sldOrd">
      <pc:chgData name="Sophia BUI" userId="5388e7d4eb368e7c" providerId="LiveId" clId="{2E2E02C7-0FA3-458F-A4C7-E6127F682DAA}" dt="2024-10-14T06:42:29.124" v="17704" actId="13926"/>
      <pc:docMkLst>
        <pc:docMk/>
      </pc:docMkLst>
      <pc:sldChg chg="modSp mod">
        <pc:chgData name="Sophia BUI" userId="5388e7d4eb368e7c" providerId="LiveId" clId="{2E2E02C7-0FA3-458F-A4C7-E6127F682DAA}" dt="2024-10-05T10:20:48.101" v="7536" actId="14100"/>
        <pc:sldMkLst>
          <pc:docMk/>
          <pc:sldMk cId="4124713233" sldId="269"/>
        </pc:sldMkLst>
        <pc:spChg chg="mod">
          <ac:chgData name="Sophia BUI" userId="5388e7d4eb368e7c" providerId="LiveId" clId="{2E2E02C7-0FA3-458F-A4C7-E6127F682DAA}" dt="2024-10-05T10:20:34.565" v="7534" actId="14100"/>
          <ac:spMkLst>
            <pc:docMk/>
            <pc:sldMk cId="4124713233" sldId="269"/>
            <ac:spMk id="2" creationId="{3C8881F5-B84D-F242-95A9-141E2A849202}"/>
          </ac:spMkLst>
        </pc:spChg>
        <pc:graphicFrameChg chg="mod modGraphic">
          <ac:chgData name="Sophia BUI" userId="5388e7d4eb368e7c" providerId="LiveId" clId="{2E2E02C7-0FA3-458F-A4C7-E6127F682DAA}" dt="2024-10-05T10:20:48.101" v="7536" actId="14100"/>
          <ac:graphicFrameMkLst>
            <pc:docMk/>
            <pc:sldMk cId="4124713233" sldId="269"/>
            <ac:graphicFrameMk id="5" creationId="{943304E3-DEC1-081E-5CF8-783EEF4021A8}"/>
          </ac:graphicFrameMkLst>
        </pc:graphicFrameChg>
      </pc:sldChg>
      <pc:sldChg chg="ord">
        <pc:chgData name="Sophia BUI" userId="5388e7d4eb368e7c" providerId="LiveId" clId="{2E2E02C7-0FA3-458F-A4C7-E6127F682DAA}" dt="2024-10-02T15:12:25.697" v="38"/>
        <pc:sldMkLst>
          <pc:docMk/>
          <pc:sldMk cId="3112041912" sldId="675"/>
        </pc:sldMkLst>
      </pc:sldChg>
      <pc:sldChg chg="modSp mod ord">
        <pc:chgData name="Sophia BUI" userId="5388e7d4eb368e7c" providerId="LiveId" clId="{2E2E02C7-0FA3-458F-A4C7-E6127F682DAA}" dt="2024-10-14T03:14:21.904" v="17541" actId="1038"/>
        <pc:sldMkLst>
          <pc:docMk/>
          <pc:sldMk cId="2658555902" sldId="677"/>
        </pc:sldMkLst>
        <pc:spChg chg="mod">
          <ac:chgData name="Sophia BUI" userId="5388e7d4eb368e7c" providerId="LiveId" clId="{2E2E02C7-0FA3-458F-A4C7-E6127F682DAA}" dt="2024-10-14T03:13:22.687" v="17534" actId="20577"/>
          <ac:spMkLst>
            <pc:docMk/>
            <pc:sldMk cId="2658555902" sldId="677"/>
            <ac:spMk id="2" creationId="{00000000-0000-0000-0000-000000000000}"/>
          </ac:spMkLst>
        </pc:spChg>
        <pc:picChg chg="mod">
          <ac:chgData name="Sophia BUI" userId="5388e7d4eb368e7c" providerId="LiveId" clId="{2E2E02C7-0FA3-458F-A4C7-E6127F682DAA}" dt="2024-10-14T03:14:21.904" v="17541" actId="1038"/>
          <ac:picMkLst>
            <pc:docMk/>
            <pc:sldMk cId="2658555902" sldId="677"/>
            <ac:picMk id="4" creationId="{00000000-0000-0000-0000-000000000000}"/>
          </ac:picMkLst>
        </pc:picChg>
        <pc:picChg chg="mod">
          <ac:chgData name="Sophia BUI" userId="5388e7d4eb368e7c" providerId="LiveId" clId="{2E2E02C7-0FA3-458F-A4C7-E6127F682DAA}" dt="2024-10-14T03:14:11.583" v="17537" actId="1038"/>
          <ac:picMkLst>
            <pc:docMk/>
            <pc:sldMk cId="2658555902" sldId="677"/>
            <ac:picMk id="5" creationId="{00000000-0000-0000-0000-000000000000}"/>
          </ac:picMkLst>
        </pc:picChg>
      </pc:sldChg>
      <pc:sldChg chg="del">
        <pc:chgData name="Sophia BUI" userId="5388e7d4eb368e7c" providerId="LiveId" clId="{2E2E02C7-0FA3-458F-A4C7-E6127F682DAA}" dt="2024-10-02T15:09:57.911" v="7" actId="47"/>
        <pc:sldMkLst>
          <pc:docMk/>
          <pc:sldMk cId="1054240606" sldId="694"/>
        </pc:sldMkLst>
      </pc:sldChg>
      <pc:sldChg chg="del">
        <pc:chgData name="Sophia BUI" userId="5388e7d4eb368e7c" providerId="LiveId" clId="{2E2E02C7-0FA3-458F-A4C7-E6127F682DAA}" dt="2024-10-02T15:09:57.141" v="6" actId="47"/>
        <pc:sldMkLst>
          <pc:docMk/>
          <pc:sldMk cId="1256951833" sldId="695"/>
        </pc:sldMkLst>
      </pc:sldChg>
      <pc:sldChg chg="del">
        <pc:chgData name="Sophia BUI" userId="5388e7d4eb368e7c" providerId="LiveId" clId="{2E2E02C7-0FA3-458F-A4C7-E6127F682DAA}" dt="2024-10-02T15:09:52.573" v="5" actId="47"/>
        <pc:sldMkLst>
          <pc:docMk/>
          <pc:sldMk cId="1888777383" sldId="696"/>
        </pc:sldMkLst>
      </pc:sldChg>
      <pc:sldChg chg="del">
        <pc:chgData name="Sophia BUI" userId="5388e7d4eb368e7c" providerId="LiveId" clId="{2E2E02C7-0FA3-458F-A4C7-E6127F682DAA}" dt="2024-10-02T15:09:51.769" v="4" actId="47"/>
        <pc:sldMkLst>
          <pc:docMk/>
          <pc:sldMk cId="1641959255" sldId="697"/>
        </pc:sldMkLst>
      </pc:sldChg>
      <pc:sldChg chg="del">
        <pc:chgData name="Sophia BUI" userId="5388e7d4eb368e7c" providerId="LiveId" clId="{2E2E02C7-0FA3-458F-A4C7-E6127F682DAA}" dt="2024-10-02T15:09:50.887" v="3" actId="47"/>
        <pc:sldMkLst>
          <pc:docMk/>
          <pc:sldMk cId="3790073736" sldId="698"/>
        </pc:sldMkLst>
      </pc:sldChg>
      <pc:sldChg chg="modSp del mod">
        <pc:chgData name="Sophia BUI" userId="5388e7d4eb368e7c" providerId="LiveId" clId="{2E2E02C7-0FA3-458F-A4C7-E6127F682DAA}" dt="2024-10-05T13:54:27.305" v="8607" actId="2696"/>
        <pc:sldMkLst>
          <pc:docMk/>
          <pc:sldMk cId="530302754" sldId="713"/>
        </pc:sldMkLst>
        <pc:spChg chg="mod">
          <ac:chgData name="Sophia BUI" userId="5388e7d4eb368e7c" providerId="LiveId" clId="{2E2E02C7-0FA3-458F-A4C7-E6127F682DAA}" dt="2024-10-04T07:10:56.767" v="6545" actId="20577"/>
          <ac:spMkLst>
            <pc:docMk/>
            <pc:sldMk cId="530302754" sldId="713"/>
            <ac:spMk id="2" creationId="{00000000-0000-0000-0000-000000000000}"/>
          </ac:spMkLst>
        </pc:spChg>
      </pc:sldChg>
      <pc:sldChg chg="del">
        <pc:chgData name="Sophia BUI" userId="5388e7d4eb368e7c" providerId="LiveId" clId="{2E2E02C7-0FA3-458F-A4C7-E6127F682DAA}" dt="2024-10-05T05:58:25.686" v="7281" actId="2696"/>
        <pc:sldMkLst>
          <pc:docMk/>
          <pc:sldMk cId="2643701336" sldId="721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700836537" sldId="725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1158019689" sldId="726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2773969669" sldId="727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2307223527" sldId="728"/>
        </pc:sldMkLst>
      </pc:sldChg>
      <pc:sldChg chg="modSp mod ord">
        <pc:chgData name="Sophia BUI" userId="5388e7d4eb368e7c" providerId="LiveId" clId="{2E2E02C7-0FA3-458F-A4C7-E6127F682DAA}" dt="2024-10-14T03:15:17.991" v="17594"/>
        <pc:sldMkLst>
          <pc:docMk/>
          <pc:sldMk cId="240273313" sldId="734"/>
        </pc:sldMkLst>
        <pc:spChg chg="mod">
          <ac:chgData name="Sophia BUI" userId="5388e7d4eb368e7c" providerId="LiveId" clId="{2E2E02C7-0FA3-458F-A4C7-E6127F682DAA}" dt="2024-10-14T03:14:47.252" v="17591" actId="20577"/>
          <ac:spMkLst>
            <pc:docMk/>
            <pc:sldMk cId="240273313" sldId="734"/>
            <ac:spMk id="7" creationId="{00000000-0000-0000-0000-000000000000}"/>
          </ac:spMkLst>
        </pc:spChg>
      </pc:sldChg>
      <pc:sldChg chg="del">
        <pc:chgData name="Sophia BUI" userId="5388e7d4eb368e7c" providerId="LiveId" clId="{2E2E02C7-0FA3-458F-A4C7-E6127F682DAA}" dt="2024-10-14T03:13:02.550" v="17522" actId="47"/>
        <pc:sldMkLst>
          <pc:docMk/>
          <pc:sldMk cId="2627758853" sldId="735"/>
        </pc:sldMkLst>
      </pc:sldChg>
      <pc:sldChg chg="delSp del mod ord">
        <pc:chgData name="Sophia BUI" userId="5388e7d4eb368e7c" providerId="LiveId" clId="{2E2E02C7-0FA3-458F-A4C7-E6127F682DAA}" dt="2024-10-03T02:04:20.718" v="4615" actId="47"/>
        <pc:sldMkLst>
          <pc:docMk/>
          <pc:sldMk cId="1248891355" sldId="738"/>
        </pc:sldMkLst>
        <pc:picChg chg="del">
          <ac:chgData name="Sophia BUI" userId="5388e7d4eb368e7c" providerId="LiveId" clId="{2E2E02C7-0FA3-458F-A4C7-E6127F682DAA}" dt="2024-10-03T00:26:41.472" v="999" actId="478"/>
          <ac:picMkLst>
            <pc:docMk/>
            <pc:sldMk cId="1248891355" sldId="738"/>
            <ac:picMk id="2" creationId="{94FD2758-699F-5C80-0B22-57CD0DF6A521}"/>
          </ac:picMkLst>
        </pc:picChg>
      </pc:sldChg>
      <pc:sldChg chg="del">
        <pc:chgData name="Sophia BUI" userId="5388e7d4eb368e7c" providerId="LiveId" clId="{2E2E02C7-0FA3-458F-A4C7-E6127F682DAA}" dt="2024-10-03T14:58:43.879" v="5989" actId="2696"/>
        <pc:sldMkLst>
          <pc:docMk/>
          <pc:sldMk cId="2717320308" sldId="739"/>
        </pc:sldMkLst>
      </pc:sldChg>
      <pc:sldChg chg="addSp delSp modSp mod modShow">
        <pc:chgData name="Sophia BUI" userId="5388e7d4eb368e7c" providerId="LiveId" clId="{2E2E02C7-0FA3-458F-A4C7-E6127F682DAA}" dt="2024-10-12T13:54:06.660" v="15911" actId="14100"/>
        <pc:sldMkLst>
          <pc:docMk/>
          <pc:sldMk cId="542644879" sldId="740"/>
        </pc:sldMkLst>
        <pc:spChg chg="mod">
          <ac:chgData name="Sophia BUI" userId="5388e7d4eb368e7c" providerId="LiveId" clId="{2E2E02C7-0FA3-458F-A4C7-E6127F682DAA}" dt="2024-10-05T11:38:34.386" v="8555" actId="20577"/>
          <ac:spMkLst>
            <pc:docMk/>
            <pc:sldMk cId="542644879" sldId="740"/>
            <ac:spMk id="2" creationId="{00000000-0000-0000-0000-000000000000}"/>
          </ac:spMkLst>
        </pc:spChg>
        <pc:graphicFrameChg chg="mod modGraphic">
          <ac:chgData name="Sophia BUI" userId="5388e7d4eb368e7c" providerId="LiveId" clId="{2E2E02C7-0FA3-458F-A4C7-E6127F682DAA}" dt="2024-10-07T06:44:46.917" v="10194" actId="6549"/>
          <ac:graphicFrameMkLst>
            <pc:docMk/>
            <pc:sldMk cId="542644879" sldId="740"/>
            <ac:graphicFrameMk id="3" creationId="{BDC8E774-B754-48B7-AFAE-59B20D15BEC6}"/>
          </ac:graphicFrameMkLst>
        </pc:graphicFrameChg>
        <pc:picChg chg="add del mod">
          <ac:chgData name="Sophia BUI" userId="5388e7d4eb368e7c" providerId="LiveId" clId="{2E2E02C7-0FA3-458F-A4C7-E6127F682DAA}" dt="2024-10-07T01:48:09.971" v="8850" actId="478"/>
          <ac:picMkLst>
            <pc:docMk/>
            <pc:sldMk cId="542644879" sldId="740"/>
            <ac:picMk id="5" creationId="{70ED4597-6C88-B9B6-604E-D456DF7255F6}"/>
          </ac:picMkLst>
        </pc:picChg>
        <pc:picChg chg="add mod">
          <ac:chgData name="Sophia BUI" userId="5388e7d4eb368e7c" providerId="LiveId" clId="{2E2E02C7-0FA3-458F-A4C7-E6127F682DAA}" dt="2024-10-12T13:54:06.660" v="15911" actId="14100"/>
          <ac:picMkLst>
            <pc:docMk/>
            <pc:sldMk cId="542644879" sldId="740"/>
            <ac:picMk id="7" creationId="{87F4F075-CEA2-1586-6790-5253D4ACD855}"/>
          </ac:picMkLst>
        </pc:picChg>
        <pc:picChg chg="del">
          <ac:chgData name="Sophia BUI" userId="5388e7d4eb368e7c" providerId="LiveId" clId="{2E2E02C7-0FA3-458F-A4C7-E6127F682DAA}" dt="2024-10-07T01:43:57.991" v="8845" actId="478"/>
          <ac:picMkLst>
            <pc:docMk/>
            <pc:sldMk cId="542644879" sldId="740"/>
            <ac:picMk id="25" creationId="{B7BF7C79-F5F1-ECAD-3436-DD5C62DC2C91}"/>
          </ac:picMkLst>
        </pc:picChg>
      </pc:sldChg>
      <pc:sldChg chg="addSp delSp modSp del mod ord">
        <pc:chgData name="Sophia BUI" userId="5388e7d4eb368e7c" providerId="LiveId" clId="{2E2E02C7-0FA3-458F-A4C7-E6127F682DAA}" dt="2024-10-04T07:10:18.580" v="6526" actId="2696"/>
        <pc:sldMkLst>
          <pc:docMk/>
          <pc:sldMk cId="3716327144" sldId="740"/>
        </pc:sldMkLst>
        <pc:spChg chg="mod">
          <ac:chgData name="Sophia BUI" userId="5388e7d4eb368e7c" providerId="LiveId" clId="{2E2E02C7-0FA3-458F-A4C7-E6127F682DAA}" dt="2024-10-04T07:07:58.604" v="6475" actId="20577"/>
          <ac:spMkLst>
            <pc:docMk/>
            <pc:sldMk cId="3716327144" sldId="740"/>
            <ac:spMk id="2" creationId="{00000000-0000-0000-0000-000000000000}"/>
          </ac:spMkLst>
        </pc:spChg>
        <pc:spChg chg="add del mod">
          <ac:chgData name="Sophia BUI" userId="5388e7d4eb368e7c" providerId="LiveId" clId="{2E2E02C7-0FA3-458F-A4C7-E6127F682DAA}" dt="2024-10-03T06:48:55.928" v="5254" actId="478"/>
          <ac:spMkLst>
            <pc:docMk/>
            <pc:sldMk cId="3716327144" sldId="740"/>
            <ac:spMk id="7" creationId="{B529A59C-B27A-6DD5-98A4-9DB9A43E08C8}"/>
          </ac:spMkLst>
        </pc:spChg>
        <pc:graphicFrameChg chg="add mod modGraphic">
          <ac:chgData name="Sophia BUI" userId="5388e7d4eb368e7c" providerId="LiveId" clId="{2E2E02C7-0FA3-458F-A4C7-E6127F682DAA}" dt="2024-10-03T07:19:46.044" v="5974" actId="108"/>
          <ac:graphicFrameMkLst>
            <pc:docMk/>
            <pc:sldMk cId="3716327144" sldId="740"/>
            <ac:graphicFrameMk id="3" creationId="{BDC8E774-B754-48B7-AFAE-59B20D15BEC6}"/>
          </ac:graphicFrameMkLst>
        </pc:graphicFrameChg>
        <pc:graphicFrameChg chg="del mod modGraphic">
          <ac:chgData name="Sophia BUI" userId="5388e7d4eb368e7c" providerId="LiveId" clId="{2E2E02C7-0FA3-458F-A4C7-E6127F682DAA}" dt="2024-10-03T06:48:52.393" v="5253" actId="478"/>
          <ac:graphicFrameMkLst>
            <pc:docMk/>
            <pc:sldMk cId="3716327144" sldId="740"/>
            <ac:graphicFrameMk id="11" creationId="{FC9F3663-301E-7FC2-C890-BB467830BB45}"/>
          </ac:graphicFrameMkLst>
        </pc:graphicFrameChg>
        <pc:picChg chg="del mod">
          <ac:chgData name="Sophia BUI" userId="5388e7d4eb368e7c" providerId="LiveId" clId="{2E2E02C7-0FA3-458F-A4C7-E6127F682DAA}" dt="2024-10-03T06:43:57.551" v="5196" actId="478"/>
          <ac:picMkLst>
            <pc:docMk/>
            <pc:sldMk cId="3716327144" sldId="740"/>
            <ac:picMk id="4" creationId="{D7538178-939C-8FD7-814F-28D313731C62}"/>
          </ac:picMkLst>
        </pc:picChg>
        <pc:picChg chg="del mod">
          <ac:chgData name="Sophia BUI" userId="5388e7d4eb368e7c" providerId="LiveId" clId="{2E2E02C7-0FA3-458F-A4C7-E6127F682DAA}" dt="2024-10-03T06:43:59.395" v="5197" actId="478"/>
          <ac:picMkLst>
            <pc:docMk/>
            <pc:sldMk cId="3716327144" sldId="740"/>
            <ac:picMk id="6" creationId="{EBC19313-EA6E-A346-78FD-57A34D83F19E}"/>
          </ac:picMkLst>
        </pc:picChg>
        <pc:picChg chg="del mod">
          <ac:chgData name="Sophia BUI" userId="5388e7d4eb368e7c" providerId="LiveId" clId="{2E2E02C7-0FA3-458F-A4C7-E6127F682DAA}" dt="2024-10-03T06:07:02.651" v="4912" actId="478"/>
          <ac:picMkLst>
            <pc:docMk/>
            <pc:sldMk cId="3716327144" sldId="740"/>
            <ac:picMk id="8" creationId="{C0547522-0E0D-BC13-8341-A0FB52B644A0}"/>
          </ac:picMkLst>
        </pc:picChg>
        <pc:picChg chg="mod">
          <ac:chgData name="Sophia BUI" userId="5388e7d4eb368e7c" providerId="LiveId" clId="{2E2E02C7-0FA3-458F-A4C7-E6127F682DAA}" dt="2024-10-03T07:06:19.723" v="5694" actId="14100"/>
          <ac:picMkLst>
            <pc:docMk/>
            <pc:sldMk cId="3716327144" sldId="740"/>
            <ac:picMk id="25" creationId="{B7BF7C79-F5F1-ECAD-3436-DD5C62DC2C91}"/>
          </ac:picMkLst>
        </pc:picChg>
        <pc:picChg chg="del mod">
          <ac:chgData name="Sophia BUI" userId="5388e7d4eb368e7c" providerId="LiveId" clId="{2E2E02C7-0FA3-458F-A4C7-E6127F682DAA}" dt="2024-10-03T06:07:04.949" v="4913" actId="478"/>
          <ac:picMkLst>
            <pc:docMk/>
            <pc:sldMk cId="3716327144" sldId="740"/>
            <ac:picMk id="27" creationId="{8F599DEC-B724-F687-1EE5-FCB25C930938}"/>
          </ac:picMkLst>
        </pc:picChg>
      </pc:sldChg>
      <pc:sldChg chg="modSp del mod modShow">
        <pc:chgData name="Sophia BUI" userId="5388e7d4eb368e7c" providerId="LiveId" clId="{2E2E02C7-0FA3-458F-A4C7-E6127F682DAA}" dt="2024-10-12T02:24:48.837" v="14942" actId="2696"/>
        <pc:sldMkLst>
          <pc:docMk/>
          <pc:sldMk cId="3651386016" sldId="741"/>
        </pc:sldMkLst>
        <pc:spChg chg="mod">
          <ac:chgData name="Sophia BUI" userId="5388e7d4eb368e7c" providerId="LiveId" clId="{2E2E02C7-0FA3-458F-A4C7-E6127F682DAA}" dt="2024-10-05T11:44:51.686" v="8597" actId="14100"/>
          <ac:spMkLst>
            <pc:docMk/>
            <pc:sldMk cId="3651386016" sldId="741"/>
            <ac:spMk id="2" creationId="{00000000-0000-0000-0000-000000000000}"/>
          </ac:spMkLst>
        </pc:spChg>
        <pc:picChg chg="mod">
          <ac:chgData name="Sophia BUI" userId="5388e7d4eb368e7c" providerId="LiveId" clId="{2E2E02C7-0FA3-458F-A4C7-E6127F682DAA}" dt="2024-10-03T15:03:45.673" v="5991" actId="14100"/>
          <ac:picMkLst>
            <pc:docMk/>
            <pc:sldMk cId="3651386016" sldId="741"/>
            <ac:picMk id="19" creationId="{BD15B473-1009-4660-40B0-049212D2E187}"/>
          </ac:picMkLst>
        </pc:picChg>
        <pc:picChg chg="mod">
          <ac:chgData name="Sophia BUI" userId="5388e7d4eb368e7c" providerId="LiveId" clId="{2E2E02C7-0FA3-458F-A4C7-E6127F682DAA}" dt="2024-10-03T15:03:48.729" v="5992" actId="14100"/>
          <ac:picMkLst>
            <pc:docMk/>
            <pc:sldMk cId="3651386016" sldId="741"/>
            <ac:picMk id="21" creationId="{9A26571A-CD58-75F4-3569-6B8C584A3123}"/>
          </ac:picMkLst>
        </pc:picChg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1908241126" sldId="744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3497710902" sldId="745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3322875326" sldId="746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944239270" sldId="747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114566620" sldId="748"/>
        </pc:sldMkLst>
      </pc:sldChg>
      <pc:sldChg chg="del">
        <pc:chgData name="Sophia BUI" userId="5388e7d4eb368e7c" providerId="LiveId" clId="{2E2E02C7-0FA3-458F-A4C7-E6127F682DAA}" dt="2024-10-02T15:10:49.230" v="9" actId="47"/>
        <pc:sldMkLst>
          <pc:docMk/>
          <pc:sldMk cId="2471208041" sldId="749"/>
        </pc:sldMkLst>
      </pc:sldChg>
      <pc:sldChg chg="del ord">
        <pc:chgData name="Sophia BUI" userId="5388e7d4eb368e7c" providerId="LiveId" clId="{2E2E02C7-0FA3-458F-A4C7-E6127F682DAA}" dt="2024-10-03T02:11:56.764" v="4888" actId="2696"/>
        <pc:sldMkLst>
          <pc:docMk/>
          <pc:sldMk cId="3805855459" sldId="750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3662816544" sldId="755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784119700" sldId="765"/>
        </pc:sldMkLst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2777887330" sldId="766"/>
        </pc:sldMkLst>
      </pc:sldChg>
      <pc:sldChg chg="addSp delSp modSp del mod ord">
        <pc:chgData name="Sophia BUI" userId="5388e7d4eb368e7c" providerId="LiveId" clId="{2E2E02C7-0FA3-458F-A4C7-E6127F682DAA}" dt="2024-10-06T22:31:09.500" v="8611" actId="2696"/>
        <pc:sldMkLst>
          <pc:docMk/>
          <pc:sldMk cId="2382260364" sldId="767"/>
        </pc:sldMkLst>
        <pc:spChg chg="mod">
          <ac:chgData name="Sophia BUI" userId="5388e7d4eb368e7c" providerId="LiveId" clId="{2E2E02C7-0FA3-458F-A4C7-E6127F682DAA}" dt="2024-10-04T06:55:16.293" v="6019" actId="20577"/>
          <ac:spMkLst>
            <pc:docMk/>
            <pc:sldMk cId="2382260364" sldId="767"/>
            <ac:spMk id="2" creationId="{00000000-0000-0000-0000-000000000000}"/>
          </ac:spMkLst>
        </pc:spChg>
        <pc:spChg chg="del">
          <ac:chgData name="Sophia BUI" userId="5388e7d4eb368e7c" providerId="LiveId" clId="{2E2E02C7-0FA3-458F-A4C7-E6127F682DAA}" dt="2024-10-05T11:41:29.424" v="8563" actId="478"/>
          <ac:spMkLst>
            <pc:docMk/>
            <pc:sldMk cId="2382260364" sldId="767"/>
            <ac:spMk id="3" creationId="{00000000-0000-0000-0000-000000000000}"/>
          </ac:spMkLst>
        </pc:spChg>
        <pc:spChg chg="mod">
          <ac:chgData name="Sophia BUI" userId="5388e7d4eb368e7c" providerId="LiveId" clId="{2E2E02C7-0FA3-458F-A4C7-E6127F682DAA}" dt="2024-10-05T11:41:37.825" v="8565" actId="14100"/>
          <ac:spMkLst>
            <pc:docMk/>
            <pc:sldMk cId="2382260364" sldId="767"/>
            <ac:spMk id="6" creationId="{00000000-0000-0000-0000-000000000000}"/>
          </ac:spMkLst>
        </pc:spChg>
        <pc:spChg chg="add del mod">
          <ac:chgData name="Sophia BUI" userId="5388e7d4eb368e7c" providerId="LiveId" clId="{2E2E02C7-0FA3-458F-A4C7-E6127F682DAA}" dt="2024-10-05T11:41:33.917" v="8564" actId="478"/>
          <ac:spMkLst>
            <pc:docMk/>
            <pc:sldMk cId="2382260364" sldId="767"/>
            <ac:spMk id="7" creationId="{E32A6911-C7DD-8762-D2FA-392528098009}"/>
          </ac:spMkLst>
        </pc:spChg>
        <pc:picChg chg="del">
          <ac:chgData name="Sophia BUI" userId="5388e7d4eb368e7c" providerId="LiveId" clId="{2E2E02C7-0FA3-458F-A4C7-E6127F682DAA}" dt="2024-10-05T11:41:22.170" v="8561" actId="478"/>
          <ac:picMkLst>
            <pc:docMk/>
            <pc:sldMk cId="2382260364" sldId="767"/>
            <ac:picMk id="4" creationId="{3A9AA850-09B3-920E-295A-1B8EB314E324}"/>
          </ac:picMkLst>
        </pc:picChg>
        <pc:picChg chg="mod">
          <ac:chgData name="Sophia BUI" userId="5388e7d4eb368e7c" providerId="LiveId" clId="{2E2E02C7-0FA3-458F-A4C7-E6127F682DAA}" dt="2024-10-05T13:54:52.864" v="8610" actId="1076"/>
          <ac:picMkLst>
            <pc:docMk/>
            <pc:sldMk cId="2382260364" sldId="767"/>
            <ac:picMk id="10" creationId="{00000000-0000-0000-0000-000000000000}"/>
          </ac:picMkLst>
        </pc:picChg>
        <pc:picChg chg="mod">
          <ac:chgData name="Sophia BUI" userId="5388e7d4eb368e7c" providerId="LiveId" clId="{2E2E02C7-0FA3-458F-A4C7-E6127F682DAA}" dt="2024-10-05T13:54:52.864" v="8610" actId="1076"/>
          <ac:picMkLst>
            <pc:docMk/>
            <pc:sldMk cId="2382260364" sldId="767"/>
            <ac:picMk id="11" creationId="{00000000-0000-0000-0000-000000000000}"/>
          </ac:picMkLst>
        </pc:picChg>
      </pc:sldChg>
      <pc:sldChg chg="del ord">
        <pc:chgData name="Sophia BUI" userId="5388e7d4eb368e7c" providerId="LiveId" clId="{2E2E02C7-0FA3-458F-A4C7-E6127F682DAA}" dt="2024-10-03T07:20:22.343" v="5975" actId="2696"/>
        <pc:sldMkLst>
          <pc:docMk/>
          <pc:sldMk cId="3874109525" sldId="774"/>
        </pc:sldMkLst>
      </pc:sldChg>
      <pc:sldChg chg="addSp delSp modSp del mod">
        <pc:chgData name="Sophia BUI" userId="5388e7d4eb368e7c" providerId="LiveId" clId="{2E2E02C7-0FA3-458F-A4C7-E6127F682DAA}" dt="2024-10-06T22:31:14.526" v="8612" actId="2696"/>
        <pc:sldMkLst>
          <pc:docMk/>
          <pc:sldMk cId="753060418" sldId="775"/>
        </pc:sldMkLst>
        <pc:spChg chg="del">
          <ac:chgData name="Sophia BUI" userId="5388e7d4eb368e7c" providerId="LiveId" clId="{2E2E02C7-0FA3-458F-A4C7-E6127F682DAA}" dt="2024-10-05T11:43:10.013" v="8578" actId="478"/>
          <ac:spMkLst>
            <pc:docMk/>
            <pc:sldMk cId="753060418" sldId="775"/>
            <ac:spMk id="3" creationId="{00000000-0000-0000-0000-000000000000}"/>
          </ac:spMkLst>
        </pc:spChg>
        <pc:spChg chg="mod">
          <ac:chgData name="Sophia BUI" userId="5388e7d4eb368e7c" providerId="LiveId" clId="{2E2E02C7-0FA3-458F-A4C7-E6127F682DAA}" dt="2024-10-05T11:43:16.143" v="8580" actId="14100"/>
          <ac:spMkLst>
            <pc:docMk/>
            <pc:sldMk cId="753060418" sldId="775"/>
            <ac:spMk id="6" creationId="{00000000-0000-0000-0000-000000000000}"/>
          </ac:spMkLst>
        </pc:spChg>
        <pc:spChg chg="add del mod">
          <ac:chgData name="Sophia BUI" userId="5388e7d4eb368e7c" providerId="LiveId" clId="{2E2E02C7-0FA3-458F-A4C7-E6127F682DAA}" dt="2024-10-05T11:43:12.152" v="8579" actId="478"/>
          <ac:spMkLst>
            <pc:docMk/>
            <pc:sldMk cId="753060418" sldId="775"/>
            <ac:spMk id="7" creationId="{A0B0F171-07C0-CB57-18EE-4A9A1139D09E}"/>
          </ac:spMkLst>
        </pc:spChg>
        <pc:picChg chg="del">
          <ac:chgData name="Sophia BUI" userId="5388e7d4eb368e7c" providerId="LiveId" clId="{2E2E02C7-0FA3-458F-A4C7-E6127F682DAA}" dt="2024-10-05T11:43:06.776" v="8577" actId="478"/>
          <ac:picMkLst>
            <pc:docMk/>
            <pc:sldMk cId="753060418" sldId="775"/>
            <ac:picMk id="5" creationId="{591C08B9-A19F-A434-F1A3-C51567B1DDE9}"/>
          </ac:picMkLst>
        </pc:picChg>
        <pc:picChg chg="mod">
          <ac:chgData name="Sophia BUI" userId="5388e7d4eb368e7c" providerId="LiveId" clId="{2E2E02C7-0FA3-458F-A4C7-E6127F682DAA}" dt="2024-10-05T11:43:31.551" v="8586" actId="1076"/>
          <ac:picMkLst>
            <pc:docMk/>
            <pc:sldMk cId="753060418" sldId="775"/>
            <ac:picMk id="8" creationId="{D36897AC-59A1-99DE-E983-9ECB57B82390}"/>
          </ac:picMkLst>
        </pc:picChg>
        <pc:picChg chg="mod">
          <ac:chgData name="Sophia BUI" userId="5388e7d4eb368e7c" providerId="LiveId" clId="{2E2E02C7-0FA3-458F-A4C7-E6127F682DAA}" dt="2024-10-05T11:43:40.095" v="8588" actId="14100"/>
          <ac:picMkLst>
            <pc:docMk/>
            <pc:sldMk cId="753060418" sldId="775"/>
            <ac:picMk id="11" creationId="{00000000-0000-0000-0000-000000000000}"/>
          </ac:picMkLst>
        </pc:picChg>
      </pc:sldChg>
      <pc:sldChg chg="ord">
        <pc:chgData name="Sophia BUI" userId="5388e7d4eb368e7c" providerId="LiveId" clId="{2E2E02C7-0FA3-458F-A4C7-E6127F682DAA}" dt="2024-10-14T03:15:21.007" v="17596"/>
        <pc:sldMkLst>
          <pc:docMk/>
          <pc:sldMk cId="1721791988" sldId="776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533367262" sldId="777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436057891" sldId="778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2878311739" sldId="779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4051681896" sldId="780"/>
        </pc:sldMkLst>
      </pc:sldChg>
      <pc:sldChg chg="del">
        <pc:chgData name="Sophia BUI" userId="5388e7d4eb368e7c" providerId="LiveId" clId="{2E2E02C7-0FA3-458F-A4C7-E6127F682DAA}" dt="2024-10-02T15:10:50.126" v="10" actId="47"/>
        <pc:sldMkLst>
          <pc:docMk/>
          <pc:sldMk cId="462938476" sldId="781"/>
        </pc:sldMkLst>
      </pc:sldChg>
      <pc:sldChg chg="del">
        <pc:chgData name="Sophia BUI" userId="5388e7d4eb368e7c" providerId="LiveId" clId="{2E2E02C7-0FA3-458F-A4C7-E6127F682DAA}" dt="2024-10-02T15:09:49.727" v="2" actId="47"/>
        <pc:sldMkLst>
          <pc:docMk/>
          <pc:sldMk cId="2503248073" sldId="785"/>
        </pc:sldMkLst>
      </pc:sldChg>
      <pc:sldChg chg="del">
        <pc:chgData name="Sophia BUI" userId="5388e7d4eb368e7c" providerId="LiveId" clId="{2E2E02C7-0FA3-458F-A4C7-E6127F682DAA}" dt="2024-10-02T15:09:48.573" v="1" actId="47"/>
        <pc:sldMkLst>
          <pc:docMk/>
          <pc:sldMk cId="1907023870" sldId="787"/>
        </pc:sldMkLst>
      </pc:sldChg>
      <pc:sldChg chg="del">
        <pc:chgData name="Sophia BUI" userId="5388e7d4eb368e7c" providerId="LiveId" clId="{2E2E02C7-0FA3-458F-A4C7-E6127F682DAA}" dt="2024-10-02T15:09:59.106" v="8" actId="47"/>
        <pc:sldMkLst>
          <pc:docMk/>
          <pc:sldMk cId="4144062661" sldId="790"/>
        </pc:sldMkLst>
      </pc:sldChg>
      <pc:sldChg chg="del">
        <pc:chgData name="Sophia BUI" userId="5388e7d4eb368e7c" providerId="LiveId" clId="{2E2E02C7-0FA3-458F-A4C7-E6127F682DAA}" dt="2024-10-04T06:55:49.305" v="6020" actId="47"/>
        <pc:sldMkLst>
          <pc:docMk/>
          <pc:sldMk cId="2841766988" sldId="792"/>
        </pc:sldMkLst>
      </pc:sldChg>
      <pc:sldChg chg="del">
        <pc:chgData name="Sophia BUI" userId="5388e7d4eb368e7c" providerId="LiveId" clId="{2E2E02C7-0FA3-458F-A4C7-E6127F682DAA}" dt="2024-10-14T03:12:58.828" v="17521" actId="47"/>
        <pc:sldMkLst>
          <pc:docMk/>
          <pc:sldMk cId="1159831446" sldId="793"/>
        </pc:sldMkLst>
      </pc:sldChg>
      <pc:sldChg chg="modSp del mod modShow">
        <pc:chgData name="Sophia BUI" userId="5388e7d4eb368e7c" providerId="LiveId" clId="{2E2E02C7-0FA3-458F-A4C7-E6127F682DAA}" dt="2024-10-12T02:24:52.051" v="14943" actId="2696"/>
        <pc:sldMkLst>
          <pc:docMk/>
          <pc:sldMk cId="504646374" sldId="794"/>
        </pc:sldMkLst>
        <pc:spChg chg="mod">
          <ac:chgData name="Sophia BUI" userId="5388e7d4eb368e7c" providerId="LiveId" clId="{2E2E02C7-0FA3-458F-A4C7-E6127F682DAA}" dt="2024-10-05T11:45:14.175" v="8599" actId="14100"/>
          <ac:spMkLst>
            <pc:docMk/>
            <pc:sldMk cId="504646374" sldId="794"/>
            <ac:spMk id="2" creationId="{00000000-0000-0000-0000-000000000000}"/>
          </ac:spMkLst>
        </pc:spChg>
        <pc:grpChg chg="mod">
          <ac:chgData name="Sophia BUI" userId="5388e7d4eb368e7c" providerId="LiveId" clId="{2E2E02C7-0FA3-458F-A4C7-E6127F682DAA}" dt="2024-10-06T22:31:54.730" v="8613" actId="1076"/>
          <ac:grpSpMkLst>
            <pc:docMk/>
            <pc:sldMk cId="504646374" sldId="794"/>
            <ac:grpSpMk id="9" creationId="{5A5AFFCA-0FDA-FF61-0BA7-E612FE326CA6}"/>
          </ac:grpSpMkLst>
        </pc:grpChg>
        <pc:graphicFrameChg chg="modGraphic">
          <ac:chgData name="Sophia BUI" userId="5388e7d4eb368e7c" providerId="LiveId" clId="{2E2E02C7-0FA3-458F-A4C7-E6127F682DAA}" dt="2024-10-06T22:32:05.243" v="8615" actId="14100"/>
          <ac:graphicFrameMkLst>
            <pc:docMk/>
            <pc:sldMk cId="504646374" sldId="794"/>
            <ac:graphicFrameMk id="4" creationId="{5DEDCA7E-71C3-A397-4BC5-8799DA279490}"/>
          </ac:graphicFrameMkLst>
        </pc:graphicFrameChg>
        <pc:picChg chg="mod">
          <ac:chgData name="Sophia BUI" userId="5388e7d4eb368e7c" providerId="LiveId" clId="{2E2E02C7-0FA3-458F-A4C7-E6127F682DAA}" dt="2024-10-05T11:45:41.558" v="8604" actId="1076"/>
          <ac:picMkLst>
            <pc:docMk/>
            <pc:sldMk cId="504646374" sldId="794"/>
            <ac:picMk id="5" creationId="{98726DC7-E80F-1AAE-73D1-BB7F1CBFBBC4}"/>
          </ac:picMkLst>
        </pc:picChg>
        <pc:picChg chg="mod">
          <ac:chgData name="Sophia BUI" userId="5388e7d4eb368e7c" providerId="LiveId" clId="{2E2E02C7-0FA3-458F-A4C7-E6127F682DAA}" dt="2024-10-05T11:45:45.743" v="8605" actId="1076"/>
          <ac:picMkLst>
            <pc:docMk/>
            <pc:sldMk cId="504646374" sldId="794"/>
            <ac:picMk id="8" creationId="{8D0621D7-A8B4-6E2A-D66F-C279FA3F5B03}"/>
          </ac:picMkLst>
        </pc:picChg>
      </pc:sldChg>
      <pc:sldChg chg="del">
        <pc:chgData name="Sophia BUI" userId="5388e7d4eb368e7c" providerId="LiveId" clId="{2E2E02C7-0FA3-458F-A4C7-E6127F682DAA}" dt="2024-10-02T15:10:51.190" v="11" actId="47"/>
        <pc:sldMkLst>
          <pc:docMk/>
          <pc:sldMk cId="959123882" sldId="795"/>
        </pc:sldMkLst>
      </pc:sldChg>
      <pc:sldChg chg="del">
        <pc:chgData name="Sophia BUI" userId="5388e7d4eb368e7c" providerId="LiveId" clId="{2E2E02C7-0FA3-458F-A4C7-E6127F682DAA}" dt="2024-10-05T11:40:43.919" v="8560" actId="2696"/>
        <pc:sldMkLst>
          <pc:docMk/>
          <pc:sldMk cId="525361384" sldId="796"/>
        </pc:sldMkLst>
      </pc:sldChg>
      <pc:sldChg chg="modSp del mod">
        <pc:chgData name="Sophia BUI" userId="5388e7d4eb368e7c" providerId="LiveId" clId="{2E2E02C7-0FA3-458F-A4C7-E6127F682DAA}" dt="2024-10-02T15:23:23.842" v="408" actId="2696"/>
        <pc:sldMkLst>
          <pc:docMk/>
          <pc:sldMk cId="3713847648" sldId="797"/>
        </pc:sldMkLst>
        <pc:spChg chg="mod">
          <ac:chgData name="Sophia BUI" userId="5388e7d4eb368e7c" providerId="LiveId" clId="{2E2E02C7-0FA3-458F-A4C7-E6127F682DAA}" dt="2024-10-02T15:16:30.050" v="93" actId="27636"/>
          <ac:spMkLst>
            <pc:docMk/>
            <pc:sldMk cId="3713847648" sldId="797"/>
            <ac:spMk id="9" creationId="{6426C44F-5C75-1EC0-5659-35867B6F2980}"/>
          </ac:spMkLst>
        </pc:spChg>
        <pc:spChg chg="mod">
          <ac:chgData name="Sophia BUI" userId="5388e7d4eb368e7c" providerId="LiveId" clId="{2E2E02C7-0FA3-458F-A4C7-E6127F682DAA}" dt="2024-10-02T15:16:30.050" v="92" actId="27636"/>
          <ac:spMkLst>
            <pc:docMk/>
            <pc:sldMk cId="3713847648" sldId="797"/>
            <ac:spMk id="11" creationId="{9AA39B0F-1E0D-24B6-EABC-8D81AA42510D}"/>
          </ac:spMkLst>
        </pc:spChg>
      </pc:sldChg>
      <pc:sldChg chg="addSp delSp modSp mod">
        <pc:chgData name="Sophia BUI" userId="5388e7d4eb368e7c" providerId="LiveId" clId="{2E2E02C7-0FA3-458F-A4C7-E6127F682DAA}" dt="2024-10-05T11:29:37.920" v="8252" actId="20577"/>
        <pc:sldMkLst>
          <pc:docMk/>
          <pc:sldMk cId="1447968824" sldId="798"/>
        </pc:sldMkLst>
        <pc:spChg chg="mod">
          <ac:chgData name="Sophia BUI" userId="5388e7d4eb368e7c" providerId="LiveId" clId="{2E2E02C7-0FA3-458F-A4C7-E6127F682DAA}" dt="2024-10-05T11:29:37.920" v="8252" actId="20577"/>
          <ac:spMkLst>
            <pc:docMk/>
            <pc:sldMk cId="1447968824" sldId="798"/>
            <ac:spMk id="2" creationId="{E75976DE-E665-3F90-84C7-CAFC032C46AA}"/>
          </ac:spMkLst>
        </pc:spChg>
        <pc:spChg chg="del mod">
          <ac:chgData name="Sophia BUI" userId="5388e7d4eb368e7c" providerId="LiveId" clId="{2E2E02C7-0FA3-458F-A4C7-E6127F682DAA}" dt="2024-10-05T11:29:26.846" v="8249" actId="478"/>
          <ac:spMkLst>
            <pc:docMk/>
            <pc:sldMk cId="1447968824" sldId="798"/>
            <ac:spMk id="4" creationId="{A6DFEB9C-9929-04FF-2E28-7F38EA94B8B4}"/>
          </ac:spMkLst>
        </pc:spChg>
        <pc:spChg chg="mod">
          <ac:chgData name="Sophia BUI" userId="5388e7d4eb368e7c" providerId="LiveId" clId="{2E2E02C7-0FA3-458F-A4C7-E6127F682DAA}" dt="2024-10-04T06:59:05.681" v="6104" actId="6549"/>
          <ac:spMkLst>
            <pc:docMk/>
            <pc:sldMk cId="1447968824" sldId="798"/>
            <ac:spMk id="43" creationId="{595E72A1-679F-D2B1-EF6D-4B6062F50812}"/>
          </ac:spMkLst>
        </pc:spChg>
        <pc:picChg chg="add del mod">
          <ac:chgData name="Sophia BUI" userId="5388e7d4eb368e7c" providerId="LiveId" clId="{2E2E02C7-0FA3-458F-A4C7-E6127F682DAA}" dt="2024-10-03T00:29:33.662" v="1012" actId="478"/>
          <ac:picMkLst>
            <pc:docMk/>
            <pc:sldMk cId="1447968824" sldId="798"/>
            <ac:picMk id="6" creationId="{D293CE9A-AF31-FF9B-229D-92777A3813C6}"/>
          </ac:picMkLst>
        </pc:picChg>
        <pc:picChg chg="add mod">
          <ac:chgData name="Sophia BUI" userId="5388e7d4eb368e7c" providerId="LiveId" clId="{2E2E02C7-0FA3-458F-A4C7-E6127F682DAA}" dt="2024-10-03T00:30:02.189" v="1018" actId="1076"/>
          <ac:picMkLst>
            <pc:docMk/>
            <pc:sldMk cId="1447968824" sldId="798"/>
            <ac:picMk id="8" creationId="{E2D3A2FB-D3D1-826B-3011-DDF02B26A479}"/>
          </ac:picMkLst>
        </pc:picChg>
      </pc:sldChg>
      <pc:sldChg chg="modSp mod">
        <pc:chgData name="Sophia BUI" userId="5388e7d4eb368e7c" providerId="LiveId" clId="{2E2E02C7-0FA3-458F-A4C7-E6127F682DAA}" dt="2024-10-02T15:39:41.597" v="701" actId="20577"/>
        <pc:sldMkLst>
          <pc:docMk/>
          <pc:sldMk cId="2687158045" sldId="801"/>
        </pc:sldMkLst>
        <pc:spChg chg="mod">
          <ac:chgData name="Sophia BUI" userId="5388e7d4eb368e7c" providerId="LiveId" clId="{2E2E02C7-0FA3-458F-A4C7-E6127F682DAA}" dt="2024-10-02T15:39:41.597" v="701" actId="20577"/>
          <ac:spMkLst>
            <pc:docMk/>
            <pc:sldMk cId="2687158045" sldId="801"/>
            <ac:spMk id="2" creationId="{E75976DE-E665-3F90-84C7-CAFC032C46AA}"/>
          </ac:spMkLst>
        </pc:spChg>
      </pc:sldChg>
      <pc:sldChg chg="modSp mod">
        <pc:chgData name="Sophia BUI" userId="5388e7d4eb368e7c" providerId="LiveId" clId="{2E2E02C7-0FA3-458F-A4C7-E6127F682DAA}" dt="2024-10-02T15:36:56.232" v="650" actId="6549"/>
        <pc:sldMkLst>
          <pc:docMk/>
          <pc:sldMk cId="129043641" sldId="803"/>
        </pc:sldMkLst>
        <pc:spChg chg="mod">
          <ac:chgData name="Sophia BUI" userId="5388e7d4eb368e7c" providerId="LiveId" clId="{2E2E02C7-0FA3-458F-A4C7-E6127F682DAA}" dt="2024-10-02T15:36:56.232" v="650" actId="6549"/>
          <ac:spMkLst>
            <pc:docMk/>
            <pc:sldMk cId="129043641" sldId="803"/>
            <ac:spMk id="2" creationId="{E75976DE-E665-3F90-84C7-CAFC032C46AA}"/>
          </ac:spMkLst>
        </pc:spChg>
      </pc:sldChg>
      <pc:sldChg chg="modSp del mod ord">
        <pc:chgData name="Sophia BUI" userId="5388e7d4eb368e7c" providerId="LiveId" clId="{2E2E02C7-0FA3-458F-A4C7-E6127F682DAA}" dt="2024-10-02T15:41:17.500" v="806" actId="2696"/>
        <pc:sldMkLst>
          <pc:docMk/>
          <pc:sldMk cId="2954267317" sldId="804"/>
        </pc:sldMkLst>
        <pc:spChg chg="mod">
          <ac:chgData name="Sophia BUI" userId="5388e7d4eb368e7c" providerId="LiveId" clId="{2E2E02C7-0FA3-458F-A4C7-E6127F682DAA}" dt="2024-10-02T15:11:50.555" v="30" actId="20577"/>
          <ac:spMkLst>
            <pc:docMk/>
            <pc:sldMk cId="2954267317" sldId="804"/>
            <ac:spMk id="2" creationId="{96713B1E-85D5-AA04-F3AE-AEBE35B6F107}"/>
          </ac:spMkLst>
        </pc:spChg>
      </pc:sldChg>
      <pc:sldChg chg="modSp mod">
        <pc:chgData name="Sophia BUI" userId="5388e7d4eb368e7c" providerId="LiveId" clId="{2E2E02C7-0FA3-458F-A4C7-E6127F682DAA}" dt="2024-10-02T15:41:33.102" v="814" actId="20577"/>
        <pc:sldMkLst>
          <pc:docMk/>
          <pc:sldMk cId="3988723860" sldId="804"/>
        </pc:sldMkLst>
        <pc:spChg chg="mod">
          <ac:chgData name="Sophia BUI" userId="5388e7d4eb368e7c" providerId="LiveId" clId="{2E2E02C7-0FA3-458F-A4C7-E6127F682DAA}" dt="2024-10-02T15:41:33.102" v="814" actId="20577"/>
          <ac:spMkLst>
            <pc:docMk/>
            <pc:sldMk cId="3988723860" sldId="804"/>
            <ac:spMk id="2" creationId="{96713B1E-85D5-AA04-F3AE-AEBE35B6F107}"/>
          </ac:spMkLst>
        </pc:spChg>
      </pc:sldChg>
      <pc:sldChg chg="modSp mod ord">
        <pc:chgData name="Sophia BUI" userId="5388e7d4eb368e7c" providerId="LiveId" clId="{2E2E02C7-0FA3-458F-A4C7-E6127F682DAA}" dt="2024-10-05T11:30:17.985" v="8299" actId="20577"/>
        <pc:sldMkLst>
          <pc:docMk/>
          <pc:sldMk cId="1640856659" sldId="805"/>
        </pc:sldMkLst>
        <pc:spChg chg="mod">
          <ac:chgData name="Sophia BUI" userId="5388e7d4eb368e7c" providerId="LiveId" clId="{2E2E02C7-0FA3-458F-A4C7-E6127F682DAA}" dt="2024-10-05T11:30:17.985" v="8299" actId="20577"/>
          <ac:spMkLst>
            <pc:docMk/>
            <pc:sldMk cId="1640856659" sldId="805"/>
            <ac:spMk id="2" creationId="{E75976DE-E665-3F90-84C7-CAFC032C46AA}"/>
          </ac:spMkLst>
        </pc:spChg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1767351131" sldId="806"/>
        </pc:sldMkLst>
      </pc:sldChg>
      <pc:sldChg chg="modSp mod">
        <pc:chgData name="Sophia BUI" userId="5388e7d4eb368e7c" providerId="LiveId" clId="{2E2E02C7-0FA3-458F-A4C7-E6127F682DAA}" dt="2024-10-05T10:23:02.870" v="7557" actId="14100"/>
        <pc:sldMkLst>
          <pc:docMk/>
          <pc:sldMk cId="3254541903" sldId="807"/>
        </pc:sldMkLst>
        <pc:spChg chg="mod">
          <ac:chgData name="Sophia BUI" userId="5388e7d4eb368e7c" providerId="LiveId" clId="{2E2E02C7-0FA3-458F-A4C7-E6127F682DAA}" dt="2024-10-05T10:22:00.125" v="7546" actId="14100"/>
          <ac:spMkLst>
            <pc:docMk/>
            <pc:sldMk cId="3254541903" sldId="807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3:02.870" v="7557" actId="14100"/>
          <ac:graphicFrameMkLst>
            <pc:docMk/>
            <pc:sldMk cId="3254541903" sldId="807"/>
            <ac:graphicFrameMk id="12" creationId="{F4AE58C5-4E9D-B586-5CAF-A506417545CE}"/>
          </ac:graphicFrameMkLst>
        </pc:graphicFrameChg>
      </pc:sldChg>
      <pc:sldChg chg="modSp mod">
        <pc:chgData name="Sophia BUI" userId="5388e7d4eb368e7c" providerId="LiveId" clId="{2E2E02C7-0FA3-458F-A4C7-E6127F682DAA}" dt="2024-10-05T10:26:40.867" v="7615" actId="14100"/>
        <pc:sldMkLst>
          <pc:docMk/>
          <pc:sldMk cId="2724452535" sldId="808"/>
        </pc:sldMkLst>
        <pc:spChg chg="mod">
          <ac:chgData name="Sophia BUI" userId="5388e7d4eb368e7c" providerId="LiveId" clId="{2E2E02C7-0FA3-458F-A4C7-E6127F682DAA}" dt="2024-10-05T10:26:30.196" v="7613" actId="14100"/>
          <ac:spMkLst>
            <pc:docMk/>
            <pc:sldMk cId="2724452535" sldId="808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6:40.867" v="7615" actId="14100"/>
          <ac:graphicFrameMkLst>
            <pc:docMk/>
            <pc:sldMk cId="2724452535" sldId="808"/>
            <ac:graphicFrameMk id="12" creationId="{F4AE58C5-4E9D-B586-5CAF-A506417545CE}"/>
          </ac:graphicFrameMkLst>
        </pc:graphicFrameChg>
        <pc:picChg chg="mod ord">
          <ac:chgData name="Sophia BUI" userId="5388e7d4eb368e7c" providerId="LiveId" clId="{2E2E02C7-0FA3-458F-A4C7-E6127F682DAA}" dt="2024-10-03T06:00:45.087" v="4896" actId="1038"/>
          <ac:picMkLst>
            <pc:docMk/>
            <pc:sldMk cId="2724452535" sldId="808"/>
            <ac:picMk id="4" creationId="{F678AE81-5144-0530-CA54-5CAE21EB85FC}"/>
          </ac:picMkLst>
        </pc:picChg>
        <pc:picChg chg="mod ord">
          <ac:chgData name="Sophia BUI" userId="5388e7d4eb368e7c" providerId="LiveId" clId="{2E2E02C7-0FA3-458F-A4C7-E6127F682DAA}" dt="2024-10-03T05:59:50.655" v="4892" actId="14100"/>
          <ac:picMkLst>
            <pc:docMk/>
            <pc:sldMk cId="2724452535" sldId="808"/>
            <ac:picMk id="8" creationId="{E8B87433-6A35-4A6A-F8F9-D673E75226B3}"/>
          </ac:picMkLst>
        </pc:picChg>
      </pc:sldChg>
      <pc:sldChg chg="addSp delSp modSp mod">
        <pc:chgData name="Sophia BUI" userId="5388e7d4eb368e7c" providerId="LiveId" clId="{2E2E02C7-0FA3-458F-A4C7-E6127F682DAA}" dt="2024-10-05T10:23:44.502" v="7574" actId="14100"/>
        <pc:sldMkLst>
          <pc:docMk/>
          <pc:sldMk cId="1134397231" sldId="809"/>
        </pc:sldMkLst>
        <pc:spChg chg="mod">
          <ac:chgData name="Sophia BUI" userId="5388e7d4eb368e7c" providerId="LiveId" clId="{2E2E02C7-0FA3-458F-A4C7-E6127F682DAA}" dt="2024-10-05T10:23:30.255" v="7566" actId="20577"/>
          <ac:spMkLst>
            <pc:docMk/>
            <pc:sldMk cId="1134397231" sldId="809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3:44.502" v="7574" actId="14100"/>
          <ac:graphicFrameMkLst>
            <pc:docMk/>
            <pc:sldMk cId="1134397231" sldId="809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03T00:54:52.194" v="2358" actId="1076"/>
          <ac:picMkLst>
            <pc:docMk/>
            <pc:sldMk cId="1134397231" sldId="809"/>
            <ac:picMk id="4" creationId="{6DB39886-17C9-BECB-F366-24372ABCF267}"/>
          </ac:picMkLst>
        </pc:picChg>
        <pc:picChg chg="del">
          <ac:chgData name="Sophia BUI" userId="5388e7d4eb368e7c" providerId="LiveId" clId="{2E2E02C7-0FA3-458F-A4C7-E6127F682DAA}" dt="2024-10-03T00:48:13.866" v="2039" actId="478"/>
          <ac:picMkLst>
            <pc:docMk/>
            <pc:sldMk cId="1134397231" sldId="809"/>
            <ac:picMk id="5" creationId="{26E4F4BB-247B-6256-1C63-45147BF0804E}"/>
          </ac:picMkLst>
        </pc:picChg>
        <pc:picChg chg="del mod">
          <ac:chgData name="Sophia BUI" userId="5388e7d4eb368e7c" providerId="LiveId" clId="{2E2E02C7-0FA3-458F-A4C7-E6127F682DAA}" dt="2024-10-03T00:48:10.999" v="2038" actId="478"/>
          <ac:picMkLst>
            <pc:docMk/>
            <pc:sldMk cId="1134397231" sldId="809"/>
            <ac:picMk id="7" creationId="{3809D420-1975-9669-B02C-364F38BA15BD}"/>
          </ac:picMkLst>
        </pc:picChg>
        <pc:picChg chg="add mod">
          <ac:chgData name="Sophia BUI" userId="5388e7d4eb368e7c" providerId="LiveId" clId="{2E2E02C7-0FA3-458F-A4C7-E6127F682DAA}" dt="2024-10-03T01:24:18.406" v="3856" actId="1076"/>
          <ac:picMkLst>
            <pc:docMk/>
            <pc:sldMk cId="1134397231" sldId="809"/>
            <ac:picMk id="8" creationId="{3A54335E-30FD-D580-9345-39BC11DECD3A}"/>
          </ac:picMkLst>
        </pc:picChg>
      </pc:sldChg>
      <pc:sldChg chg="modSp mod">
        <pc:chgData name="Sophia BUI" userId="5388e7d4eb368e7c" providerId="LiveId" clId="{2E2E02C7-0FA3-458F-A4C7-E6127F682DAA}" dt="2024-10-05T10:25:20.671" v="7601" actId="14100"/>
        <pc:sldMkLst>
          <pc:docMk/>
          <pc:sldMk cId="190707066" sldId="810"/>
        </pc:sldMkLst>
        <pc:spChg chg="mod">
          <ac:chgData name="Sophia BUI" userId="5388e7d4eb368e7c" providerId="LiveId" clId="{2E2E02C7-0FA3-458F-A4C7-E6127F682DAA}" dt="2024-10-05T10:25:14.710" v="7600" actId="20577"/>
          <ac:spMkLst>
            <pc:docMk/>
            <pc:sldMk cId="190707066" sldId="810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5:20.671" v="7601" actId="14100"/>
          <ac:graphicFrameMkLst>
            <pc:docMk/>
            <pc:sldMk cId="190707066" sldId="810"/>
            <ac:graphicFrameMk id="12" creationId="{F4AE58C5-4E9D-B586-5CAF-A506417545CE}"/>
          </ac:graphicFrameMkLst>
        </pc:graphicFrameChg>
      </pc:sldChg>
      <pc:sldChg chg="modSp mod">
        <pc:chgData name="Sophia BUI" userId="5388e7d4eb368e7c" providerId="LiveId" clId="{2E2E02C7-0FA3-458F-A4C7-E6127F682DAA}" dt="2024-10-05T10:23:36.212" v="7573" actId="20577"/>
        <pc:sldMkLst>
          <pc:docMk/>
          <pc:sldMk cId="2480516764" sldId="811"/>
        </pc:sldMkLst>
        <pc:spChg chg="mod">
          <ac:chgData name="Sophia BUI" userId="5388e7d4eb368e7c" providerId="LiveId" clId="{2E2E02C7-0FA3-458F-A4C7-E6127F682DAA}" dt="2024-10-05T10:23:36.212" v="7573" actId="20577"/>
          <ac:spMkLst>
            <pc:docMk/>
            <pc:sldMk cId="2480516764" sldId="811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2:54.816" v="7556" actId="14100"/>
          <ac:graphicFrameMkLst>
            <pc:docMk/>
            <pc:sldMk cId="2480516764" sldId="811"/>
            <ac:graphicFrameMk id="12" creationId="{F4AE58C5-4E9D-B586-5CAF-A506417545CE}"/>
          </ac:graphicFrameMkLst>
        </pc:graphicFrameChg>
        <pc:picChg chg="mod">
          <ac:chgData name="Sophia BUI" userId="5388e7d4eb368e7c" providerId="LiveId" clId="{2E2E02C7-0FA3-458F-A4C7-E6127F682DAA}" dt="2024-10-03T00:56:44.104" v="2428" actId="1076"/>
          <ac:picMkLst>
            <pc:docMk/>
            <pc:sldMk cId="2480516764" sldId="811"/>
            <ac:picMk id="16" creationId="{F1A5E718-B6FB-A771-BAB9-D4CF1CCFCDC0}"/>
          </ac:picMkLst>
        </pc:picChg>
      </pc:sldChg>
      <pc:sldChg chg="modSp mod">
        <pc:chgData name="Sophia BUI" userId="5388e7d4eb368e7c" providerId="LiveId" clId="{2E2E02C7-0FA3-458F-A4C7-E6127F682DAA}" dt="2024-10-05T10:38:24.466" v="7677" actId="20577"/>
        <pc:sldMkLst>
          <pc:docMk/>
          <pc:sldMk cId="276347042" sldId="813"/>
        </pc:sldMkLst>
        <pc:spChg chg="mod">
          <ac:chgData name="Sophia BUI" userId="5388e7d4eb368e7c" providerId="LiveId" clId="{2E2E02C7-0FA3-458F-A4C7-E6127F682DAA}" dt="2024-10-05T10:38:24.466" v="7677" actId="20577"/>
          <ac:spMkLst>
            <pc:docMk/>
            <pc:sldMk cId="276347042" sldId="813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7:21.557" v="7621" actId="14100"/>
          <ac:graphicFrameMkLst>
            <pc:docMk/>
            <pc:sldMk cId="276347042" sldId="813"/>
            <ac:graphicFrameMk id="12" creationId="{F4AE58C5-4E9D-B586-5CAF-A506417545CE}"/>
          </ac:graphicFrameMkLst>
        </pc:graphicFrameChg>
        <pc:picChg chg="mod">
          <ac:chgData name="Sophia BUI" userId="5388e7d4eb368e7c" providerId="LiveId" clId="{2E2E02C7-0FA3-458F-A4C7-E6127F682DAA}" dt="2024-10-05T03:40:28.837" v="6900" actId="14100"/>
          <ac:picMkLst>
            <pc:docMk/>
            <pc:sldMk cId="276347042" sldId="813"/>
            <ac:picMk id="6" creationId="{852F130F-95E8-B1C1-C883-84C2470EFF64}"/>
          </ac:picMkLst>
        </pc:picChg>
        <pc:picChg chg="mod">
          <ac:chgData name="Sophia BUI" userId="5388e7d4eb368e7c" providerId="LiveId" clId="{2E2E02C7-0FA3-458F-A4C7-E6127F682DAA}" dt="2024-10-05T03:40:22.820" v="6898" actId="14100"/>
          <ac:picMkLst>
            <pc:docMk/>
            <pc:sldMk cId="276347042" sldId="813"/>
            <ac:picMk id="9" creationId="{A9F9C795-8C37-4CFC-CF7F-3239582F1270}"/>
          </ac:picMkLst>
        </pc:picChg>
      </pc:sldChg>
      <pc:sldChg chg="addSp delSp modSp mod">
        <pc:chgData name="Sophia BUI" userId="5388e7d4eb368e7c" providerId="LiveId" clId="{2E2E02C7-0FA3-458F-A4C7-E6127F682DAA}" dt="2024-10-05T10:38:31.400" v="7684" actId="20577"/>
        <pc:sldMkLst>
          <pc:docMk/>
          <pc:sldMk cId="883452287" sldId="814"/>
        </pc:sldMkLst>
        <pc:spChg chg="mod">
          <ac:chgData name="Sophia BUI" userId="5388e7d4eb368e7c" providerId="LiveId" clId="{2E2E02C7-0FA3-458F-A4C7-E6127F682DAA}" dt="2024-10-05T10:38:31.400" v="7684" actId="20577"/>
          <ac:spMkLst>
            <pc:docMk/>
            <pc:sldMk cId="883452287" sldId="814"/>
            <ac:spMk id="2" creationId="{012B1AF9-7851-0CC5-4CE2-0D4683C12DC3}"/>
          </ac:spMkLst>
        </pc:spChg>
        <pc:spChg chg="mod">
          <ac:chgData name="Sophia BUI" userId="5388e7d4eb368e7c" providerId="LiveId" clId="{2E2E02C7-0FA3-458F-A4C7-E6127F682DAA}" dt="2024-10-05T10:35:44.012" v="7664" actId="14100"/>
          <ac:spMkLst>
            <pc:docMk/>
            <pc:sldMk cId="883452287" sldId="814"/>
            <ac:spMk id="4" creationId="{A02BC230-ACE9-06F5-187D-9E9F2EF1BC01}"/>
          </ac:spMkLst>
        </pc:spChg>
        <pc:picChg chg="add del mod">
          <ac:chgData name="Sophia BUI" userId="5388e7d4eb368e7c" providerId="LiveId" clId="{2E2E02C7-0FA3-458F-A4C7-E6127F682DAA}" dt="2024-10-05T10:30:46.856" v="7624" actId="478"/>
          <ac:picMkLst>
            <pc:docMk/>
            <pc:sldMk cId="883452287" sldId="814"/>
            <ac:picMk id="5" creationId="{2D8EFB4D-E882-F811-AE79-D38B4708C16D}"/>
          </ac:picMkLst>
        </pc:picChg>
        <pc:picChg chg="add del mod">
          <ac:chgData name="Sophia BUI" userId="5388e7d4eb368e7c" providerId="LiveId" clId="{2E2E02C7-0FA3-458F-A4C7-E6127F682DAA}" dt="2024-10-05T10:31:08.534" v="7631" actId="478"/>
          <ac:picMkLst>
            <pc:docMk/>
            <pc:sldMk cId="883452287" sldId="814"/>
            <ac:picMk id="7" creationId="{0DB84E90-BFCF-A7E6-DC64-4E8B16B66588}"/>
          </ac:picMkLst>
        </pc:picChg>
        <pc:picChg chg="add del mod">
          <ac:chgData name="Sophia BUI" userId="5388e7d4eb368e7c" providerId="LiveId" clId="{2E2E02C7-0FA3-458F-A4C7-E6127F682DAA}" dt="2024-10-05T10:31:10.120" v="7632" actId="478"/>
          <ac:picMkLst>
            <pc:docMk/>
            <pc:sldMk cId="883452287" sldId="814"/>
            <ac:picMk id="9" creationId="{62E74037-8F53-3849-FE9D-773709C05478}"/>
          </ac:picMkLst>
        </pc:picChg>
        <pc:picChg chg="add del mod">
          <ac:chgData name="Sophia BUI" userId="5388e7d4eb368e7c" providerId="LiveId" clId="{2E2E02C7-0FA3-458F-A4C7-E6127F682DAA}" dt="2024-10-05T10:34:03.263" v="7648" actId="478"/>
          <ac:picMkLst>
            <pc:docMk/>
            <pc:sldMk cId="883452287" sldId="814"/>
            <ac:picMk id="11" creationId="{117EA129-A9FA-2A75-D04F-15AAC65FBB22}"/>
          </ac:picMkLst>
        </pc:picChg>
        <pc:picChg chg="add del mod">
          <ac:chgData name="Sophia BUI" userId="5388e7d4eb368e7c" providerId="LiveId" clId="{2E2E02C7-0FA3-458F-A4C7-E6127F682DAA}" dt="2024-10-05T10:33:03.031" v="7642" actId="478"/>
          <ac:picMkLst>
            <pc:docMk/>
            <pc:sldMk cId="883452287" sldId="814"/>
            <ac:picMk id="13" creationId="{FEDFE204-7D38-ECE4-2DBB-0AEBFBBE07A0}"/>
          </ac:picMkLst>
        </pc:picChg>
        <pc:picChg chg="add mod">
          <ac:chgData name="Sophia BUI" userId="5388e7d4eb368e7c" providerId="LiveId" clId="{2E2E02C7-0FA3-458F-A4C7-E6127F682DAA}" dt="2024-10-05T10:33:40.756" v="7646" actId="1076"/>
          <ac:picMkLst>
            <pc:docMk/>
            <pc:sldMk cId="883452287" sldId="814"/>
            <ac:picMk id="15" creationId="{B2F2BFBA-6057-B25D-21F8-564D9AC530A1}"/>
          </ac:picMkLst>
        </pc:picChg>
        <pc:picChg chg="add mod">
          <ac:chgData name="Sophia BUI" userId="5388e7d4eb368e7c" providerId="LiveId" clId="{2E2E02C7-0FA3-458F-A4C7-E6127F682DAA}" dt="2024-10-05T10:33:35.132" v="7645" actId="1076"/>
          <ac:picMkLst>
            <pc:docMk/>
            <pc:sldMk cId="883452287" sldId="814"/>
            <ac:picMk id="17" creationId="{B6F0198D-E885-86D9-D17E-8F1D69D629F0}"/>
          </ac:picMkLst>
        </pc:picChg>
        <pc:picChg chg="add mod">
          <ac:chgData name="Sophia BUI" userId="5388e7d4eb368e7c" providerId="LiveId" clId="{2E2E02C7-0FA3-458F-A4C7-E6127F682DAA}" dt="2024-10-05T10:35:17.038" v="7659" actId="1076"/>
          <ac:picMkLst>
            <pc:docMk/>
            <pc:sldMk cId="883452287" sldId="814"/>
            <ac:picMk id="19" creationId="{DF996824-A9D3-4414-41FC-112FDDA7E5CA}"/>
          </ac:picMkLst>
        </pc:picChg>
      </pc:sldChg>
      <pc:sldChg chg="addSp delSp modSp mod">
        <pc:chgData name="Sophia BUI" userId="5388e7d4eb368e7c" providerId="LiveId" clId="{2E2E02C7-0FA3-458F-A4C7-E6127F682DAA}" dt="2024-10-05T10:39:15.988" v="7697" actId="14100"/>
        <pc:sldMkLst>
          <pc:docMk/>
          <pc:sldMk cId="1663672317" sldId="816"/>
        </pc:sldMkLst>
        <pc:spChg chg="mod">
          <ac:chgData name="Sophia BUI" userId="5388e7d4eb368e7c" providerId="LiveId" clId="{2E2E02C7-0FA3-458F-A4C7-E6127F682DAA}" dt="2024-10-05T10:38:57.086" v="7693" actId="20577"/>
          <ac:spMkLst>
            <pc:docMk/>
            <pc:sldMk cId="1663672317" sldId="816"/>
            <ac:spMk id="2" creationId="{7C75DB6F-8BF0-7C7A-579E-BD75390FE188}"/>
          </ac:spMkLst>
        </pc:spChg>
        <pc:spChg chg="add del mod">
          <ac:chgData name="Sophia BUI" userId="5388e7d4eb368e7c" providerId="LiveId" clId="{2E2E02C7-0FA3-458F-A4C7-E6127F682DAA}" dt="2024-10-05T04:40:14.006" v="7125" actId="478"/>
          <ac:spMkLst>
            <pc:docMk/>
            <pc:sldMk cId="1663672317" sldId="816"/>
            <ac:spMk id="4" creationId="{7193969B-8231-F063-AEE3-CC033587B046}"/>
          </ac:spMkLst>
        </pc:spChg>
        <pc:spChg chg="mod">
          <ac:chgData name="Sophia BUI" userId="5388e7d4eb368e7c" providerId="LiveId" clId="{2E2E02C7-0FA3-458F-A4C7-E6127F682DAA}" dt="2024-10-05T05:57:07.738" v="7271" actId="14100"/>
          <ac:spMkLst>
            <pc:docMk/>
            <pc:sldMk cId="1663672317" sldId="816"/>
            <ac:spMk id="14" creationId="{E282D2A6-C5DE-138A-8486-C36B774E1614}"/>
          </ac:spMkLst>
        </pc:spChg>
        <pc:spChg chg="add del">
          <ac:chgData name="Sophia BUI" userId="5388e7d4eb368e7c" providerId="LiveId" clId="{2E2E02C7-0FA3-458F-A4C7-E6127F682DAA}" dt="2024-10-05T05:55:16.714" v="7256" actId="26606"/>
          <ac:spMkLst>
            <pc:docMk/>
            <pc:sldMk cId="1663672317" sldId="816"/>
            <ac:spMk id="31" creationId="{8761DDFE-071F-4200-B0AA-394476C2D2D6}"/>
          </ac:spMkLst>
        </pc:spChg>
        <pc:spChg chg="add del">
          <ac:chgData name="Sophia BUI" userId="5388e7d4eb368e7c" providerId="LiveId" clId="{2E2E02C7-0FA3-458F-A4C7-E6127F682DAA}" dt="2024-10-05T05:55:11.400" v="7251" actId="26606"/>
          <ac:spMkLst>
            <pc:docMk/>
            <pc:sldMk cId="1663672317" sldId="816"/>
            <ac:spMk id="36" creationId="{385E1BDC-A9B0-4A87-82E3-F3187F69A802}"/>
          </ac:spMkLst>
        </pc:spChg>
        <pc:spChg chg="add del">
          <ac:chgData name="Sophia BUI" userId="5388e7d4eb368e7c" providerId="LiveId" clId="{2E2E02C7-0FA3-458F-A4C7-E6127F682DAA}" dt="2024-10-05T05:55:11.400" v="7251" actId="26606"/>
          <ac:spMkLst>
            <pc:docMk/>
            <pc:sldMk cId="1663672317" sldId="816"/>
            <ac:spMk id="38" creationId="{0990C621-3B8B-4820-8328-D47EF7CE823C}"/>
          </ac:spMkLst>
        </pc:spChg>
        <pc:spChg chg="add del">
          <ac:chgData name="Sophia BUI" userId="5388e7d4eb368e7c" providerId="LiveId" clId="{2E2E02C7-0FA3-458F-A4C7-E6127F682DAA}" dt="2024-10-05T05:55:11.400" v="7251" actId="26606"/>
          <ac:spMkLst>
            <pc:docMk/>
            <pc:sldMk cId="1663672317" sldId="816"/>
            <ac:spMk id="40" creationId="{C1A2385B-1D2A-4E17-84FA-6CB7F0AAE473}"/>
          </ac:spMkLst>
        </pc:spChg>
        <pc:spChg chg="add del">
          <ac:chgData name="Sophia BUI" userId="5388e7d4eb368e7c" providerId="LiveId" clId="{2E2E02C7-0FA3-458F-A4C7-E6127F682DAA}" dt="2024-10-05T05:55:11.400" v="7251" actId="26606"/>
          <ac:spMkLst>
            <pc:docMk/>
            <pc:sldMk cId="1663672317" sldId="816"/>
            <ac:spMk id="42" creationId="{5E791F2F-79DB-4CC0-9FA1-001E3E91E8B7}"/>
          </ac:spMkLst>
        </pc:spChg>
        <pc:spChg chg="add del">
          <ac:chgData name="Sophia BUI" userId="5388e7d4eb368e7c" providerId="LiveId" clId="{2E2E02C7-0FA3-458F-A4C7-E6127F682DAA}" dt="2024-10-05T05:55:14.192" v="7253" actId="26606"/>
          <ac:spMkLst>
            <pc:docMk/>
            <pc:sldMk cId="1663672317" sldId="816"/>
            <ac:spMk id="44" creationId="{69D47016-023F-44BD-981C-50E7A10A6609}"/>
          </ac:spMkLst>
        </pc:spChg>
        <pc:spChg chg="add del">
          <ac:chgData name="Sophia BUI" userId="5388e7d4eb368e7c" providerId="LiveId" clId="{2E2E02C7-0FA3-458F-A4C7-E6127F682DAA}" dt="2024-10-05T05:55:14.192" v="7253" actId="26606"/>
          <ac:spMkLst>
            <pc:docMk/>
            <pc:sldMk cId="1663672317" sldId="816"/>
            <ac:spMk id="45" creationId="{6D8B37B0-0682-433E-BC8D-498C04ABD9A7}"/>
          </ac:spMkLst>
        </pc:spChg>
        <pc:spChg chg="add del">
          <ac:chgData name="Sophia BUI" userId="5388e7d4eb368e7c" providerId="LiveId" clId="{2E2E02C7-0FA3-458F-A4C7-E6127F682DAA}" dt="2024-10-05T05:55:16.708" v="7255" actId="26606"/>
          <ac:spMkLst>
            <pc:docMk/>
            <pc:sldMk cId="1663672317" sldId="816"/>
            <ac:spMk id="47" creationId="{385E1BDC-A9B0-4A87-82E3-F3187F69A802}"/>
          </ac:spMkLst>
        </pc:spChg>
        <pc:spChg chg="add del">
          <ac:chgData name="Sophia BUI" userId="5388e7d4eb368e7c" providerId="LiveId" clId="{2E2E02C7-0FA3-458F-A4C7-E6127F682DAA}" dt="2024-10-05T05:55:16.708" v="7255" actId="26606"/>
          <ac:spMkLst>
            <pc:docMk/>
            <pc:sldMk cId="1663672317" sldId="816"/>
            <ac:spMk id="48" creationId="{0990C621-3B8B-4820-8328-D47EF7CE823C}"/>
          </ac:spMkLst>
        </pc:spChg>
        <pc:spChg chg="add del">
          <ac:chgData name="Sophia BUI" userId="5388e7d4eb368e7c" providerId="LiveId" clId="{2E2E02C7-0FA3-458F-A4C7-E6127F682DAA}" dt="2024-10-05T05:55:16.708" v="7255" actId="26606"/>
          <ac:spMkLst>
            <pc:docMk/>
            <pc:sldMk cId="1663672317" sldId="816"/>
            <ac:spMk id="49" creationId="{C1A2385B-1D2A-4E17-84FA-6CB7F0AAE473}"/>
          </ac:spMkLst>
        </pc:spChg>
        <pc:spChg chg="add del">
          <ac:chgData name="Sophia BUI" userId="5388e7d4eb368e7c" providerId="LiveId" clId="{2E2E02C7-0FA3-458F-A4C7-E6127F682DAA}" dt="2024-10-05T05:55:16.708" v="7255" actId="26606"/>
          <ac:spMkLst>
            <pc:docMk/>
            <pc:sldMk cId="1663672317" sldId="816"/>
            <ac:spMk id="50" creationId="{5E791F2F-79DB-4CC0-9FA1-001E3E91E8B7}"/>
          </ac:spMkLst>
        </pc:spChg>
        <pc:spChg chg="add">
          <ac:chgData name="Sophia BUI" userId="5388e7d4eb368e7c" providerId="LiveId" clId="{2E2E02C7-0FA3-458F-A4C7-E6127F682DAA}" dt="2024-10-05T05:55:16.714" v="7256" actId="26606"/>
          <ac:spMkLst>
            <pc:docMk/>
            <pc:sldMk cId="1663672317" sldId="816"/>
            <ac:spMk id="52" creationId="{8761DDFE-071F-4200-B0AA-394476C2D2D6}"/>
          </ac:spMkLst>
        </pc:spChg>
        <pc:picChg chg="del mod">
          <ac:chgData name="Sophia BUI" userId="5388e7d4eb368e7c" providerId="LiveId" clId="{2E2E02C7-0FA3-458F-A4C7-E6127F682DAA}" dt="2024-10-05T04:40:06.050" v="7124" actId="478"/>
          <ac:picMkLst>
            <pc:docMk/>
            <pc:sldMk cId="1663672317" sldId="816"/>
            <ac:picMk id="6" creationId="{38B23395-BF95-85FC-FD88-3DF4A72AB6F0}"/>
          </ac:picMkLst>
        </pc:picChg>
        <pc:picChg chg="add del mod">
          <ac:chgData name="Sophia BUI" userId="5388e7d4eb368e7c" providerId="LiveId" clId="{2E2E02C7-0FA3-458F-A4C7-E6127F682DAA}" dt="2024-10-05T05:51:47.318" v="7243" actId="478"/>
          <ac:picMkLst>
            <pc:docMk/>
            <pc:sldMk cId="1663672317" sldId="816"/>
            <ac:picMk id="7" creationId="{36F315DD-A846-E2B7-8449-A4D8BEB686C6}"/>
          </ac:picMkLst>
        </pc:picChg>
        <pc:picChg chg="add mod ord">
          <ac:chgData name="Sophia BUI" userId="5388e7d4eb368e7c" providerId="LiveId" clId="{2E2E02C7-0FA3-458F-A4C7-E6127F682DAA}" dt="2024-10-05T10:39:05.229" v="7694" actId="1076"/>
          <ac:picMkLst>
            <pc:docMk/>
            <pc:sldMk cId="1663672317" sldId="816"/>
            <ac:picMk id="9" creationId="{EF485C62-0A12-4776-820D-F4A49714ED1E}"/>
          </ac:picMkLst>
        </pc:picChg>
        <pc:picChg chg="add del mod">
          <ac:chgData name="Sophia BUI" userId="5388e7d4eb368e7c" providerId="LiveId" clId="{2E2E02C7-0FA3-458F-A4C7-E6127F682DAA}" dt="2024-10-05T10:36:10.668" v="7665" actId="478"/>
          <ac:picMkLst>
            <pc:docMk/>
            <pc:sldMk cId="1663672317" sldId="816"/>
            <ac:picMk id="11" creationId="{03E2A3D6-5519-12C6-8FCB-647C048DAC16}"/>
          </ac:picMkLst>
        </pc:picChg>
        <pc:picChg chg="add mod">
          <ac:chgData name="Sophia BUI" userId="5388e7d4eb368e7c" providerId="LiveId" clId="{2E2E02C7-0FA3-458F-A4C7-E6127F682DAA}" dt="2024-10-05T10:39:15.988" v="7697" actId="14100"/>
          <ac:picMkLst>
            <pc:docMk/>
            <pc:sldMk cId="1663672317" sldId="816"/>
            <ac:picMk id="13" creationId="{991BC857-F102-3EEC-F16D-AC2A434F6258}"/>
          </ac:picMkLst>
        </pc:picChg>
        <pc:picChg chg="del mod">
          <ac:chgData name="Sophia BUI" userId="5388e7d4eb368e7c" providerId="LiveId" clId="{2E2E02C7-0FA3-458F-A4C7-E6127F682DAA}" dt="2024-10-05T05:51:32.712" v="7240" actId="478"/>
          <ac:picMkLst>
            <pc:docMk/>
            <pc:sldMk cId="1663672317" sldId="816"/>
            <ac:picMk id="15" creationId="{9A5050F7-4953-1B2A-20EB-595CD17725C5}"/>
          </ac:picMkLst>
        </pc:picChg>
      </pc:sldChg>
      <pc:sldChg chg="del">
        <pc:chgData name="Sophia BUI" userId="5388e7d4eb368e7c" providerId="LiveId" clId="{2E2E02C7-0FA3-458F-A4C7-E6127F682DAA}" dt="2024-10-02T14:43:58.586" v="0" actId="47"/>
        <pc:sldMkLst>
          <pc:docMk/>
          <pc:sldMk cId="3741102398" sldId="818"/>
        </pc:sldMkLst>
      </pc:sldChg>
      <pc:sldChg chg="del">
        <pc:chgData name="Sophia BUI" userId="5388e7d4eb368e7c" providerId="LiveId" clId="{2E2E02C7-0FA3-458F-A4C7-E6127F682DAA}" dt="2024-10-05T05:58:13.807" v="7280" actId="2696"/>
        <pc:sldMkLst>
          <pc:docMk/>
          <pc:sldMk cId="623669341" sldId="819"/>
        </pc:sldMkLst>
      </pc:sldChg>
      <pc:sldChg chg="addSp delSp modSp mod">
        <pc:chgData name="Sophia BUI" userId="5388e7d4eb368e7c" providerId="LiveId" clId="{2E2E02C7-0FA3-458F-A4C7-E6127F682DAA}" dt="2024-10-02T15:36:34.801" v="649" actId="14100"/>
        <pc:sldMkLst>
          <pc:docMk/>
          <pc:sldMk cId="1324948922" sldId="821"/>
        </pc:sldMkLst>
        <pc:spChg chg="mod">
          <ac:chgData name="Sophia BUI" userId="5388e7d4eb368e7c" providerId="LiveId" clId="{2E2E02C7-0FA3-458F-A4C7-E6127F682DAA}" dt="2024-10-02T15:14:18.845" v="49" actId="14100"/>
          <ac:spMkLst>
            <pc:docMk/>
            <pc:sldMk cId="1324948922" sldId="821"/>
            <ac:spMk id="2" creationId="{7371BFB3-6E61-D267-BD0B-F63443A36EAA}"/>
          </ac:spMkLst>
        </pc:spChg>
        <pc:spChg chg="del mod">
          <ac:chgData name="Sophia BUI" userId="5388e7d4eb368e7c" providerId="LiveId" clId="{2E2E02C7-0FA3-458F-A4C7-E6127F682DAA}" dt="2024-10-02T15:34:36.189" v="591" actId="478"/>
          <ac:spMkLst>
            <pc:docMk/>
            <pc:sldMk cId="1324948922" sldId="821"/>
            <ac:spMk id="3" creationId="{C954AE56-73DF-1277-FFAB-E22EC4A81F7B}"/>
          </ac:spMkLst>
        </pc:spChg>
        <pc:graphicFrameChg chg="add mod modGraphic">
          <ac:chgData name="Sophia BUI" userId="5388e7d4eb368e7c" providerId="LiveId" clId="{2E2E02C7-0FA3-458F-A4C7-E6127F682DAA}" dt="2024-10-02T15:36:34.801" v="649" actId="14100"/>
          <ac:graphicFrameMkLst>
            <pc:docMk/>
            <pc:sldMk cId="1324948922" sldId="821"/>
            <ac:graphicFrameMk id="4" creationId="{0416108B-24F9-73BF-C52B-1832F5E7A150}"/>
          </ac:graphicFrameMkLst>
        </pc:graphicFrameChg>
      </pc:sldChg>
      <pc:sldChg chg="addSp delSp modSp new mod modClrScheme chgLayout">
        <pc:chgData name="Sophia BUI" userId="5388e7d4eb368e7c" providerId="LiveId" clId="{2E2E02C7-0FA3-458F-A4C7-E6127F682DAA}" dt="2024-10-05T10:20:14.750" v="7532" actId="113"/>
        <pc:sldMkLst>
          <pc:docMk/>
          <pc:sldMk cId="3746416467" sldId="822"/>
        </pc:sldMkLst>
        <pc:spChg chg="del mod ord">
          <ac:chgData name="Sophia BUI" userId="5388e7d4eb368e7c" providerId="LiveId" clId="{2E2E02C7-0FA3-458F-A4C7-E6127F682DAA}" dt="2024-10-02T15:15:51.186" v="58" actId="700"/>
          <ac:spMkLst>
            <pc:docMk/>
            <pc:sldMk cId="3746416467" sldId="822"/>
            <ac:spMk id="2" creationId="{80A84277-D277-4DC4-BAC9-1C992B4E7C6A}"/>
          </ac:spMkLst>
        </pc:spChg>
        <pc:spChg chg="del">
          <ac:chgData name="Sophia BUI" userId="5388e7d4eb368e7c" providerId="LiveId" clId="{2E2E02C7-0FA3-458F-A4C7-E6127F682DAA}" dt="2024-10-02T15:15:51.186" v="58" actId="700"/>
          <ac:spMkLst>
            <pc:docMk/>
            <pc:sldMk cId="3746416467" sldId="822"/>
            <ac:spMk id="3" creationId="{79833A34-D83F-433C-B328-24D622F710CA}"/>
          </ac:spMkLst>
        </pc:spChg>
        <pc:spChg chg="del mod ord">
          <ac:chgData name="Sophia BUI" userId="5388e7d4eb368e7c" providerId="LiveId" clId="{2E2E02C7-0FA3-458F-A4C7-E6127F682DAA}" dt="2024-10-02T15:15:51.186" v="58" actId="700"/>
          <ac:spMkLst>
            <pc:docMk/>
            <pc:sldMk cId="3746416467" sldId="822"/>
            <ac:spMk id="4" creationId="{9202F512-5E48-9AB0-CB7E-7D1AFAE013C2}"/>
          </ac:spMkLst>
        </pc:spChg>
        <pc:spChg chg="del">
          <ac:chgData name="Sophia BUI" userId="5388e7d4eb368e7c" providerId="LiveId" clId="{2E2E02C7-0FA3-458F-A4C7-E6127F682DAA}" dt="2024-10-02T15:15:51.186" v="58" actId="700"/>
          <ac:spMkLst>
            <pc:docMk/>
            <pc:sldMk cId="3746416467" sldId="822"/>
            <ac:spMk id="5" creationId="{0C8C4EBE-266D-19A0-4827-5FF59122ECEC}"/>
          </ac:spMkLst>
        </pc:spChg>
        <pc:spChg chg="del">
          <ac:chgData name="Sophia BUI" userId="5388e7d4eb368e7c" providerId="LiveId" clId="{2E2E02C7-0FA3-458F-A4C7-E6127F682DAA}" dt="2024-10-02T15:15:51.186" v="58" actId="700"/>
          <ac:spMkLst>
            <pc:docMk/>
            <pc:sldMk cId="3746416467" sldId="822"/>
            <ac:spMk id="6" creationId="{7C6D24C9-68DD-512A-9145-F9D35976EB5D}"/>
          </ac:spMkLst>
        </pc:spChg>
        <pc:spChg chg="add mod ord">
          <ac:chgData name="Sophia BUI" userId="5388e7d4eb368e7c" providerId="LiveId" clId="{2E2E02C7-0FA3-458F-A4C7-E6127F682DAA}" dt="2024-10-05T10:19:46.900" v="7527" actId="14100"/>
          <ac:spMkLst>
            <pc:docMk/>
            <pc:sldMk cId="3746416467" sldId="822"/>
            <ac:spMk id="7" creationId="{54229919-321F-65F8-600E-CF79AB4F30ED}"/>
          </ac:spMkLst>
        </pc:spChg>
        <pc:spChg chg="add del mod ord">
          <ac:chgData name="Sophia BUI" userId="5388e7d4eb368e7c" providerId="LiveId" clId="{2E2E02C7-0FA3-458F-A4C7-E6127F682DAA}" dt="2024-10-02T15:16:06.369" v="60" actId="3680"/>
          <ac:spMkLst>
            <pc:docMk/>
            <pc:sldMk cId="3746416467" sldId="822"/>
            <ac:spMk id="8" creationId="{8E9B3937-F9A1-490A-5335-C3815676BD45}"/>
          </ac:spMkLst>
        </pc:spChg>
        <pc:graphicFrameChg chg="add mod ord modGraphic">
          <ac:chgData name="Sophia BUI" userId="5388e7d4eb368e7c" providerId="LiveId" clId="{2E2E02C7-0FA3-458F-A4C7-E6127F682DAA}" dt="2024-10-05T10:20:14.750" v="7532" actId="113"/>
          <ac:graphicFrameMkLst>
            <pc:docMk/>
            <pc:sldMk cId="3746416467" sldId="822"/>
            <ac:graphicFrameMk id="9" creationId="{6152A7F9-55A8-08ED-CBB9-8F27C83BAA86}"/>
          </ac:graphicFrameMkLst>
        </pc:graphicFrameChg>
      </pc:sldChg>
      <pc:sldChg chg="modSp add del mod modClrScheme chgLayout">
        <pc:chgData name="Sophia BUI" userId="5388e7d4eb368e7c" providerId="LiveId" clId="{2E2E02C7-0FA3-458F-A4C7-E6127F682DAA}" dt="2024-10-02T15:15:35.674" v="56" actId="2890"/>
        <pc:sldMkLst>
          <pc:docMk/>
          <pc:sldMk cId="3816999191" sldId="822"/>
        </pc:sldMkLst>
        <pc:spChg chg="mod ord">
          <ac:chgData name="Sophia BUI" userId="5388e7d4eb368e7c" providerId="LiveId" clId="{2E2E02C7-0FA3-458F-A4C7-E6127F682DAA}" dt="2024-10-02T15:15:33.095" v="55" actId="700"/>
          <ac:spMkLst>
            <pc:docMk/>
            <pc:sldMk cId="3816999191" sldId="822"/>
            <ac:spMk id="7" creationId="{AD3F632B-7062-701A-BB42-F2D9B6AC528A}"/>
          </ac:spMkLst>
        </pc:spChg>
        <pc:spChg chg="mod ord">
          <ac:chgData name="Sophia BUI" userId="5388e7d4eb368e7c" providerId="LiveId" clId="{2E2E02C7-0FA3-458F-A4C7-E6127F682DAA}" dt="2024-10-02T15:15:33.095" v="55" actId="700"/>
          <ac:spMkLst>
            <pc:docMk/>
            <pc:sldMk cId="3816999191" sldId="822"/>
            <ac:spMk id="8" creationId="{BF75C978-D244-D0D5-09A2-63F403B6E354}"/>
          </ac:spMkLst>
        </pc:spChg>
        <pc:spChg chg="mod ord">
          <ac:chgData name="Sophia BUI" userId="5388e7d4eb368e7c" providerId="LiveId" clId="{2E2E02C7-0FA3-458F-A4C7-E6127F682DAA}" dt="2024-10-02T15:15:33.095" v="55" actId="700"/>
          <ac:spMkLst>
            <pc:docMk/>
            <pc:sldMk cId="3816999191" sldId="822"/>
            <ac:spMk id="9" creationId="{6426C44F-5C75-1EC0-5659-35867B6F2980}"/>
          </ac:spMkLst>
        </pc:spChg>
        <pc:spChg chg="mod ord">
          <ac:chgData name="Sophia BUI" userId="5388e7d4eb368e7c" providerId="LiveId" clId="{2E2E02C7-0FA3-458F-A4C7-E6127F682DAA}" dt="2024-10-02T15:15:33.095" v="55" actId="700"/>
          <ac:spMkLst>
            <pc:docMk/>
            <pc:sldMk cId="3816999191" sldId="822"/>
            <ac:spMk id="10" creationId="{27F1D72E-272C-9038-9441-921B2EFFA129}"/>
          </ac:spMkLst>
        </pc:spChg>
        <pc:spChg chg="mod ord">
          <ac:chgData name="Sophia BUI" userId="5388e7d4eb368e7c" providerId="LiveId" clId="{2E2E02C7-0FA3-458F-A4C7-E6127F682DAA}" dt="2024-10-02T15:15:33.095" v="55" actId="700"/>
          <ac:spMkLst>
            <pc:docMk/>
            <pc:sldMk cId="3816999191" sldId="822"/>
            <ac:spMk id="11" creationId="{9AA39B0F-1E0D-24B6-EABC-8D81AA42510D}"/>
          </ac:spMkLst>
        </pc:spChg>
      </pc:sldChg>
      <pc:sldChg chg="add">
        <pc:chgData name="Sophia BUI" userId="5388e7d4eb368e7c" providerId="LiveId" clId="{2E2E02C7-0FA3-458F-A4C7-E6127F682DAA}" dt="2024-10-02T15:41:15.161" v="805" actId="2890"/>
        <pc:sldMkLst>
          <pc:docMk/>
          <pc:sldMk cId="51726303" sldId="823"/>
        </pc:sldMkLst>
      </pc:sldChg>
      <pc:sldChg chg="modSp add del mod">
        <pc:chgData name="Sophia BUI" userId="5388e7d4eb368e7c" providerId="LiveId" clId="{2E2E02C7-0FA3-458F-A4C7-E6127F682DAA}" dt="2024-10-03T01:12:01.260" v="3175" actId="2696"/>
        <pc:sldMkLst>
          <pc:docMk/>
          <pc:sldMk cId="1637627386" sldId="824"/>
        </pc:sldMkLst>
        <pc:spChg chg="mod">
          <ac:chgData name="Sophia BUI" userId="5388e7d4eb368e7c" providerId="LiveId" clId="{2E2E02C7-0FA3-458F-A4C7-E6127F682DAA}" dt="2024-10-03T00:42:42.901" v="1679" actId="20577"/>
          <ac:spMkLst>
            <pc:docMk/>
            <pc:sldMk cId="1637627386" sldId="824"/>
            <ac:spMk id="2" creationId="{7C75DB6F-8BF0-7C7A-579E-BD75390FE188}"/>
          </ac:spMkLst>
        </pc:spChg>
        <pc:graphicFrameChg chg="mod">
          <ac:chgData name="Sophia BUI" userId="5388e7d4eb368e7c" providerId="LiveId" clId="{2E2E02C7-0FA3-458F-A4C7-E6127F682DAA}" dt="2024-10-03T00:42:58.032" v="1680"/>
          <ac:graphicFrameMkLst>
            <pc:docMk/>
            <pc:sldMk cId="1637627386" sldId="824"/>
            <ac:graphicFrameMk id="12" creationId="{F4AE58C5-4E9D-B586-5CAF-A506417545CE}"/>
          </ac:graphicFrameMkLst>
        </pc:graphicFrameChg>
        <pc:picChg chg="mod">
          <ac:chgData name="Sophia BUI" userId="5388e7d4eb368e7c" providerId="LiveId" clId="{2E2E02C7-0FA3-458F-A4C7-E6127F682DAA}" dt="2024-10-03T00:43:08.390" v="1682" actId="1076"/>
          <ac:picMkLst>
            <pc:docMk/>
            <pc:sldMk cId="1637627386" sldId="824"/>
            <ac:picMk id="20" creationId="{F4E4EB09-AEA4-9E56-587F-50DE2D0D5340}"/>
          </ac:picMkLst>
        </pc:picChg>
        <pc:picChg chg="mod">
          <ac:chgData name="Sophia BUI" userId="5388e7d4eb368e7c" providerId="LiveId" clId="{2E2E02C7-0FA3-458F-A4C7-E6127F682DAA}" dt="2024-10-03T00:43:02.782" v="1681" actId="1076"/>
          <ac:picMkLst>
            <pc:docMk/>
            <pc:sldMk cId="1637627386" sldId="824"/>
            <ac:picMk id="22" creationId="{546F9705-CDB0-E972-826C-4610F3F12E39}"/>
          </ac:picMkLst>
        </pc:picChg>
      </pc:sldChg>
      <pc:sldChg chg="addSp delSp modSp add mod">
        <pc:chgData name="Sophia BUI" userId="5388e7d4eb368e7c" providerId="LiveId" clId="{2E2E02C7-0FA3-458F-A4C7-E6127F682DAA}" dt="2024-10-14T06:42:29.124" v="17704" actId="13926"/>
        <pc:sldMkLst>
          <pc:docMk/>
          <pc:sldMk cId="43871757" sldId="825"/>
        </pc:sldMkLst>
        <pc:spChg chg="mod">
          <ac:chgData name="Sophia BUI" userId="5388e7d4eb368e7c" providerId="LiveId" clId="{2E2E02C7-0FA3-458F-A4C7-E6127F682DAA}" dt="2024-10-14T06:42:29.124" v="17704" actId="13926"/>
          <ac:spMkLst>
            <pc:docMk/>
            <pc:sldMk cId="43871757" sldId="825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4T06:40:28.583" v="17683" actId="6549"/>
          <ac:graphicFrameMkLst>
            <pc:docMk/>
            <pc:sldMk cId="43871757" sldId="825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05T08:15:46.573" v="7475" actId="1076"/>
          <ac:picMkLst>
            <pc:docMk/>
            <pc:sldMk cId="43871757" sldId="825"/>
            <ac:picMk id="4" creationId="{32B2739B-BB49-9A74-B2D6-B632A74ADC07}"/>
          </ac:picMkLst>
        </pc:picChg>
        <pc:picChg chg="add mod">
          <ac:chgData name="Sophia BUI" userId="5388e7d4eb368e7c" providerId="LiveId" clId="{2E2E02C7-0FA3-458F-A4C7-E6127F682DAA}" dt="2024-10-03T00:39:58.967" v="1533" actId="1076"/>
          <ac:picMkLst>
            <pc:docMk/>
            <pc:sldMk cId="43871757" sldId="825"/>
            <ac:picMk id="6" creationId="{4D2FD2BA-D733-6614-CEE1-8BCB9A0D1AA9}"/>
          </ac:picMkLst>
        </pc:picChg>
        <pc:picChg chg="del">
          <ac:chgData name="Sophia BUI" userId="5388e7d4eb368e7c" providerId="LiveId" clId="{2E2E02C7-0FA3-458F-A4C7-E6127F682DAA}" dt="2024-10-03T00:34:18.795" v="1115" actId="478"/>
          <ac:picMkLst>
            <pc:docMk/>
            <pc:sldMk cId="43871757" sldId="825"/>
            <ac:picMk id="14" creationId="{4C4F0A8C-7A0C-66C3-4E87-238FA8E540E7}"/>
          </ac:picMkLst>
        </pc:picChg>
        <pc:picChg chg="del">
          <ac:chgData name="Sophia BUI" userId="5388e7d4eb368e7c" providerId="LiveId" clId="{2E2E02C7-0FA3-458F-A4C7-E6127F682DAA}" dt="2024-10-03T00:36:16.491" v="1371" actId="478"/>
          <ac:picMkLst>
            <pc:docMk/>
            <pc:sldMk cId="43871757" sldId="825"/>
            <ac:picMk id="16" creationId="{F1A5E718-B6FB-A771-BAB9-D4CF1CCFCDC0}"/>
          </ac:picMkLst>
        </pc:picChg>
      </pc:sldChg>
      <pc:sldChg chg="addSp delSp modSp add mod">
        <pc:chgData name="Sophia BUI" userId="5388e7d4eb368e7c" providerId="LiveId" clId="{2E2E02C7-0FA3-458F-A4C7-E6127F682DAA}" dt="2024-10-05T11:36:45.148" v="8507"/>
        <pc:sldMkLst>
          <pc:docMk/>
          <pc:sldMk cId="2104360574" sldId="826"/>
        </pc:sldMkLst>
        <pc:spChg chg="mod">
          <ac:chgData name="Sophia BUI" userId="5388e7d4eb368e7c" providerId="LiveId" clId="{2E2E02C7-0FA3-458F-A4C7-E6127F682DAA}" dt="2024-10-05T11:36:45.148" v="8507"/>
          <ac:spMkLst>
            <pc:docMk/>
            <pc:sldMk cId="2104360574" sldId="826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50:34.683" v="7790" actId="14100"/>
          <ac:graphicFrameMkLst>
            <pc:docMk/>
            <pc:sldMk cId="2104360574" sldId="826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05T10:50:49.914" v="7793" actId="14100"/>
          <ac:picMkLst>
            <pc:docMk/>
            <pc:sldMk cId="2104360574" sldId="826"/>
            <ac:picMk id="4" creationId="{4C878651-7D1B-577E-D5E8-FFD9FA5ECFC5}"/>
          </ac:picMkLst>
        </pc:picChg>
        <pc:picChg chg="del">
          <ac:chgData name="Sophia BUI" userId="5388e7d4eb368e7c" providerId="LiveId" clId="{2E2E02C7-0FA3-458F-A4C7-E6127F682DAA}" dt="2024-10-03T00:40:25.749" v="1535" actId="478"/>
          <ac:picMkLst>
            <pc:docMk/>
            <pc:sldMk cId="2104360574" sldId="826"/>
            <ac:picMk id="5" creationId="{26E4F4BB-247B-6256-1C63-45147BF0804E}"/>
          </ac:picMkLst>
        </pc:picChg>
        <pc:picChg chg="del">
          <ac:chgData name="Sophia BUI" userId="5388e7d4eb368e7c" providerId="LiveId" clId="{2E2E02C7-0FA3-458F-A4C7-E6127F682DAA}" dt="2024-10-03T00:40:26.616" v="1536" actId="478"/>
          <ac:picMkLst>
            <pc:docMk/>
            <pc:sldMk cId="2104360574" sldId="826"/>
            <ac:picMk id="7" creationId="{3809D420-1975-9669-B02C-364F38BA15BD}"/>
          </ac:picMkLst>
        </pc:picChg>
        <pc:picChg chg="add del mod">
          <ac:chgData name="Sophia BUI" userId="5388e7d4eb368e7c" providerId="LiveId" clId="{2E2E02C7-0FA3-458F-A4C7-E6127F682DAA}" dt="2024-10-03T01:14:36.073" v="3212" actId="478"/>
          <ac:picMkLst>
            <pc:docMk/>
            <pc:sldMk cId="2104360574" sldId="826"/>
            <ac:picMk id="8" creationId="{BC9CE2EA-F5A9-2B65-0588-43E7214A551A}"/>
          </ac:picMkLst>
        </pc:picChg>
        <pc:picChg chg="add del mod">
          <ac:chgData name="Sophia BUI" userId="5388e7d4eb368e7c" providerId="LiveId" clId="{2E2E02C7-0FA3-458F-A4C7-E6127F682DAA}" dt="2024-10-03T01:30:42.951" v="3962" actId="478"/>
          <ac:picMkLst>
            <pc:docMk/>
            <pc:sldMk cId="2104360574" sldId="826"/>
            <ac:picMk id="10" creationId="{E7E064E1-74E6-B0CE-D510-FD829BC8AD87}"/>
          </ac:picMkLst>
        </pc:picChg>
        <pc:picChg chg="add mod">
          <ac:chgData name="Sophia BUI" userId="5388e7d4eb368e7c" providerId="LiveId" clId="{2E2E02C7-0FA3-458F-A4C7-E6127F682DAA}" dt="2024-10-05T10:50:52.619" v="7794" actId="14100"/>
          <ac:picMkLst>
            <pc:docMk/>
            <pc:sldMk cId="2104360574" sldId="826"/>
            <ac:picMk id="13" creationId="{7B051BC1-E5E6-0257-15A8-0568496B4CD8}"/>
          </ac:picMkLst>
        </pc:picChg>
      </pc:sldChg>
      <pc:sldChg chg="addSp delSp modSp add mod">
        <pc:chgData name="Sophia BUI" userId="5388e7d4eb368e7c" providerId="LiveId" clId="{2E2E02C7-0FA3-458F-A4C7-E6127F682DAA}" dt="2024-10-05T11:36:59.332" v="8509"/>
        <pc:sldMkLst>
          <pc:docMk/>
          <pc:sldMk cId="1941340493" sldId="827"/>
        </pc:sldMkLst>
        <pc:spChg chg="mod">
          <ac:chgData name="Sophia BUI" userId="5388e7d4eb368e7c" providerId="LiveId" clId="{2E2E02C7-0FA3-458F-A4C7-E6127F682DAA}" dt="2024-10-05T11:36:59.332" v="8509"/>
          <ac:spMkLst>
            <pc:docMk/>
            <pc:sldMk cId="1941340493" sldId="827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52:39.354" v="7814" actId="14100"/>
          <ac:graphicFrameMkLst>
            <pc:docMk/>
            <pc:sldMk cId="1941340493" sldId="827"/>
            <ac:graphicFrameMk id="12" creationId="{F4AE58C5-4E9D-B586-5CAF-A506417545CE}"/>
          </ac:graphicFrameMkLst>
        </pc:graphicFrameChg>
        <pc:picChg chg="del">
          <ac:chgData name="Sophia BUI" userId="5388e7d4eb368e7c" providerId="LiveId" clId="{2E2E02C7-0FA3-458F-A4C7-E6127F682DAA}" dt="2024-10-03T01:35:19.635" v="4036" actId="478"/>
          <ac:picMkLst>
            <pc:docMk/>
            <pc:sldMk cId="1941340493" sldId="827"/>
            <ac:picMk id="4" creationId="{0550A9D1-2357-1623-D779-9B0962EAD6B3}"/>
          </ac:picMkLst>
        </pc:picChg>
        <pc:picChg chg="add mod">
          <ac:chgData name="Sophia BUI" userId="5388e7d4eb368e7c" providerId="LiveId" clId="{2E2E02C7-0FA3-458F-A4C7-E6127F682DAA}" dt="2024-10-05T10:52:46.491" v="7815" actId="1076"/>
          <ac:picMkLst>
            <pc:docMk/>
            <pc:sldMk cId="1941340493" sldId="827"/>
            <ac:picMk id="5" creationId="{F0957C4A-9FF1-BDFB-66AD-C597FCA224A3}"/>
          </ac:picMkLst>
        </pc:picChg>
        <pc:picChg chg="add mod">
          <ac:chgData name="Sophia BUI" userId="5388e7d4eb368e7c" providerId="LiveId" clId="{2E2E02C7-0FA3-458F-A4C7-E6127F682DAA}" dt="2024-10-03T07:25:40.458" v="5982" actId="14100"/>
          <ac:picMkLst>
            <pc:docMk/>
            <pc:sldMk cId="1941340493" sldId="827"/>
            <ac:picMk id="7" creationId="{2F935C16-2534-982B-8598-7FFA39A8C975}"/>
          </ac:picMkLst>
        </pc:picChg>
        <pc:picChg chg="del">
          <ac:chgData name="Sophia BUI" userId="5388e7d4eb368e7c" providerId="LiveId" clId="{2E2E02C7-0FA3-458F-A4C7-E6127F682DAA}" dt="2024-10-03T01:35:20.587" v="4037" actId="478"/>
          <ac:picMkLst>
            <pc:docMk/>
            <pc:sldMk cId="1941340493" sldId="827"/>
            <ac:picMk id="8" creationId="{94D769CD-DC18-17FA-582C-277276DEFD35}"/>
          </ac:picMkLst>
        </pc:picChg>
      </pc:sldChg>
      <pc:sldChg chg="delSp modSp add del mod setBg delDesignElem">
        <pc:chgData name="Sophia BUI" userId="5388e7d4eb368e7c" providerId="LiveId" clId="{2E2E02C7-0FA3-458F-A4C7-E6127F682DAA}" dt="2024-10-04T07:09:59.901" v="6525" actId="2696"/>
        <pc:sldMkLst>
          <pc:docMk/>
          <pc:sldMk cId="32785643" sldId="828"/>
        </pc:sldMkLst>
        <pc:spChg chg="mod">
          <ac:chgData name="Sophia BUI" userId="5388e7d4eb368e7c" providerId="LiveId" clId="{2E2E02C7-0FA3-458F-A4C7-E6127F682DAA}" dt="2024-10-04T07:05:02.302" v="6355" actId="20577"/>
          <ac:spMkLst>
            <pc:docMk/>
            <pc:sldMk cId="32785643" sldId="828"/>
            <ac:spMk id="2" creationId="{012B1AF9-7851-0CC5-4CE2-0D4683C12DC3}"/>
          </ac:spMkLst>
        </pc:spChg>
        <pc:spChg chg="mod">
          <ac:chgData name="Sophia BUI" userId="5388e7d4eb368e7c" providerId="LiveId" clId="{2E2E02C7-0FA3-458F-A4C7-E6127F682DAA}" dt="2024-10-03T01:39:01.928" v="4160" actId="108"/>
          <ac:spMkLst>
            <pc:docMk/>
            <pc:sldMk cId="32785643" sldId="828"/>
            <ac:spMk id="4" creationId="{A02BC230-ACE9-06F5-187D-9E9F2EF1BC01}"/>
          </ac:spMkLst>
        </pc:spChg>
        <pc:spChg chg="del">
          <ac:chgData name="Sophia BUI" userId="5388e7d4eb368e7c" providerId="LiveId" clId="{2E2E02C7-0FA3-458F-A4C7-E6127F682DAA}" dt="2024-10-03T00:31:19.763" v="1021"/>
          <ac:spMkLst>
            <pc:docMk/>
            <pc:sldMk cId="32785643" sldId="828"/>
            <ac:spMk id="18" creationId="{0550F5B9-399F-4FAD-AE6C-ED65F9A43A74}"/>
          </ac:spMkLst>
        </pc:spChg>
        <pc:spChg chg="del">
          <ac:chgData name="Sophia BUI" userId="5388e7d4eb368e7c" providerId="LiveId" clId="{2E2E02C7-0FA3-458F-A4C7-E6127F682DAA}" dt="2024-10-03T00:31:19.763" v="1021"/>
          <ac:spMkLst>
            <pc:docMk/>
            <pc:sldMk cId="32785643" sldId="828"/>
            <ac:spMk id="20" creationId="{C062E60F-5CD4-4268-8359-8076634680E5}"/>
          </ac:spMkLst>
        </pc:spChg>
        <pc:spChg chg="del">
          <ac:chgData name="Sophia BUI" userId="5388e7d4eb368e7c" providerId="LiveId" clId="{2E2E02C7-0FA3-458F-A4C7-E6127F682DAA}" dt="2024-10-03T00:31:19.763" v="1021"/>
          <ac:spMkLst>
            <pc:docMk/>
            <pc:sldMk cId="32785643" sldId="828"/>
            <ac:spMk id="22" creationId="{BB341EC3-1810-4D33-BA3F-E2D0AA0ECFB6}"/>
          </ac:spMkLst>
        </pc:spChg>
        <pc:spChg chg="del">
          <ac:chgData name="Sophia BUI" userId="5388e7d4eb368e7c" providerId="LiveId" clId="{2E2E02C7-0FA3-458F-A4C7-E6127F682DAA}" dt="2024-10-03T00:31:19.763" v="1021"/>
          <ac:spMkLst>
            <pc:docMk/>
            <pc:sldMk cId="32785643" sldId="828"/>
            <ac:spMk id="24" creationId="{10127CDE-2B99-47A8-BB3C-7D17519105E0}"/>
          </ac:spMkLst>
        </pc:spChg>
        <pc:picChg chg="del">
          <ac:chgData name="Sophia BUI" userId="5388e7d4eb368e7c" providerId="LiveId" clId="{2E2E02C7-0FA3-458F-A4C7-E6127F682DAA}" dt="2024-10-03T01:39:14.706" v="4162" actId="478"/>
          <ac:picMkLst>
            <pc:docMk/>
            <pc:sldMk cId="32785643" sldId="828"/>
            <ac:picMk id="9" creationId="{8EA76704-9ED7-F928-4BB8-CAF55A33400D}"/>
          </ac:picMkLst>
        </pc:picChg>
        <pc:picChg chg="del mod">
          <ac:chgData name="Sophia BUI" userId="5388e7d4eb368e7c" providerId="LiveId" clId="{2E2E02C7-0FA3-458F-A4C7-E6127F682DAA}" dt="2024-10-03T01:39:16.258" v="4164" actId="478"/>
          <ac:picMkLst>
            <pc:docMk/>
            <pc:sldMk cId="32785643" sldId="828"/>
            <ac:picMk id="11" creationId="{B1B25AEF-9B5F-16F7-362D-94E644B14766}"/>
          </ac:picMkLst>
        </pc:picChg>
        <pc:picChg chg="del">
          <ac:chgData name="Sophia BUI" userId="5388e7d4eb368e7c" providerId="LiveId" clId="{2E2E02C7-0FA3-458F-A4C7-E6127F682DAA}" dt="2024-10-03T01:39:12.952" v="4161" actId="478"/>
          <ac:picMkLst>
            <pc:docMk/>
            <pc:sldMk cId="32785643" sldId="828"/>
            <ac:picMk id="13" creationId="{6902C895-8184-E483-488A-D2BDD2D5F57F}"/>
          </ac:picMkLst>
        </pc:picChg>
      </pc:sldChg>
      <pc:sldChg chg="addSp delSp modSp add del mod">
        <pc:chgData name="Sophia BUI" userId="5388e7d4eb368e7c" providerId="LiveId" clId="{2E2E02C7-0FA3-458F-A4C7-E6127F682DAA}" dt="2024-10-04T07:08:21.961" v="6477" actId="2696"/>
        <pc:sldMkLst>
          <pc:docMk/>
          <pc:sldMk cId="4097619753" sldId="829"/>
        </pc:sldMkLst>
        <pc:spChg chg="mod">
          <ac:chgData name="Sophia BUI" userId="5388e7d4eb368e7c" providerId="LiveId" clId="{2E2E02C7-0FA3-458F-A4C7-E6127F682DAA}" dt="2024-10-03T06:25:12.213" v="5051" actId="20577"/>
          <ac:spMkLst>
            <pc:docMk/>
            <pc:sldMk cId="4097619753" sldId="829"/>
            <ac:spMk id="2" creationId="{7C75DB6F-8BF0-7C7A-579E-BD75390FE188}"/>
          </ac:spMkLst>
        </pc:spChg>
        <pc:graphicFrameChg chg="modGraphic">
          <ac:chgData name="Sophia BUI" userId="5388e7d4eb368e7c" providerId="LiveId" clId="{2E2E02C7-0FA3-458F-A4C7-E6127F682DAA}" dt="2024-10-03T01:48:35.766" v="4316" actId="20577"/>
          <ac:graphicFrameMkLst>
            <pc:docMk/>
            <pc:sldMk cId="4097619753" sldId="829"/>
            <ac:graphicFrameMk id="12" creationId="{F4AE58C5-4E9D-B586-5CAF-A506417545CE}"/>
          </ac:graphicFrameMkLst>
        </pc:graphicFrameChg>
        <pc:picChg chg="del">
          <ac:chgData name="Sophia BUI" userId="5388e7d4eb368e7c" providerId="LiveId" clId="{2E2E02C7-0FA3-458F-A4C7-E6127F682DAA}" dt="2024-10-03T01:39:56.961" v="4180" actId="478"/>
          <ac:picMkLst>
            <pc:docMk/>
            <pc:sldMk cId="4097619753" sldId="829"/>
            <ac:picMk id="4" creationId="{F678AE81-5144-0530-CA54-5CAE21EB85FC}"/>
          </ac:picMkLst>
        </pc:picChg>
        <pc:picChg chg="add mod">
          <ac:chgData name="Sophia BUI" userId="5388e7d4eb368e7c" providerId="LiveId" clId="{2E2E02C7-0FA3-458F-A4C7-E6127F682DAA}" dt="2024-10-03T01:42:41.925" v="4187" actId="1076"/>
          <ac:picMkLst>
            <pc:docMk/>
            <pc:sldMk cId="4097619753" sldId="829"/>
            <ac:picMk id="5" creationId="{032BC663-364A-2D48-4D47-291BC87CCFD1}"/>
          </ac:picMkLst>
        </pc:picChg>
        <pc:picChg chg="add mod">
          <ac:chgData name="Sophia BUI" userId="5388e7d4eb368e7c" providerId="LiveId" clId="{2E2E02C7-0FA3-458F-A4C7-E6127F682DAA}" dt="2024-10-03T01:46:42.860" v="4234" actId="14100"/>
          <ac:picMkLst>
            <pc:docMk/>
            <pc:sldMk cId="4097619753" sldId="829"/>
            <ac:picMk id="7" creationId="{6143C28D-80CF-A643-A23A-C143D8215676}"/>
          </ac:picMkLst>
        </pc:picChg>
        <pc:picChg chg="del mod">
          <ac:chgData name="Sophia BUI" userId="5388e7d4eb368e7c" providerId="LiveId" clId="{2E2E02C7-0FA3-458F-A4C7-E6127F682DAA}" dt="2024-10-03T01:39:57.795" v="4182" actId="478"/>
          <ac:picMkLst>
            <pc:docMk/>
            <pc:sldMk cId="4097619753" sldId="829"/>
            <ac:picMk id="8" creationId="{E8B87433-6A35-4A6A-F8F9-D673E75226B3}"/>
          </ac:picMkLst>
        </pc:picChg>
      </pc:sldChg>
      <pc:sldChg chg="addSp delSp modSp add mod ord">
        <pc:chgData name="Sophia BUI" userId="5388e7d4eb368e7c" providerId="LiveId" clId="{2E2E02C7-0FA3-458F-A4C7-E6127F682DAA}" dt="2024-10-12T13:51:10.836" v="15899" actId="1076"/>
        <pc:sldMkLst>
          <pc:docMk/>
          <pc:sldMk cId="2412939685" sldId="830"/>
        </pc:sldMkLst>
        <pc:spChg chg="mod">
          <ac:chgData name="Sophia BUI" userId="5388e7d4eb368e7c" providerId="LiveId" clId="{2E2E02C7-0FA3-458F-A4C7-E6127F682DAA}" dt="2024-10-05T11:37:12.019" v="8524" actId="20577"/>
          <ac:spMkLst>
            <pc:docMk/>
            <pc:sldMk cId="2412939685" sldId="830"/>
            <ac:spMk id="2" creationId="{7C75DB6F-8BF0-7C7A-579E-BD75390FE188}"/>
          </ac:spMkLst>
        </pc:spChg>
        <pc:spChg chg="add ord">
          <ac:chgData name="Sophia BUI" userId="5388e7d4eb368e7c" providerId="LiveId" clId="{2E2E02C7-0FA3-458F-A4C7-E6127F682DAA}" dt="2024-10-05T09:01:13.550" v="7477" actId="167"/>
          <ac:spMkLst>
            <pc:docMk/>
            <pc:sldMk cId="2412939685" sldId="830"/>
            <ac:spMk id="3" creationId="{70FD0B7E-A500-BABF-028A-C24EC4B50855}"/>
          </ac:spMkLst>
        </pc:spChg>
        <pc:spChg chg="add mod">
          <ac:chgData name="Sophia BUI" userId="5388e7d4eb368e7c" providerId="LiveId" clId="{2E2E02C7-0FA3-458F-A4C7-E6127F682DAA}" dt="2024-10-12T13:51:10.836" v="15899" actId="1076"/>
          <ac:spMkLst>
            <pc:docMk/>
            <pc:sldMk cId="2412939685" sldId="830"/>
            <ac:spMk id="6" creationId="{302C243D-C473-2278-0CC9-EC9DD29D3FD2}"/>
          </ac:spMkLst>
        </pc:spChg>
        <pc:graphicFrameChg chg="mod modGraphic">
          <ac:chgData name="Sophia BUI" userId="5388e7d4eb368e7c" providerId="LiveId" clId="{2E2E02C7-0FA3-458F-A4C7-E6127F682DAA}" dt="2024-10-03T01:55:13.465" v="4356" actId="14100"/>
          <ac:graphicFrameMkLst>
            <pc:docMk/>
            <pc:sldMk cId="2412939685" sldId="830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03T01:52:56.799" v="4330" actId="478"/>
          <ac:picMkLst>
            <pc:docMk/>
            <pc:sldMk cId="2412939685" sldId="830"/>
            <ac:picMk id="4" creationId="{3FB5D6DB-C4F8-6E41-A934-B9CE28AD5CB4}"/>
          </ac:picMkLst>
        </pc:picChg>
        <pc:picChg chg="del">
          <ac:chgData name="Sophia BUI" userId="5388e7d4eb368e7c" providerId="LiveId" clId="{2E2E02C7-0FA3-458F-A4C7-E6127F682DAA}" dt="2024-10-03T01:49:59.411" v="4322" actId="478"/>
          <ac:picMkLst>
            <pc:docMk/>
            <pc:sldMk cId="2412939685" sldId="830"/>
            <ac:picMk id="6" creationId="{852F130F-95E8-B1C1-C883-84C2470EFF64}"/>
          </ac:picMkLst>
        </pc:picChg>
        <pc:picChg chg="add del mod">
          <ac:chgData name="Sophia BUI" userId="5388e7d4eb368e7c" providerId="LiveId" clId="{2E2E02C7-0FA3-458F-A4C7-E6127F682DAA}" dt="2024-10-03T01:56:38.677" v="4368" actId="478"/>
          <ac:picMkLst>
            <pc:docMk/>
            <pc:sldMk cId="2412939685" sldId="830"/>
            <ac:picMk id="7" creationId="{96C75983-A966-731C-C0FE-C784484AA9AB}"/>
          </ac:picMkLst>
        </pc:picChg>
        <pc:picChg chg="del">
          <ac:chgData name="Sophia BUI" userId="5388e7d4eb368e7c" providerId="LiveId" clId="{2E2E02C7-0FA3-458F-A4C7-E6127F682DAA}" dt="2024-10-03T01:49:58.663" v="4321" actId="478"/>
          <ac:picMkLst>
            <pc:docMk/>
            <pc:sldMk cId="2412939685" sldId="830"/>
            <ac:picMk id="9" creationId="{A9F9C795-8C37-4CFC-CF7F-3239582F1270}"/>
          </ac:picMkLst>
        </pc:picChg>
        <pc:picChg chg="add del mod">
          <ac:chgData name="Sophia BUI" userId="5388e7d4eb368e7c" providerId="LiveId" clId="{2E2E02C7-0FA3-458F-A4C7-E6127F682DAA}" dt="2024-10-03T01:57:35.896" v="4374" actId="478"/>
          <ac:picMkLst>
            <pc:docMk/>
            <pc:sldMk cId="2412939685" sldId="830"/>
            <ac:picMk id="10" creationId="{CE59084E-FE60-ABB3-1B96-1F8898C7B1A5}"/>
          </ac:picMkLst>
        </pc:picChg>
        <pc:picChg chg="add mod">
          <ac:chgData name="Sophia BUI" userId="5388e7d4eb368e7c" providerId="LiveId" clId="{2E2E02C7-0FA3-458F-A4C7-E6127F682DAA}" dt="2024-10-12T13:51:06.946" v="15898" actId="1076"/>
          <ac:picMkLst>
            <pc:docMk/>
            <pc:sldMk cId="2412939685" sldId="830"/>
            <ac:picMk id="13" creationId="{52732103-EC10-9DF0-92BE-DFC3CA5CEB29}"/>
          </ac:picMkLst>
        </pc:picChg>
        <pc:picChg chg="add mod">
          <ac:chgData name="Sophia BUI" userId="5388e7d4eb368e7c" providerId="LiveId" clId="{2E2E02C7-0FA3-458F-A4C7-E6127F682DAA}" dt="2024-10-12T02:26:29.090" v="14945" actId="14100"/>
          <ac:picMkLst>
            <pc:docMk/>
            <pc:sldMk cId="2412939685" sldId="830"/>
            <ac:picMk id="15" creationId="{3C1B256A-9A24-E915-C737-3C2A0A417A82}"/>
          </ac:picMkLst>
        </pc:picChg>
        <pc:cxnChg chg="add del">
          <ac:chgData name="Sophia BUI" userId="5388e7d4eb368e7c" providerId="LiveId" clId="{2E2E02C7-0FA3-458F-A4C7-E6127F682DAA}" dt="2024-10-05T09:01:51.342" v="7480" actId="478"/>
          <ac:cxnSpMkLst>
            <pc:docMk/>
            <pc:sldMk cId="2412939685" sldId="830"/>
            <ac:cxnSpMk id="5" creationId="{67C6E328-EBDB-EF83-FC97-32E0FA4C0A41}"/>
          </ac:cxnSpMkLst>
        </pc:cxnChg>
      </pc:sldChg>
      <pc:sldChg chg="addSp modSp add mod">
        <pc:chgData name="Sophia BUI" userId="5388e7d4eb368e7c" providerId="LiveId" clId="{2E2E02C7-0FA3-458F-A4C7-E6127F682DAA}" dt="2024-10-12T13:50:49.722" v="15895" actId="14100"/>
        <pc:sldMkLst>
          <pc:docMk/>
          <pc:sldMk cId="1947523581" sldId="831"/>
        </pc:sldMkLst>
        <pc:spChg chg="mod">
          <ac:chgData name="Sophia BUI" userId="5388e7d4eb368e7c" providerId="LiveId" clId="{2E2E02C7-0FA3-458F-A4C7-E6127F682DAA}" dt="2024-10-05T11:36:50.485" v="8508"/>
          <ac:spMkLst>
            <pc:docMk/>
            <pc:sldMk cId="1947523581" sldId="831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13:50:40.710" v="15893" actId="14734"/>
          <ac:graphicFrameMkLst>
            <pc:docMk/>
            <pc:sldMk cId="1947523581" sldId="831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12T13:50:46.567" v="15894" actId="14100"/>
          <ac:picMkLst>
            <pc:docMk/>
            <pc:sldMk cId="1947523581" sldId="831"/>
            <ac:picMk id="4" creationId="{0D80CC68-8C9E-7778-CE84-C5A410197E53}"/>
          </ac:picMkLst>
        </pc:picChg>
        <pc:picChg chg="add mod">
          <ac:chgData name="Sophia BUI" userId="5388e7d4eb368e7c" providerId="LiveId" clId="{2E2E02C7-0FA3-458F-A4C7-E6127F682DAA}" dt="2024-10-12T13:50:49.722" v="15895" actId="14100"/>
          <ac:picMkLst>
            <pc:docMk/>
            <pc:sldMk cId="1947523581" sldId="831"/>
            <ac:picMk id="6" creationId="{F284C18C-777A-C2F8-3956-99CC9A2203BE}"/>
          </ac:picMkLst>
        </pc:picChg>
      </pc:sldChg>
      <pc:sldChg chg="modSp add mod">
        <pc:chgData name="Sophia BUI" userId="5388e7d4eb368e7c" providerId="LiveId" clId="{2E2E02C7-0FA3-458F-A4C7-E6127F682DAA}" dt="2024-10-05T10:24:45.708" v="7589" actId="14100"/>
        <pc:sldMkLst>
          <pc:docMk/>
          <pc:sldMk cId="257428209" sldId="832"/>
        </pc:sldMkLst>
        <pc:spChg chg="mod">
          <ac:chgData name="Sophia BUI" userId="5388e7d4eb368e7c" providerId="LiveId" clId="{2E2E02C7-0FA3-458F-A4C7-E6127F682DAA}" dt="2024-10-05T10:24:10.210" v="7582" actId="20577"/>
          <ac:spMkLst>
            <pc:docMk/>
            <pc:sldMk cId="257428209" sldId="832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5T10:24:22.934" v="7585" actId="14100"/>
          <ac:graphicFrameMkLst>
            <pc:docMk/>
            <pc:sldMk cId="257428209" sldId="832"/>
            <ac:graphicFrameMk id="12" creationId="{F4AE58C5-4E9D-B586-5CAF-A506417545CE}"/>
          </ac:graphicFrameMkLst>
        </pc:graphicFrameChg>
        <pc:picChg chg="mod">
          <ac:chgData name="Sophia BUI" userId="5388e7d4eb368e7c" providerId="LiveId" clId="{2E2E02C7-0FA3-458F-A4C7-E6127F682DAA}" dt="2024-10-05T10:24:43.043" v="7588" actId="14100"/>
          <ac:picMkLst>
            <pc:docMk/>
            <pc:sldMk cId="257428209" sldId="832"/>
            <ac:picMk id="5" creationId="{26E4F4BB-247B-6256-1C63-45147BF0804E}"/>
          </ac:picMkLst>
        </pc:picChg>
        <pc:picChg chg="mod">
          <ac:chgData name="Sophia BUI" userId="5388e7d4eb368e7c" providerId="LiveId" clId="{2E2E02C7-0FA3-458F-A4C7-E6127F682DAA}" dt="2024-10-05T10:24:45.708" v="7589" actId="14100"/>
          <ac:picMkLst>
            <pc:docMk/>
            <pc:sldMk cId="257428209" sldId="832"/>
            <ac:picMk id="7" creationId="{3809D420-1975-9669-B02C-364F38BA15BD}"/>
          </ac:picMkLst>
        </pc:picChg>
      </pc:sldChg>
      <pc:sldChg chg="addSp delSp modSp add del mod">
        <pc:chgData name="Sophia BUI" userId="5388e7d4eb368e7c" providerId="LiveId" clId="{2E2E02C7-0FA3-458F-A4C7-E6127F682DAA}" dt="2024-10-03T14:58:00.791" v="5988" actId="2696"/>
        <pc:sldMkLst>
          <pc:docMk/>
          <pc:sldMk cId="1281712179" sldId="833"/>
        </pc:sldMkLst>
        <pc:spChg chg="mod">
          <ac:chgData name="Sophia BUI" userId="5388e7d4eb368e7c" providerId="LiveId" clId="{2E2E02C7-0FA3-458F-A4C7-E6127F682DAA}" dt="2024-10-03T06:31:43.945" v="5054" actId="404"/>
          <ac:spMkLst>
            <pc:docMk/>
            <pc:sldMk cId="1281712179" sldId="833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03T06:34:04.610" v="5066" actId="6549"/>
          <ac:graphicFrameMkLst>
            <pc:docMk/>
            <pc:sldMk cId="1281712179" sldId="833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03T06:36:50.667" v="5073" actId="14100"/>
          <ac:picMkLst>
            <pc:docMk/>
            <pc:sldMk cId="1281712179" sldId="833"/>
            <ac:picMk id="4" creationId="{C760B0CD-DFCB-AF4F-7E0C-5A980713919C}"/>
          </ac:picMkLst>
        </pc:picChg>
        <pc:picChg chg="add mod">
          <ac:chgData name="Sophia BUI" userId="5388e7d4eb368e7c" providerId="LiveId" clId="{2E2E02C7-0FA3-458F-A4C7-E6127F682DAA}" dt="2024-10-03T06:37:43.115" v="5079" actId="14100"/>
          <ac:picMkLst>
            <pc:docMk/>
            <pc:sldMk cId="1281712179" sldId="833"/>
            <ac:picMk id="6" creationId="{CB8A6272-2A27-35B3-758D-F4AFB4D109D8}"/>
          </ac:picMkLst>
        </pc:picChg>
        <pc:picChg chg="add del">
          <ac:chgData name="Sophia BUI" userId="5388e7d4eb368e7c" providerId="LiveId" clId="{2E2E02C7-0FA3-458F-A4C7-E6127F682DAA}" dt="2024-10-03T06:36:36.118" v="5068" actId="478"/>
          <ac:picMkLst>
            <pc:docMk/>
            <pc:sldMk cId="1281712179" sldId="833"/>
            <ac:picMk id="7" creationId="{96C75983-A966-731C-C0FE-C784484AA9AB}"/>
          </ac:picMkLst>
        </pc:picChg>
        <pc:picChg chg="del mod">
          <ac:chgData name="Sophia BUI" userId="5388e7d4eb368e7c" providerId="LiveId" clId="{2E2E02C7-0FA3-458F-A4C7-E6127F682DAA}" dt="2024-10-03T06:37:28.859" v="5074" actId="478"/>
          <ac:picMkLst>
            <pc:docMk/>
            <pc:sldMk cId="1281712179" sldId="833"/>
            <ac:picMk id="10" creationId="{CE59084E-FE60-ABB3-1B96-1F8898C7B1A5}"/>
          </ac:picMkLst>
        </pc:picChg>
      </pc:sldChg>
      <pc:sldChg chg="add del">
        <pc:chgData name="Sophia BUI" userId="5388e7d4eb368e7c" providerId="LiveId" clId="{2E2E02C7-0FA3-458F-A4C7-E6127F682DAA}" dt="2024-10-03T01:55:37.504" v="4360" actId="2696"/>
        <pc:sldMkLst>
          <pc:docMk/>
          <pc:sldMk cId="3430859388" sldId="833"/>
        </pc:sldMkLst>
      </pc:sldChg>
      <pc:sldChg chg="del delDesignElem">
        <pc:chgData name="Sophia BUI" userId="5388e7d4eb368e7c" providerId="LiveId" clId="{2E2E02C7-0FA3-458F-A4C7-E6127F682DAA}" dt="2024-10-03T02:04:08.400" v="4614" actId="2696"/>
        <pc:sldMkLst>
          <pc:docMk/>
          <pc:sldMk cId="3493981304" sldId="834"/>
        </pc:sldMkLst>
      </pc:sldChg>
      <pc:sldChg chg="addSp modSp add mod">
        <pc:chgData name="Sophia BUI" userId="5388e7d4eb368e7c" providerId="LiveId" clId="{2E2E02C7-0FA3-458F-A4C7-E6127F682DAA}" dt="2024-10-12T13:52:14.932" v="15907" actId="14100"/>
        <pc:sldMkLst>
          <pc:docMk/>
          <pc:sldMk cId="4169377453" sldId="834"/>
        </pc:sldMkLst>
        <pc:spChg chg="mod">
          <ac:chgData name="Sophia BUI" userId="5388e7d4eb368e7c" providerId="LiveId" clId="{2E2E02C7-0FA3-458F-A4C7-E6127F682DAA}" dt="2024-10-05T11:37:23.685" v="8539" actId="20577"/>
          <ac:spMkLst>
            <pc:docMk/>
            <pc:sldMk cId="4169377453" sldId="834"/>
            <ac:spMk id="2" creationId="{7C75DB6F-8BF0-7C7A-579E-BD75390FE188}"/>
          </ac:spMkLst>
        </pc:spChg>
        <pc:spChg chg="add mod">
          <ac:chgData name="Sophia BUI" userId="5388e7d4eb368e7c" providerId="LiveId" clId="{2E2E02C7-0FA3-458F-A4C7-E6127F682DAA}" dt="2024-10-12T13:52:06.523" v="15906" actId="1076"/>
          <ac:spMkLst>
            <pc:docMk/>
            <pc:sldMk cId="4169377453" sldId="834"/>
            <ac:spMk id="3" creationId="{68A03D95-AA49-D482-B94E-2C30F5F5352A}"/>
          </ac:spMkLst>
        </pc:spChg>
        <pc:graphicFrameChg chg="mod modGraphic">
          <ac:chgData name="Sophia BUI" userId="5388e7d4eb368e7c" providerId="LiveId" clId="{2E2E02C7-0FA3-458F-A4C7-E6127F682DAA}" dt="2024-10-05T10:54:28.307" v="7827" actId="14100"/>
          <ac:graphicFrameMkLst>
            <pc:docMk/>
            <pc:sldMk cId="4169377453" sldId="834"/>
            <ac:graphicFrameMk id="12" creationId="{F4AE58C5-4E9D-B586-5CAF-A506417545CE}"/>
          </ac:graphicFrameMkLst>
        </pc:graphicFrameChg>
        <pc:picChg chg="mod ord">
          <ac:chgData name="Sophia BUI" userId="5388e7d4eb368e7c" providerId="LiveId" clId="{2E2E02C7-0FA3-458F-A4C7-E6127F682DAA}" dt="2024-10-12T13:51:59.180" v="15905" actId="1076"/>
          <ac:picMkLst>
            <pc:docMk/>
            <pc:sldMk cId="4169377453" sldId="834"/>
            <ac:picMk id="7" creationId="{96C75983-A966-731C-C0FE-C784484AA9AB}"/>
          </ac:picMkLst>
        </pc:picChg>
        <pc:picChg chg="mod">
          <ac:chgData name="Sophia BUI" userId="5388e7d4eb368e7c" providerId="LiveId" clId="{2E2E02C7-0FA3-458F-A4C7-E6127F682DAA}" dt="2024-10-12T13:52:14.932" v="15907" actId="14100"/>
          <ac:picMkLst>
            <pc:docMk/>
            <pc:sldMk cId="4169377453" sldId="834"/>
            <ac:picMk id="10" creationId="{CE59084E-FE60-ABB3-1B96-1F8898C7B1A5}"/>
          </ac:picMkLst>
        </pc:picChg>
      </pc:sldChg>
      <pc:sldChg chg="delSp modSp add del mod ord">
        <pc:chgData name="Sophia BUI" userId="5388e7d4eb368e7c" providerId="LiveId" clId="{2E2E02C7-0FA3-458F-A4C7-E6127F682DAA}" dt="2024-10-04T07:10:18.580" v="6526" actId="2696"/>
        <pc:sldMkLst>
          <pc:docMk/>
          <pc:sldMk cId="1281255887" sldId="835"/>
        </pc:sldMkLst>
        <pc:spChg chg="mod">
          <ac:chgData name="Sophia BUI" userId="5388e7d4eb368e7c" providerId="LiveId" clId="{2E2E02C7-0FA3-458F-A4C7-E6127F682DAA}" dt="2024-10-04T07:08:08.480" v="6476"/>
          <ac:spMkLst>
            <pc:docMk/>
            <pc:sldMk cId="1281255887" sldId="835"/>
            <ac:spMk id="2" creationId="{00000000-0000-0000-0000-000000000000}"/>
          </ac:spMkLst>
        </pc:spChg>
        <pc:graphicFrameChg chg="mod modGraphic">
          <ac:chgData name="Sophia BUI" userId="5388e7d4eb368e7c" providerId="LiveId" clId="{2E2E02C7-0FA3-458F-A4C7-E6127F682DAA}" dt="2024-10-03T07:18:15.286" v="5886" actId="20577"/>
          <ac:graphicFrameMkLst>
            <pc:docMk/>
            <pc:sldMk cId="1281255887" sldId="835"/>
            <ac:graphicFrameMk id="11" creationId="{FC9F3663-301E-7FC2-C890-BB467830BB45}"/>
          </ac:graphicFrameMkLst>
        </pc:graphicFrameChg>
        <pc:picChg chg="mod">
          <ac:chgData name="Sophia BUI" userId="5388e7d4eb368e7c" providerId="LiveId" clId="{2E2E02C7-0FA3-458F-A4C7-E6127F682DAA}" dt="2024-10-03T07:20:39.827" v="5976" actId="14100"/>
          <ac:picMkLst>
            <pc:docMk/>
            <pc:sldMk cId="1281255887" sldId="835"/>
            <ac:picMk id="4" creationId="{D7538178-939C-8FD7-814F-28D313731C62}"/>
          </ac:picMkLst>
        </pc:picChg>
        <pc:picChg chg="mod">
          <ac:chgData name="Sophia BUI" userId="5388e7d4eb368e7c" providerId="LiveId" clId="{2E2E02C7-0FA3-458F-A4C7-E6127F682DAA}" dt="2024-10-03T07:21:02.899" v="5979" actId="14100"/>
          <ac:picMkLst>
            <pc:docMk/>
            <pc:sldMk cId="1281255887" sldId="835"/>
            <ac:picMk id="6" creationId="{EBC19313-EA6E-A346-78FD-57A34D83F19E}"/>
          </ac:picMkLst>
        </pc:picChg>
        <pc:picChg chg="del">
          <ac:chgData name="Sophia BUI" userId="5388e7d4eb368e7c" providerId="LiveId" clId="{2E2E02C7-0FA3-458F-A4C7-E6127F682DAA}" dt="2024-10-03T07:03:49.828" v="5293" actId="478"/>
          <ac:picMkLst>
            <pc:docMk/>
            <pc:sldMk cId="1281255887" sldId="835"/>
            <ac:picMk id="25" creationId="{B7BF7C79-F5F1-ECAD-3436-DD5C62DC2C91}"/>
          </ac:picMkLst>
        </pc:picChg>
      </pc:sldChg>
      <pc:sldChg chg="addSp delSp modSp mod modShow">
        <pc:chgData name="Sophia BUI" userId="5388e7d4eb368e7c" providerId="LiveId" clId="{2E2E02C7-0FA3-458F-A4C7-E6127F682DAA}" dt="2024-10-12T13:57:13.619" v="15944" actId="14100"/>
        <pc:sldMkLst>
          <pc:docMk/>
          <pc:sldMk cId="3167886969" sldId="835"/>
        </pc:sldMkLst>
        <pc:spChg chg="mod">
          <ac:chgData name="Sophia BUI" userId="5388e7d4eb368e7c" providerId="LiveId" clId="{2E2E02C7-0FA3-458F-A4C7-E6127F682DAA}" dt="2024-10-05T11:38:44.618" v="8556"/>
          <ac:spMkLst>
            <pc:docMk/>
            <pc:sldMk cId="3167886969" sldId="835"/>
            <ac:spMk id="2" creationId="{00000000-0000-0000-0000-000000000000}"/>
          </ac:spMkLst>
        </pc:spChg>
        <pc:graphicFrameChg chg="mod modGraphic">
          <ac:chgData name="Sophia BUI" userId="5388e7d4eb368e7c" providerId="LiveId" clId="{2E2E02C7-0FA3-458F-A4C7-E6127F682DAA}" dt="2024-10-12T13:57:01.436" v="15942" actId="255"/>
          <ac:graphicFrameMkLst>
            <pc:docMk/>
            <pc:sldMk cId="3167886969" sldId="835"/>
            <ac:graphicFrameMk id="11" creationId="{FC9F3663-301E-7FC2-C890-BB467830BB45}"/>
          </ac:graphicFrameMkLst>
        </pc:graphicFrameChg>
        <pc:picChg chg="del">
          <ac:chgData name="Sophia BUI" userId="5388e7d4eb368e7c" providerId="LiveId" clId="{2E2E02C7-0FA3-458F-A4C7-E6127F682DAA}" dt="2024-10-07T02:01:26.792" v="9461" actId="478"/>
          <ac:picMkLst>
            <pc:docMk/>
            <pc:sldMk cId="3167886969" sldId="835"/>
            <ac:picMk id="4" creationId="{D7538178-939C-8FD7-814F-28D313731C62}"/>
          </ac:picMkLst>
        </pc:picChg>
        <pc:picChg chg="add del mod">
          <ac:chgData name="Sophia BUI" userId="5388e7d4eb368e7c" providerId="LiveId" clId="{2E2E02C7-0FA3-458F-A4C7-E6127F682DAA}" dt="2024-10-07T06:25:22.216" v="9985" actId="478"/>
          <ac:picMkLst>
            <pc:docMk/>
            <pc:sldMk cId="3167886969" sldId="835"/>
            <ac:picMk id="5" creationId="{3CF829AB-B069-CB2E-FF74-D2FFA3B81B3E}"/>
          </ac:picMkLst>
        </pc:picChg>
        <pc:picChg chg="del mod">
          <ac:chgData name="Sophia BUI" userId="5388e7d4eb368e7c" providerId="LiveId" clId="{2E2E02C7-0FA3-458F-A4C7-E6127F682DAA}" dt="2024-10-07T06:28:39.472" v="10041" actId="478"/>
          <ac:picMkLst>
            <pc:docMk/>
            <pc:sldMk cId="3167886969" sldId="835"/>
            <ac:picMk id="6" creationId="{EBC19313-EA6E-A346-78FD-57A34D83F19E}"/>
          </ac:picMkLst>
        </pc:picChg>
        <pc:picChg chg="add del mod">
          <ac:chgData name="Sophia BUI" userId="5388e7d4eb368e7c" providerId="LiveId" clId="{2E2E02C7-0FA3-458F-A4C7-E6127F682DAA}" dt="2024-10-07T06:32:32.495" v="10060" actId="478"/>
          <ac:picMkLst>
            <pc:docMk/>
            <pc:sldMk cId="3167886969" sldId="835"/>
            <ac:picMk id="8" creationId="{AED33414-3EA4-1E6E-713B-01E728447DF9}"/>
          </ac:picMkLst>
        </pc:picChg>
        <pc:picChg chg="add del mod">
          <ac:chgData name="Sophia BUI" userId="5388e7d4eb368e7c" providerId="LiveId" clId="{2E2E02C7-0FA3-458F-A4C7-E6127F682DAA}" dt="2024-10-07T06:31:57.587" v="10052" actId="478"/>
          <ac:picMkLst>
            <pc:docMk/>
            <pc:sldMk cId="3167886969" sldId="835"/>
            <ac:picMk id="10" creationId="{F1511E34-0A3A-5BA0-1B24-1CF9D05AAC81}"/>
          </ac:picMkLst>
        </pc:picChg>
        <pc:picChg chg="add mod">
          <ac:chgData name="Sophia BUI" userId="5388e7d4eb368e7c" providerId="LiveId" clId="{2E2E02C7-0FA3-458F-A4C7-E6127F682DAA}" dt="2024-10-07T06:47:11.897" v="10208" actId="1076"/>
          <ac:picMkLst>
            <pc:docMk/>
            <pc:sldMk cId="3167886969" sldId="835"/>
            <ac:picMk id="13" creationId="{5DD61EE8-7CA0-039B-E152-4850F4623DA4}"/>
          </ac:picMkLst>
        </pc:picChg>
        <pc:picChg chg="add mod">
          <ac:chgData name="Sophia BUI" userId="5388e7d4eb368e7c" providerId="LiveId" clId="{2E2E02C7-0FA3-458F-A4C7-E6127F682DAA}" dt="2024-10-07T06:55:24.027" v="10236" actId="14100"/>
          <ac:picMkLst>
            <pc:docMk/>
            <pc:sldMk cId="3167886969" sldId="835"/>
            <ac:picMk id="15" creationId="{B661821B-75D5-8240-02A3-BCF08BDC3BCA}"/>
          </ac:picMkLst>
        </pc:picChg>
        <pc:picChg chg="add del mod">
          <ac:chgData name="Sophia BUI" userId="5388e7d4eb368e7c" providerId="LiveId" clId="{2E2E02C7-0FA3-458F-A4C7-E6127F682DAA}" dt="2024-10-07T06:47:14.447" v="10209" actId="478"/>
          <ac:picMkLst>
            <pc:docMk/>
            <pc:sldMk cId="3167886969" sldId="835"/>
            <ac:picMk id="17" creationId="{023A2FBD-4DC0-86F5-1BB1-B7D76B07514A}"/>
          </ac:picMkLst>
        </pc:picChg>
        <pc:picChg chg="add mod">
          <ac:chgData name="Sophia BUI" userId="5388e7d4eb368e7c" providerId="LiveId" clId="{2E2E02C7-0FA3-458F-A4C7-E6127F682DAA}" dt="2024-10-12T13:57:13.619" v="15944" actId="14100"/>
          <ac:picMkLst>
            <pc:docMk/>
            <pc:sldMk cId="3167886969" sldId="835"/>
            <ac:picMk id="19" creationId="{633E169B-682A-EEAA-204B-AA3CED2F8CA7}"/>
          </ac:picMkLst>
        </pc:picChg>
      </pc:sldChg>
      <pc:sldChg chg="addSp delSp modSp mod ord">
        <pc:chgData name="Sophia BUI" userId="5388e7d4eb368e7c" providerId="LiveId" clId="{2E2E02C7-0FA3-458F-A4C7-E6127F682DAA}" dt="2024-10-12T13:59:20.307" v="15949" actId="14100"/>
        <pc:sldMkLst>
          <pc:docMk/>
          <pc:sldMk cId="2418597127" sldId="836"/>
        </pc:sldMkLst>
        <pc:spChg chg="mod">
          <ac:chgData name="Sophia BUI" userId="5388e7d4eb368e7c" providerId="LiveId" clId="{2E2E02C7-0FA3-458F-A4C7-E6127F682DAA}" dt="2024-10-12T03:45:26.286" v="15738" actId="404"/>
          <ac:spMkLst>
            <pc:docMk/>
            <pc:sldMk cId="2418597127" sldId="836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03:45:03.181" v="15705" actId="404"/>
          <ac:graphicFrameMkLst>
            <pc:docMk/>
            <pc:sldMk cId="2418597127" sldId="836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12T13:58:51.851" v="15947" actId="1076"/>
          <ac:picMkLst>
            <pc:docMk/>
            <pc:sldMk cId="2418597127" sldId="836"/>
            <ac:picMk id="3" creationId="{C5946C86-BD8B-8A5A-C2E1-ED9C5013DB71}"/>
          </ac:picMkLst>
        </pc:picChg>
        <pc:picChg chg="add mod ord">
          <ac:chgData name="Sophia BUI" userId="5388e7d4eb368e7c" providerId="LiveId" clId="{2E2E02C7-0FA3-458F-A4C7-E6127F682DAA}" dt="2024-10-12T03:42:27.707" v="15590" actId="1076"/>
          <ac:picMkLst>
            <pc:docMk/>
            <pc:sldMk cId="2418597127" sldId="836"/>
            <ac:picMk id="4" creationId="{57B4F5EE-1C5D-135D-4AF0-D678D8769698}"/>
          </ac:picMkLst>
        </pc:picChg>
        <pc:picChg chg="del">
          <ac:chgData name="Sophia BUI" userId="5388e7d4eb368e7c" providerId="LiveId" clId="{2E2E02C7-0FA3-458F-A4C7-E6127F682DAA}" dt="2024-10-04T22:44:40.308" v="6719" actId="478"/>
          <ac:picMkLst>
            <pc:docMk/>
            <pc:sldMk cId="2418597127" sldId="836"/>
            <ac:picMk id="5" creationId="{032BC663-364A-2D48-4D47-291BC87CCFD1}"/>
          </ac:picMkLst>
        </pc:picChg>
        <pc:picChg chg="add del mod">
          <ac:chgData name="Sophia BUI" userId="5388e7d4eb368e7c" providerId="LiveId" clId="{2E2E02C7-0FA3-458F-A4C7-E6127F682DAA}" dt="2024-10-12T03:38:47.896" v="15554" actId="478"/>
          <ac:picMkLst>
            <pc:docMk/>
            <pc:sldMk cId="2418597127" sldId="836"/>
            <ac:picMk id="6" creationId="{0A060B56-1A45-8B7F-88BF-D7F300000230}"/>
          </ac:picMkLst>
        </pc:picChg>
        <pc:picChg chg="del">
          <ac:chgData name="Sophia BUI" userId="5388e7d4eb368e7c" providerId="LiveId" clId="{2E2E02C7-0FA3-458F-A4C7-E6127F682DAA}" dt="2024-10-04T22:44:42.096" v="6720" actId="478"/>
          <ac:picMkLst>
            <pc:docMk/>
            <pc:sldMk cId="2418597127" sldId="836"/>
            <ac:picMk id="7" creationId="{6143C28D-80CF-A643-A23A-C143D8215676}"/>
          </ac:picMkLst>
        </pc:picChg>
        <pc:picChg chg="add mod">
          <ac:chgData name="Sophia BUI" userId="5388e7d4eb368e7c" providerId="LiveId" clId="{2E2E02C7-0FA3-458F-A4C7-E6127F682DAA}" dt="2024-10-12T13:59:20.307" v="15949" actId="14100"/>
          <ac:picMkLst>
            <pc:docMk/>
            <pc:sldMk cId="2418597127" sldId="836"/>
            <ac:picMk id="7" creationId="{B780B98C-3608-802D-6942-0C1B63E65FE0}"/>
          </ac:picMkLst>
        </pc:picChg>
      </pc:sldChg>
      <pc:sldChg chg="modSp add del mod">
        <pc:chgData name="Sophia BUI" userId="5388e7d4eb368e7c" providerId="LiveId" clId="{2E2E02C7-0FA3-458F-A4C7-E6127F682DAA}" dt="2024-10-03T07:18:53.504" v="5887" actId="2696"/>
        <pc:sldMkLst>
          <pc:docMk/>
          <pc:sldMk cId="4012221207" sldId="836"/>
        </pc:sldMkLst>
        <pc:graphicFrameChg chg="modGraphic">
          <ac:chgData name="Sophia BUI" userId="5388e7d4eb368e7c" providerId="LiveId" clId="{2E2E02C7-0FA3-458F-A4C7-E6127F682DAA}" dt="2024-10-03T07:17:39.046" v="5869" actId="20577"/>
          <ac:graphicFrameMkLst>
            <pc:docMk/>
            <pc:sldMk cId="4012221207" sldId="836"/>
            <ac:graphicFrameMk id="11" creationId="{FC9F3663-301E-7FC2-C890-BB467830BB45}"/>
          </ac:graphicFrameMkLst>
        </pc:graphicFrameChg>
      </pc:sldChg>
      <pc:sldChg chg="modSp del mod modShow">
        <pc:chgData name="Sophia BUI" userId="5388e7d4eb368e7c" providerId="LiveId" clId="{2E2E02C7-0FA3-458F-A4C7-E6127F682DAA}" dt="2024-10-12T13:57:49.039" v="15945" actId="2696"/>
        <pc:sldMkLst>
          <pc:docMk/>
          <pc:sldMk cId="760077411" sldId="837"/>
        </pc:sldMkLst>
        <pc:spChg chg="mod">
          <ac:chgData name="Sophia BUI" userId="5388e7d4eb368e7c" providerId="LiveId" clId="{2E2E02C7-0FA3-458F-A4C7-E6127F682DAA}" dt="2024-10-05T11:39:19.275" v="8559" actId="20577"/>
          <ac:spMkLst>
            <pc:docMk/>
            <pc:sldMk cId="760077411" sldId="837"/>
            <ac:spMk id="2" creationId="{012B1AF9-7851-0CC5-4CE2-0D4683C12DC3}"/>
          </ac:spMkLst>
        </pc:spChg>
        <pc:spChg chg="mod">
          <ac:chgData name="Sophia BUI" userId="5388e7d4eb368e7c" providerId="LiveId" clId="{2E2E02C7-0FA3-458F-A4C7-E6127F682DAA}" dt="2024-10-04T07:13:18.801" v="6568" actId="27636"/>
          <ac:spMkLst>
            <pc:docMk/>
            <pc:sldMk cId="760077411" sldId="837"/>
            <ac:spMk id="4" creationId="{A02BC230-ACE9-06F5-187D-9E9F2EF1BC01}"/>
          </ac:spMkLst>
        </pc:spChg>
      </pc:sldChg>
      <pc:sldChg chg="add del">
        <pc:chgData name="Sophia BUI" userId="5388e7d4eb368e7c" providerId="LiveId" clId="{2E2E02C7-0FA3-458F-A4C7-E6127F682DAA}" dt="2024-10-04T07:10:18.580" v="6526" actId="2696"/>
        <pc:sldMkLst>
          <pc:docMk/>
          <pc:sldMk cId="3975544087" sldId="837"/>
        </pc:sldMkLst>
      </pc:sldChg>
      <pc:sldChg chg="add del">
        <pc:chgData name="Sophia BUI" userId="5388e7d4eb368e7c" providerId="LiveId" clId="{2E2E02C7-0FA3-458F-A4C7-E6127F682DAA}" dt="2024-10-05T05:58:10.361" v="7279" actId="2696"/>
        <pc:sldMkLst>
          <pc:docMk/>
          <pc:sldMk cId="747385934" sldId="838"/>
        </pc:sldMkLst>
      </pc:sldChg>
      <pc:sldChg chg="addSp delSp modSp add mod">
        <pc:chgData name="Sophia BUI" userId="5388e7d4eb368e7c" providerId="LiveId" clId="{2E2E02C7-0FA3-458F-A4C7-E6127F682DAA}" dt="2024-10-05T10:47:42.842" v="7746" actId="1076"/>
        <pc:sldMkLst>
          <pc:docMk/>
          <pc:sldMk cId="3430134787" sldId="838"/>
        </pc:sldMkLst>
        <pc:spChg chg="mod">
          <ac:chgData name="Sophia BUI" userId="5388e7d4eb368e7c" providerId="LiveId" clId="{2E2E02C7-0FA3-458F-A4C7-E6127F682DAA}" dt="2024-10-05T10:39:58.062" v="7711" actId="27636"/>
          <ac:spMkLst>
            <pc:docMk/>
            <pc:sldMk cId="3430134787" sldId="838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05T06:18:40.018" v="7461" actId="14100"/>
          <ac:spMkLst>
            <pc:docMk/>
            <pc:sldMk cId="3430134787" sldId="838"/>
            <ac:spMk id="14" creationId="{E282D2A6-C5DE-138A-8486-C36B774E1614}"/>
          </ac:spMkLst>
        </pc:spChg>
        <pc:picChg chg="add del mod">
          <ac:chgData name="Sophia BUI" userId="5388e7d4eb368e7c" providerId="LiveId" clId="{2E2E02C7-0FA3-458F-A4C7-E6127F682DAA}" dt="2024-10-05T10:40:23.317" v="7714" actId="478"/>
          <ac:picMkLst>
            <pc:docMk/>
            <pc:sldMk cId="3430134787" sldId="838"/>
            <ac:picMk id="4" creationId="{87AB6E54-C294-0029-F8E3-84B32DF54520}"/>
          </ac:picMkLst>
        </pc:picChg>
        <pc:picChg chg="add del mod">
          <ac:chgData name="Sophia BUI" userId="5388e7d4eb368e7c" providerId="LiveId" clId="{2E2E02C7-0FA3-458F-A4C7-E6127F682DAA}" dt="2024-10-05T10:45:36.225" v="7734" actId="478"/>
          <ac:picMkLst>
            <pc:docMk/>
            <pc:sldMk cId="3430134787" sldId="838"/>
            <ac:picMk id="6" creationId="{F221D73A-76EE-A1A9-2B89-99071F85DD8F}"/>
          </ac:picMkLst>
        </pc:picChg>
        <pc:picChg chg="add del mod">
          <ac:chgData name="Sophia BUI" userId="5388e7d4eb368e7c" providerId="LiveId" clId="{2E2E02C7-0FA3-458F-A4C7-E6127F682DAA}" dt="2024-10-05T10:44:42.131" v="7724" actId="478"/>
          <ac:picMkLst>
            <pc:docMk/>
            <pc:sldMk cId="3430134787" sldId="838"/>
            <ac:picMk id="8" creationId="{C5A47A2E-ACD2-CA75-2EC6-09442DAF0557}"/>
          </ac:picMkLst>
        </pc:picChg>
        <pc:picChg chg="del">
          <ac:chgData name="Sophia BUI" userId="5388e7d4eb368e7c" providerId="LiveId" clId="{2E2E02C7-0FA3-458F-A4C7-E6127F682DAA}" dt="2024-10-05T05:59:01.861" v="7296" actId="478"/>
          <ac:picMkLst>
            <pc:docMk/>
            <pc:sldMk cId="3430134787" sldId="838"/>
            <ac:picMk id="9" creationId="{EF485C62-0A12-4776-820D-F4A49714ED1E}"/>
          </ac:picMkLst>
        </pc:picChg>
        <pc:picChg chg="del">
          <ac:chgData name="Sophia BUI" userId="5388e7d4eb368e7c" providerId="LiveId" clId="{2E2E02C7-0FA3-458F-A4C7-E6127F682DAA}" dt="2024-10-05T05:59:00.913" v="7295" actId="478"/>
          <ac:picMkLst>
            <pc:docMk/>
            <pc:sldMk cId="3430134787" sldId="838"/>
            <ac:picMk id="11" creationId="{03E2A3D6-5519-12C6-8FCB-647C048DAC16}"/>
          </ac:picMkLst>
        </pc:picChg>
        <pc:picChg chg="add mod">
          <ac:chgData name="Sophia BUI" userId="5388e7d4eb368e7c" providerId="LiveId" clId="{2E2E02C7-0FA3-458F-A4C7-E6127F682DAA}" dt="2024-10-05T10:45:23.300" v="7732" actId="14100"/>
          <ac:picMkLst>
            <pc:docMk/>
            <pc:sldMk cId="3430134787" sldId="838"/>
            <ac:picMk id="12" creationId="{C6A3693F-328B-3551-0F0F-A6DB87156DAE}"/>
          </ac:picMkLst>
        </pc:picChg>
        <pc:picChg chg="add mod">
          <ac:chgData name="Sophia BUI" userId="5388e7d4eb368e7c" providerId="LiveId" clId="{2E2E02C7-0FA3-458F-A4C7-E6127F682DAA}" dt="2024-10-05T10:47:42.842" v="7746" actId="1076"/>
          <ac:picMkLst>
            <pc:docMk/>
            <pc:sldMk cId="3430134787" sldId="838"/>
            <ac:picMk id="15" creationId="{8802EDC7-C94F-8EC3-84FB-1CB35A873BE8}"/>
          </ac:picMkLst>
        </pc:picChg>
      </pc:sldChg>
      <pc:sldChg chg="addSp delSp modSp add mod">
        <pc:chgData name="Sophia BUI" userId="5388e7d4eb368e7c" providerId="LiveId" clId="{2E2E02C7-0FA3-458F-A4C7-E6127F682DAA}" dt="2024-10-05T06:12:47.405" v="7428" actId="108"/>
        <pc:sldMkLst>
          <pc:docMk/>
          <pc:sldMk cId="2782219334" sldId="839"/>
        </pc:sldMkLst>
        <pc:spChg chg="mod">
          <ac:chgData name="Sophia BUI" userId="5388e7d4eb368e7c" providerId="LiveId" clId="{2E2E02C7-0FA3-458F-A4C7-E6127F682DAA}" dt="2024-10-05T06:09:29.531" v="7340" actId="1076"/>
          <ac:spMkLst>
            <pc:docMk/>
            <pc:sldMk cId="2782219334" sldId="839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05T06:12:47.405" v="7428" actId="108"/>
          <ac:spMkLst>
            <pc:docMk/>
            <pc:sldMk cId="2782219334" sldId="839"/>
            <ac:spMk id="14" creationId="{E282D2A6-C5DE-138A-8486-C36B774E1614}"/>
          </ac:spMkLst>
        </pc:spChg>
        <pc:picChg chg="del mod">
          <ac:chgData name="Sophia BUI" userId="5388e7d4eb368e7c" providerId="LiveId" clId="{2E2E02C7-0FA3-458F-A4C7-E6127F682DAA}" dt="2024-10-05T06:06:25.533" v="7320" actId="478"/>
          <ac:picMkLst>
            <pc:docMk/>
            <pc:sldMk cId="2782219334" sldId="839"/>
            <ac:picMk id="4" creationId="{87AB6E54-C294-0029-F8E3-84B32DF54520}"/>
          </ac:picMkLst>
        </pc:picChg>
        <pc:picChg chg="add mod">
          <ac:chgData name="Sophia BUI" userId="5388e7d4eb368e7c" providerId="LiveId" clId="{2E2E02C7-0FA3-458F-A4C7-E6127F682DAA}" dt="2024-10-05T06:10:40.268" v="7349" actId="1076"/>
          <ac:picMkLst>
            <pc:docMk/>
            <pc:sldMk cId="2782219334" sldId="839"/>
            <ac:picMk id="5" creationId="{D8D2C0F7-84F0-3997-3523-6E505A3FF101}"/>
          </ac:picMkLst>
        </pc:picChg>
        <pc:picChg chg="del">
          <ac:chgData name="Sophia BUI" userId="5388e7d4eb368e7c" providerId="LiveId" clId="{2E2E02C7-0FA3-458F-A4C7-E6127F682DAA}" dt="2024-10-05T06:06:23.804" v="7318" actId="478"/>
          <ac:picMkLst>
            <pc:docMk/>
            <pc:sldMk cId="2782219334" sldId="839"/>
            <ac:picMk id="6" creationId="{F221D73A-76EE-A1A9-2B89-99071F85DD8F}"/>
          </ac:picMkLst>
        </pc:picChg>
        <pc:picChg chg="add mod">
          <ac:chgData name="Sophia BUI" userId="5388e7d4eb368e7c" providerId="LiveId" clId="{2E2E02C7-0FA3-458F-A4C7-E6127F682DAA}" dt="2024-10-05T06:10:55.356" v="7350" actId="208"/>
          <ac:picMkLst>
            <pc:docMk/>
            <pc:sldMk cId="2782219334" sldId="839"/>
            <ac:picMk id="8" creationId="{F70BC470-7228-1AA3-A1F2-6B04F87D38AB}"/>
          </ac:picMkLst>
        </pc:picChg>
        <pc:picChg chg="add mod">
          <ac:chgData name="Sophia BUI" userId="5388e7d4eb368e7c" providerId="LiveId" clId="{2E2E02C7-0FA3-458F-A4C7-E6127F682DAA}" dt="2024-10-05T06:10:35.411" v="7348" actId="1076"/>
          <ac:picMkLst>
            <pc:docMk/>
            <pc:sldMk cId="2782219334" sldId="839"/>
            <ac:picMk id="10" creationId="{E4735660-3CCE-5089-D9F7-4C63936B1152}"/>
          </ac:picMkLst>
        </pc:picChg>
      </pc:sldChg>
      <pc:sldChg chg="add del">
        <pc:chgData name="Sophia BUI" userId="5388e7d4eb368e7c" providerId="LiveId" clId="{2E2E02C7-0FA3-458F-A4C7-E6127F682DAA}" dt="2024-10-05T05:58:06.685" v="7278" actId="2696"/>
        <pc:sldMkLst>
          <pc:docMk/>
          <pc:sldMk cId="2992596570" sldId="839"/>
        </pc:sldMkLst>
      </pc:sldChg>
      <pc:sldChg chg="addSp delSp modSp add mod">
        <pc:chgData name="Sophia BUI" userId="5388e7d4eb368e7c" providerId="LiveId" clId="{2E2E02C7-0FA3-458F-A4C7-E6127F682DAA}" dt="2024-10-05T10:48:58.153" v="7766" actId="14100"/>
        <pc:sldMkLst>
          <pc:docMk/>
          <pc:sldMk cId="1663457234" sldId="840"/>
        </pc:sldMkLst>
        <pc:spChg chg="mod">
          <ac:chgData name="Sophia BUI" userId="5388e7d4eb368e7c" providerId="LiveId" clId="{2E2E02C7-0FA3-458F-A4C7-E6127F682DAA}" dt="2024-10-05T10:48:15.009" v="7756" actId="20577"/>
          <ac:spMkLst>
            <pc:docMk/>
            <pc:sldMk cId="1663457234" sldId="840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05T10:48:58.153" v="7766" actId="14100"/>
          <ac:spMkLst>
            <pc:docMk/>
            <pc:sldMk cId="1663457234" sldId="840"/>
            <ac:spMk id="14" creationId="{E282D2A6-C5DE-138A-8486-C36B774E1614}"/>
          </ac:spMkLst>
        </pc:spChg>
        <pc:picChg chg="add mod">
          <ac:chgData name="Sophia BUI" userId="5388e7d4eb368e7c" providerId="LiveId" clId="{2E2E02C7-0FA3-458F-A4C7-E6127F682DAA}" dt="2024-10-05T06:17:33.153" v="7456" actId="1035"/>
          <ac:picMkLst>
            <pc:docMk/>
            <pc:sldMk cId="1663457234" sldId="840"/>
            <ac:picMk id="4" creationId="{8EEFDCD9-A4A6-F79D-D464-512E843C8643}"/>
          </ac:picMkLst>
        </pc:picChg>
        <pc:picChg chg="add mod">
          <ac:chgData name="Sophia BUI" userId="5388e7d4eb368e7c" providerId="LiveId" clId="{2E2E02C7-0FA3-458F-A4C7-E6127F682DAA}" dt="2024-10-05T06:17:26.625" v="7455" actId="1036"/>
          <ac:picMkLst>
            <pc:docMk/>
            <pc:sldMk cId="1663457234" sldId="840"/>
            <ac:picMk id="7" creationId="{E972B80D-EF73-EBBD-839C-9CAF018496CF}"/>
          </ac:picMkLst>
        </pc:picChg>
        <pc:picChg chg="del">
          <ac:chgData name="Sophia BUI" userId="5388e7d4eb368e7c" providerId="LiveId" clId="{2E2E02C7-0FA3-458F-A4C7-E6127F682DAA}" dt="2024-10-05T06:14:04.863" v="7441" actId="478"/>
          <ac:picMkLst>
            <pc:docMk/>
            <pc:sldMk cId="1663457234" sldId="840"/>
            <ac:picMk id="8" creationId="{F70BC470-7228-1AA3-A1F2-6B04F87D38AB}"/>
          </ac:picMkLst>
        </pc:picChg>
        <pc:picChg chg="del">
          <ac:chgData name="Sophia BUI" userId="5388e7d4eb368e7c" providerId="LiveId" clId="{2E2E02C7-0FA3-458F-A4C7-E6127F682DAA}" dt="2024-10-05T06:13:43.175" v="7440" actId="478"/>
          <ac:picMkLst>
            <pc:docMk/>
            <pc:sldMk cId="1663457234" sldId="840"/>
            <ac:picMk id="10" creationId="{E4735660-3CCE-5089-D9F7-4C63936B1152}"/>
          </ac:picMkLst>
        </pc:picChg>
      </pc:sldChg>
      <pc:sldChg chg="addSp delSp modSp mod setBg delDesignElem">
        <pc:chgData name="Sophia BUI" userId="5388e7d4eb368e7c" providerId="LiveId" clId="{2E2E02C7-0FA3-458F-A4C7-E6127F682DAA}" dt="2024-10-12T02:38:28.970" v="15023" actId="14100"/>
        <pc:sldMkLst>
          <pc:docMk/>
          <pc:sldMk cId="4162477195" sldId="841"/>
        </pc:sldMkLst>
        <pc:spChg chg="mod">
          <ac:chgData name="Sophia BUI" userId="5388e7d4eb368e7c" providerId="LiveId" clId="{2E2E02C7-0FA3-458F-A4C7-E6127F682DAA}" dt="2024-10-12T02:35:07.049" v="14987" actId="26606"/>
          <ac:spMkLst>
            <pc:docMk/>
            <pc:sldMk cId="4162477195" sldId="841"/>
            <ac:spMk id="2" creationId="{012B1AF9-7851-0CC5-4CE2-0D4683C12DC3}"/>
          </ac:spMkLst>
        </pc:spChg>
        <pc:spChg chg="mod">
          <ac:chgData name="Sophia BUI" userId="5388e7d4eb368e7c" providerId="LiveId" clId="{2E2E02C7-0FA3-458F-A4C7-E6127F682DAA}" dt="2024-10-12T02:37:24.296" v="15013" actId="122"/>
          <ac:spMkLst>
            <pc:docMk/>
            <pc:sldMk cId="4162477195" sldId="841"/>
            <ac:spMk id="4" creationId="{A02BC230-ACE9-06F5-187D-9E9F2EF1BC01}"/>
          </ac:spMkLst>
        </pc:spChg>
        <pc:spChg chg="add">
          <ac:chgData name="Sophia BUI" userId="5388e7d4eb368e7c" providerId="LiveId" clId="{2E2E02C7-0FA3-458F-A4C7-E6127F682DAA}" dt="2024-10-12T02:35:07.049" v="14987" actId="26606"/>
          <ac:spMkLst>
            <pc:docMk/>
            <pc:sldMk cId="4162477195" sldId="841"/>
            <ac:spMk id="21" creationId="{0550F5B9-399F-4FAD-AE6C-ED65F9A43A74}"/>
          </ac:spMkLst>
        </pc:spChg>
        <pc:spChg chg="add">
          <ac:chgData name="Sophia BUI" userId="5388e7d4eb368e7c" providerId="LiveId" clId="{2E2E02C7-0FA3-458F-A4C7-E6127F682DAA}" dt="2024-10-12T02:35:07.049" v="14987" actId="26606"/>
          <ac:spMkLst>
            <pc:docMk/>
            <pc:sldMk cId="4162477195" sldId="841"/>
            <ac:spMk id="23" creationId="{C062E60F-5CD4-4268-8359-8076634680E5}"/>
          </ac:spMkLst>
        </pc:spChg>
        <pc:spChg chg="add">
          <ac:chgData name="Sophia BUI" userId="5388e7d4eb368e7c" providerId="LiveId" clId="{2E2E02C7-0FA3-458F-A4C7-E6127F682DAA}" dt="2024-10-12T02:35:07.049" v="14987" actId="26606"/>
          <ac:spMkLst>
            <pc:docMk/>
            <pc:sldMk cId="4162477195" sldId="841"/>
            <ac:spMk id="25" creationId="{BB341EC3-1810-4D33-BA3F-E2D0AA0ECFB6}"/>
          </ac:spMkLst>
        </pc:spChg>
        <pc:spChg chg="add">
          <ac:chgData name="Sophia BUI" userId="5388e7d4eb368e7c" providerId="LiveId" clId="{2E2E02C7-0FA3-458F-A4C7-E6127F682DAA}" dt="2024-10-12T02:35:07.049" v="14987" actId="26606"/>
          <ac:spMkLst>
            <pc:docMk/>
            <pc:sldMk cId="4162477195" sldId="841"/>
            <ac:spMk id="27" creationId="{10127CDE-2B99-47A8-BB3C-7D17519105E0}"/>
          </ac:spMkLst>
        </pc:spChg>
        <pc:picChg chg="del">
          <ac:chgData name="Sophia BUI" userId="5388e7d4eb368e7c" providerId="LiveId" clId="{2E2E02C7-0FA3-458F-A4C7-E6127F682DAA}" dt="2024-10-05T10:17:35.948" v="7509" actId="478"/>
          <ac:picMkLst>
            <pc:docMk/>
            <pc:sldMk cId="4162477195" sldId="841"/>
            <ac:picMk id="5" creationId="{2D8EFB4D-E882-F811-AE79-D38B4708C16D}"/>
          </ac:picMkLst>
        </pc:picChg>
        <pc:picChg chg="add mod ord">
          <ac:chgData name="Sophia BUI" userId="5388e7d4eb368e7c" providerId="LiveId" clId="{2E2E02C7-0FA3-458F-A4C7-E6127F682DAA}" dt="2024-10-12T02:38:24.962" v="15022" actId="1076"/>
          <ac:picMkLst>
            <pc:docMk/>
            <pc:sldMk cId="4162477195" sldId="841"/>
            <ac:picMk id="5" creationId="{E133477B-A8F1-65A0-C484-A62A793D487D}"/>
          </ac:picMkLst>
        </pc:picChg>
        <pc:picChg chg="add del mod">
          <ac:chgData name="Sophia BUI" userId="5388e7d4eb368e7c" providerId="LiveId" clId="{2E2E02C7-0FA3-458F-A4C7-E6127F682DAA}" dt="2024-10-05T10:58:54.504" v="7943" actId="478"/>
          <ac:picMkLst>
            <pc:docMk/>
            <pc:sldMk cId="4162477195" sldId="841"/>
            <ac:picMk id="6" creationId="{217DE37D-2246-B51E-8C27-3CBD4647750A}"/>
          </ac:picMkLst>
        </pc:picChg>
        <pc:picChg chg="del">
          <ac:chgData name="Sophia BUI" userId="5388e7d4eb368e7c" providerId="LiveId" clId="{2E2E02C7-0FA3-458F-A4C7-E6127F682DAA}" dt="2024-10-05T10:17:37.844" v="7510" actId="478"/>
          <ac:picMkLst>
            <pc:docMk/>
            <pc:sldMk cId="4162477195" sldId="841"/>
            <ac:picMk id="7" creationId="{0DB84E90-BFCF-A7E6-DC64-4E8B16B66588}"/>
          </ac:picMkLst>
        </pc:picChg>
        <pc:picChg chg="add mod">
          <ac:chgData name="Sophia BUI" userId="5388e7d4eb368e7c" providerId="LiveId" clId="{2E2E02C7-0FA3-458F-A4C7-E6127F682DAA}" dt="2024-10-12T02:38:28.970" v="15023" actId="14100"/>
          <ac:picMkLst>
            <pc:docMk/>
            <pc:sldMk cId="4162477195" sldId="841"/>
            <ac:picMk id="7" creationId="{D9BC25FB-D0EF-5545-4F54-B83680460EAB}"/>
          </ac:picMkLst>
        </pc:picChg>
        <pc:picChg chg="del">
          <ac:chgData name="Sophia BUI" userId="5388e7d4eb368e7c" providerId="LiveId" clId="{2E2E02C7-0FA3-458F-A4C7-E6127F682DAA}" dt="2024-10-05T10:17:39.632" v="7511" actId="478"/>
          <ac:picMkLst>
            <pc:docMk/>
            <pc:sldMk cId="4162477195" sldId="841"/>
            <ac:picMk id="9" creationId="{62E74037-8F53-3849-FE9D-773709C05478}"/>
          </ac:picMkLst>
        </pc:picChg>
        <pc:picChg chg="add del mod">
          <ac:chgData name="Sophia BUI" userId="5388e7d4eb368e7c" providerId="LiveId" clId="{2E2E02C7-0FA3-458F-A4C7-E6127F682DAA}" dt="2024-10-12T02:32:17.966" v="14979" actId="478"/>
          <ac:picMkLst>
            <pc:docMk/>
            <pc:sldMk cId="4162477195" sldId="841"/>
            <ac:picMk id="10" creationId="{6A7065A9-85BC-1092-21F3-29675FC36195}"/>
          </ac:picMkLst>
        </pc:picChg>
        <pc:picChg chg="add del mod">
          <ac:chgData name="Sophia BUI" userId="5388e7d4eb368e7c" providerId="LiveId" clId="{2E2E02C7-0FA3-458F-A4C7-E6127F682DAA}" dt="2024-10-12T02:31:53.451" v="14972" actId="478"/>
          <ac:picMkLst>
            <pc:docMk/>
            <pc:sldMk cId="4162477195" sldId="841"/>
            <ac:picMk id="12" creationId="{34CD383B-C8E9-40C0-1A60-92F664558CD7}"/>
          </ac:picMkLst>
        </pc:picChg>
        <pc:picChg chg="add del mod">
          <ac:chgData name="Sophia BUI" userId="5388e7d4eb368e7c" providerId="LiveId" clId="{2E2E02C7-0FA3-458F-A4C7-E6127F682DAA}" dt="2024-10-05T11:08:31.244" v="8072" actId="478"/>
          <ac:picMkLst>
            <pc:docMk/>
            <pc:sldMk cId="4162477195" sldId="841"/>
            <ac:picMk id="14" creationId="{5AC6E8E8-34BC-B22D-C827-31ED50FCDA00}"/>
          </ac:picMkLst>
        </pc:picChg>
        <pc:picChg chg="add mod ord">
          <ac:chgData name="Sophia BUI" userId="5388e7d4eb368e7c" providerId="LiveId" clId="{2E2E02C7-0FA3-458F-A4C7-E6127F682DAA}" dt="2024-10-12T02:38:18.937" v="15020" actId="1076"/>
          <ac:picMkLst>
            <pc:docMk/>
            <pc:sldMk cId="4162477195" sldId="841"/>
            <ac:picMk id="16" creationId="{8C47F920-99DF-21EF-1664-6ABA8C8A5773}"/>
          </ac:picMkLst>
        </pc:picChg>
      </pc:sldChg>
      <pc:sldChg chg="del delDesignElem">
        <pc:chgData name="Sophia BUI" userId="5388e7d4eb368e7c" providerId="LiveId" clId="{2E2E02C7-0FA3-458F-A4C7-E6127F682DAA}" dt="2024-10-05T10:57:45.968" v="7938" actId="47"/>
        <pc:sldMkLst>
          <pc:docMk/>
          <pc:sldMk cId="1936286069" sldId="842"/>
        </pc:sldMkLst>
      </pc:sldChg>
      <pc:sldChg chg="addSp delSp modSp mod ord setBg delDesignElem">
        <pc:chgData name="Sophia BUI" userId="5388e7d4eb368e7c" providerId="LiveId" clId="{2E2E02C7-0FA3-458F-A4C7-E6127F682DAA}" dt="2024-10-12T13:52:59.292" v="15910" actId="14100"/>
        <pc:sldMkLst>
          <pc:docMk/>
          <pc:sldMk cId="2352190995" sldId="842"/>
        </pc:sldMkLst>
        <pc:spChg chg="mod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12T02:50:34.087" v="15171" actId="20577"/>
          <ac:spMkLst>
            <pc:docMk/>
            <pc:sldMk cId="2352190995" sldId="842"/>
            <ac:spMk id="14" creationId="{E282D2A6-C5DE-138A-8486-C36B774E1614}"/>
          </ac:spMkLst>
        </pc:spChg>
        <pc:spChg chg="add del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19" creationId="{385E1BDC-A9B0-4A87-82E3-F3187F69A802}"/>
          </ac:spMkLst>
        </pc:spChg>
        <pc:spChg chg="add del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21" creationId="{0990C621-3B8B-4820-8328-D47EF7CE823C}"/>
          </ac:spMkLst>
        </pc:spChg>
        <pc:spChg chg="add del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23" creationId="{C1A2385B-1D2A-4E17-84FA-6CB7F0AAE473}"/>
          </ac:spMkLst>
        </pc:spChg>
        <pc:spChg chg="add del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25" creationId="{5E791F2F-79DB-4CC0-9FA1-001E3E91E8B7}"/>
          </ac:spMkLst>
        </pc:spChg>
        <pc:spChg chg="add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30" creationId="{385E1BDC-A9B0-4A87-82E3-F3187F69A802}"/>
          </ac:spMkLst>
        </pc:spChg>
        <pc:spChg chg="add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32" creationId="{0990C621-3B8B-4820-8328-D47EF7CE823C}"/>
          </ac:spMkLst>
        </pc:spChg>
        <pc:spChg chg="add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34" creationId="{C1A2385B-1D2A-4E17-84FA-6CB7F0AAE473}"/>
          </ac:spMkLst>
        </pc:spChg>
        <pc:spChg chg="add">
          <ac:chgData name="Sophia BUI" userId="5388e7d4eb368e7c" providerId="LiveId" clId="{2E2E02C7-0FA3-458F-A4C7-E6127F682DAA}" dt="2024-10-12T02:44:37.152" v="15038" actId="26606"/>
          <ac:spMkLst>
            <pc:docMk/>
            <pc:sldMk cId="2352190995" sldId="842"/>
            <ac:spMk id="36" creationId="{5E791F2F-79DB-4CC0-9FA1-001E3E91E8B7}"/>
          </ac:spMkLst>
        </pc:spChg>
        <pc:picChg chg="add del mod ord">
          <ac:chgData name="Sophia BUI" userId="5388e7d4eb368e7c" providerId="LiveId" clId="{2E2E02C7-0FA3-458F-A4C7-E6127F682DAA}" dt="2024-10-12T02:42:08.289" v="15032" actId="478"/>
          <ac:picMkLst>
            <pc:docMk/>
            <pc:sldMk cId="2352190995" sldId="842"/>
            <ac:picMk id="4" creationId="{C57BA07D-F323-C812-B614-F0F3F21CAF81}"/>
          </ac:picMkLst>
        </pc:picChg>
        <pc:picChg chg="add mod">
          <ac:chgData name="Sophia BUI" userId="5388e7d4eb368e7c" providerId="LiveId" clId="{2E2E02C7-0FA3-458F-A4C7-E6127F682DAA}" dt="2024-10-12T13:52:59.292" v="15910" actId="14100"/>
          <ac:picMkLst>
            <pc:docMk/>
            <pc:sldMk cId="2352190995" sldId="842"/>
            <ac:picMk id="5" creationId="{17D3318D-CB01-3429-4C81-A3E1294F7DF6}"/>
          </ac:picMkLst>
        </pc:picChg>
        <pc:picChg chg="add del mod">
          <ac:chgData name="Sophia BUI" userId="5388e7d4eb368e7c" providerId="LiveId" clId="{2E2E02C7-0FA3-458F-A4C7-E6127F682DAA}" dt="2024-10-12T02:42:06.313" v="15031" actId="478"/>
          <ac:picMkLst>
            <pc:docMk/>
            <pc:sldMk cId="2352190995" sldId="842"/>
            <ac:picMk id="6" creationId="{304D7F91-00A0-CB43-AF96-1D47D0E4208A}"/>
          </ac:picMkLst>
        </pc:picChg>
        <pc:picChg chg="add mod">
          <ac:chgData name="Sophia BUI" userId="5388e7d4eb368e7c" providerId="LiveId" clId="{2E2E02C7-0FA3-458F-A4C7-E6127F682DAA}" dt="2024-10-12T13:52:56.764" v="15909" actId="1076"/>
          <ac:picMkLst>
            <pc:docMk/>
            <pc:sldMk cId="2352190995" sldId="842"/>
            <ac:picMk id="8" creationId="{6D2DFE3B-6DBA-459B-16B6-CC64D4849726}"/>
          </ac:picMkLst>
        </pc:picChg>
        <pc:picChg chg="del">
          <ac:chgData name="Sophia BUI" userId="5388e7d4eb368e7c" providerId="LiveId" clId="{2E2E02C7-0FA3-458F-A4C7-E6127F682DAA}" dt="2024-10-05T11:13:00.903" v="8094" actId="478"/>
          <ac:picMkLst>
            <pc:docMk/>
            <pc:sldMk cId="2352190995" sldId="842"/>
            <ac:picMk id="9" creationId="{EF485C62-0A12-4776-820D-F4A49714ED1E}"/>
          </ac:picMkLst>
        </pc:picChg>
        <pc:picChg chg="del">
          <ac:chgData name="Sophia BUI" userId="5388e7d4eb368e7c" providerId="LiveId" clId="{2E2E02C7-0FA3-458F-A4C7-E6127F682DAA}" dt="2024-10-05T11:13:27.217" v="8103" actId="478"/>
          <ac:picMkLst>
            <pc:docMk/>
            <pc:sldMk cId="2352190995" sldId="842"/>
            <ac:picMk id="13" creationId="{991BC857-F102-3EEC-F16D-AC2A434F6258}"/>
          </ac:picMkLst>
        </pc:picChg>
      </pc:sldChg>
      <pc:sldChg chg="del delDesignElem">
        <pc:chgData name="Sophia BUI" userId="5388e7d4eb368e7c" providerId="LiveId" clId="{2E2E02C7-0FA3-458F-A4C7-E6127F682DAA}" dt="2024-10-05T10:57:45.968" v="7938" actId="47"/>
        <pc:sldMkLst>
          <pc:docMk/>
          <pc:sldMk cId="158438655" sldId="843"/>
        </pc:sldMkLst>
      </pc:sldChg>
      <pc:sldChg chg="addSp delSp modSp mod setBg delDesignElem">
        <pc:chgData name="Sophia BUI" userId="5388e7d4eb368e7c" providerId="LiveId" clId="{2E2E02C7-0FA3-458F-A4C7-E6127F682DAA}" dt="2024-10-12T02:56:34.898" v="15218" actId="14100"/>
        <pc:sldMkLst>
          <pc:docMk/>
          <pc:sldMk cId="1509979015" sldId="843"/>
        </pc:sldMkLst>
        <pc:spChg chg="mod">
          <ac:chgData name="Sophia BUI" userId="5388e7d4eb368e7c" providerId="LiveId" clId="{2E2E02C7-0FA3-458F-A4C7-E6127F682DAA}" dt="2024-10-12T02:47:59.966" v="15066" actId="20577"/>
          <ac:spMkLst>
            <pc:docMk/>
            <pc:sldMk cId="1509979015" sldId="843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12T02:50:27.718" v="15168" actId="27636"/>
          <ac:spMkLst>
            <pc:docMk/>
            <pc:sldMk cId="1509979015" sldId="843"/>
            <ac:spMk id="14" creationId="{E282D2A6-C5DE-138A-8486-C36B774E1614}"/>
          </ac:spMkLst>
        </pc:spChg>
        <pc:spChg chg="add">
          <ac:chgData name="Sophia BUI" userId="5388e7d4eb368e7c" providerId="LiveId" clId="{2E2E02C7-0FA3-458F-A4C7-E6127F682DAA}" dt="2024-10-05T11:18:39.475" v="8137" actId="26606"/>
          <ac:spMkLst>
            <pc:docMk/>
            <pc:sldMk cId="1509979015" sldId="843"/>
            <ac:spMk id="20" creationId="{385E1BDC-A9B0-4A87-82E3-F3187F69A802}"/>
          </ac:spMkLst>
        </pc:spChg>
        <pc:spChg chg="add">
          <ac:chgData name="Sophia BUI" userId="5388e7d4eb368e7c" providerId="LiveId" clId="{2E2E02C7-0FA3-458F-A4C7-E6127F682DAA}" dt="2024-10-05T11:18:39.475" v="8137" actId="26606"/>
          <ac:spMkLst>
            <pc:docMk/>
            <pc:sldMk cId="1509979015" sldId="843"/>
            <ac:spMk id="22" creationId="{0990C621-3B8B-4820-8328-D47EF7CE823C}"/>
          </ac:spMkLst>
        </pc:spChg>
        <pc:spChg chg="add">
          <ac:chgData name="Sophia BUI" userId="5388e7d4eb368e7c" providerId="LiveId" clId="{2E2E02C7-0FA3-458F-A4C7-E6127F682DAA}" dt="2024-10-05T11:18:39.475" v="8137" actId="26606"/>
          <ac:spMkLst>
            <pc:docMk/>
            <pc:sldMk cId="1509979015" sldId="843"/>
            <ac:spMk id="24" creationId="{C1A2385B-1D2A-4E17-84FA-6CB7F0AAE473}"/>
          </ac:spMkLst>
        </pc:spChg>
        <pc:spChg chg="add">
          <ac:chgData name="Sophia BUI" userId="5388e7d4eb368e7c" providerId="LiveId" clId="{2E2E02C7-0FA3-458F-A4C7-E6127F682DAA}" dt="2024-10-05T11:18:39.475" v="8137" actId="26606"/>
          <ac:spMkLst>
            <pc:docMk/>
            <pc:sldMk cId="1509979015" sldId="843"/>
            <ac:spMk id="26" creationId="{5E791F2F-79DB-4CC0-9FA1-001E3E91E8B7}"/>
          </ac:spMkLst>
        </pc:spChg>
        <pc:picChg chg="add del mod">
          <ac:chgData name="Sophia BUI" userId="5388e7d4eb368e7c" providerId="LiveId" clId="{2E2E02C7-0FA3-458F-A4C7-E6127F682DAA}" dt="2024-10-12T02:51:00.185" v="15175" actId="478"/>
          <ac:picMkLst>
            <pc:docMk/>
            <pc:sldMk cId="1509979015" sldId="843"/>
            <ac:picMk id="4" creationId="{563A2849-5BC5-E826-93A2-AB291FE81603}"/>
          </ac:picMkLst>
        </pc:picChg>
        <pc:picChg chg="add del mod">
          <ac:chgData name="Sophia BUI" userId="5388e7d4eb368e7c" providerId="LiveId" clId="{2E2E02C7-0FA3-458F-A4C7-E6127F682DAA}" dt="2024-10-12T02:53:52.321" v="15190" actId="478"/>
          <ac:picMkLst>
            <pc:docMk/>
            <pc:sldMk cId="1509979015" sldId="843"/>
            <ac:picMk id="5" creationId="{36B3561E-8A3B-A783-DD75-361C1A954D06}"/>
          </ac:picMkLst>
        </pc:picChg>
        <pc:picChg chg="add del mod">
          <ac:chgData name="Sophia BUI" userId="5388e7d4eb368e7c" providerId="LiveId" clId="{2E2E02C7-0FA3-458F-A4C7-E6127F682DAA}" dt="2024-10-12T02:50:59.016" v="15174" actId="478"/>
          <ac:picMkLst>
            <pc:docMk/>
            <pc:sldMk cId="1509979015" sldId="843"/>
            <ac:picMk id="6" creationId="{50502AFB-E280-D876-744B-F6A0FE89FA1C}"/>
          </ac:picMkLst>
        </pc:picChg>
        <pc:picChg chg="add mod">
          <ac:chgData name="Sophia BUI" userId="5388e7d4eb368e7c" providerId="LiveId" clId="{2E2E02C7-0FA3-458F-A4C7-E6127F682DAA}" dt="2024-10-12T02:56:34.898" v="15218" actId="14100"/>
          <ac:picMkLst>
            <pc:docMk/>
            <pc:sldMk cId="1509979015" sldId="843"/>
            <ac:picMk id="8" creationId="{A28E0A0A-B48E-3796-269B-569639363DED}"/>
          </ac:picMkLst>
        </pc:picChg>
        <pc:picChg chg="add mod ord">
          <ac:chgData name="Sophia BUI" userId="5388e7d4eb368e7c" providerId="LiveId" clId="{2E2E02C7-0FA3-458F-A4C7-E6127F682DAA}" dt="2024-10-12T02:55:15.712" v="15204" actId="1076"/>
          <ac:picMkLst>
            <pc:docMk/>
            <pc:sldMk cId="1509979015" sldId="843"/>
            <ac:picMk id="10" creationId="{CED0BB24-1A7D-85B2-009D-6A4E4E91C06F}"/>
          </ac:picMkLst>
        </pc:picChg>
        <pc:picChg chg="add mod ord">
          <ac:chgData name="Sophia BUI" userId="5388e7d4eb368e7c" providerId="LiveId" clId="{2E2E02C7-0FA3-458F-A4C7-E6127F682DAA}" dt="2024-10-12T02:56:16.379" v="15217" actId="1037"/>
          <ac:picMkLst>
            <pc:docMk/>
            <pc:sldMk cId="1509979015" sldId="843"/>
            <ac:picMk id="12" creationId="{8685A0B8-EF45-8FBE-A425-3C229015E60D}"/>
          </ac:picMkLst>
        </pc:picChg>
        <pc:picChg chg="del mod">
          <ac:chgData name="Sophia BUI" userId="5388e7d4eb368e7c" providerId="LiveId" clId="{2E2E02C7-0FA3-458F-A4C7-E6127F682DAA}" dt="2024-10-05T11:19:37.904" v="8152" actId="478"/>
          <ac:picMkLst>
            <pc:docMk/>
            <pc:sldMk cId="1509979015" sldId="843"/>
            <ac:picMk id="12" creationId="{C6A3693F-328B-3551-0F0F-A6DB87156DAE}"/>
          </ac:picMkLst>
        </pc:picChg>
        <pc:picChg chg="del mod">
          <ac:chgData name="Sophia BUI" userId="5388e7d4eb368e7c" providerId="LiveId" clId="{2E2E02C7-0FA3-458F-A4C7-E6127F682DAA}" dt="2024-10-05T11:19:38.998" v="8153" actId="478"/>
          <ac:picMkLst>
            <pc:docMk/>
            <pc:sldMk cId="1509979015" sldId="843"/>
            <ac:picMk id="15" creationId="{8802EDC7-C94F-8EC3-84FB-1CB35A873BE8}"/>
          </ac:picMkLst>
        </pc:picChg>
      </pc:sldChg>
      <pc:sldChg chg="del delDesignElem">
        <pc:chgData name="Sophia BUI" userId="5388e7d4eb368e7c" providerId="LiveId" clId="{2E2E02C7-0FA3-458F-A4C7-E6127F682DAA}" dt="2024-10-05T11:26:37.566" v="8191" actId="2696"/>
        <pc:sldMkLst>
          <pc:docMk/>
          <pc:sldMk cId="517711151" sldId="844"/>
        </pc:sldMkLst>
      </pc:sldChg>
      <pc:sldChg chg="del delDesignElem">
        <pc:chgData name="Sophia BUI" userId="5388e7d4eb368e7c" providerId="LiveId" clId="{2E2E02C7-0FA3-458F-A4C7-E6127F682DAA}" dt="2024-10-05T10:57:45.968" v="7938" actId="47"/>
        <pc:sldMkLst>
          <pc:docMk/>
          <pc:sldMk cId="2839505823" sldId="844"/>
        </pc:sldMkLst>
      </pc:sldChg>
      <pc:sldChg chg="del delDesignElem">
        <pc:chgData name="Sophia BUI" userId="5388e7d4eb368e7c" providerId="LiveId" clId="{2E2E02C7-0FA3-458F-A4C7-E6127F682DAA}" dt="2024-10-05T11:26:42.207" v="8192" actId="2696"/>
        <pc:sldMkLst>
          <pc:docMk/>
          <pc:sldMk cId="1832829806" sldId="845"/>
        </pc:sldMkLst>
      </pc:sldChg>
      <pc:sldChg chg="del delDesignElem">
        <pc:chgData name="Sophia BUI" userId="5388e7d4eb368e7c" providerId="LiveId" clId="{2E2E02C7-0FA3-458F-A4C7-E6127F682DAA}" dt="2024-10-05T10:57:45.968" v="7938" actId="47"/>
        <pc:sldMkLst>
          <pc:docMk/>
          <pc:sldMk cId="4115203111" sldId="845"/>
        </pc:sldMkLst>
      </pc:sldChg>
      <pc:sldChg chg="addSp delSp modSp add mod setBg">
        <pc:chgData name="Sophia BUI" userId="5388e7d4eb368e7c" providerId="LiveId" clId="{2E2E02C7-0FA3-458F-A4C7-E6127F682DAA}" dt="2024-10-12T02:45:44.181" v="15050" actId="6549"/>
        <pc:sldMkLst>
          <pc:docMk/>
          <pc:sldMk cId="3016490883" sldId="846"/>
        </pc:sldMkLst>
        <pc:spChg chg="mod">
          <ac:chgData name="Sophia BUI" userId="5388e7d4eb368e7c" providerId="LiveId" clId="{2E2E02C7-0FA3-458F-A4C7-E6127F682DAA}" dt="2024-10-12T02:39:58.304" v="15029" actId="26606"/>
          <ac:spMkLst>
            <pc:docMk/>
            <pc:sldMk cId="3016490883" sldId="846"/>
            <ac:spMk id="2" creationId="{012B1AF9-7851-0CC5-4CE2-0D4683C12DC3}"/>
          </ac:spMkLst>
        </pc:spChg>
        <pc:spChg chg="mod">
          <ac:chgData name="Sophia BUI" userId="5388e7d4eb368e7c" providerId="LiveId" clId="{2E2E02C7-0FA3-458F-A4C7-E6127F682DAA}" dt="2024-10-12T02:45:44.181" v="15050" actId="6549"/>
          <ac:spMkLst>
            <pc:docMk/>
            <pc:sldMk cId="3016490883" sldId="846"/>
            <ac:spMk id="4" creationId="{A02BC230-ACE9-06F5-187D-9E9F2EF1BC01}"/>
          </ac:spMkLst>
        </pc:spChg>
        <pc:spChg chg="add">
          <ac:chgData name="Sophia BUI" userId="5388e7d4eb368e7c" providerId="LiveId" clId="{2E2E02C7-0FA3-458F-A4C7-E6127F682DAA}" dt="2024-10-12T02:39:58.304" v="15029" actId="26606"/>
          <ac:spMkLst>
            <pc:docMk/>
            <pc:sldMk cId="3016490883" sldId="846"/>
            <ac:spMk id="11" creationId="{385E1BDC-A9B0-4A87-82E3-F3187F69A802}"/>
          </ac:spMkLst>
        </pc:spChg>
        <pc:spChg chg="add">
          <ac:chgData name="Sophia BUI" userId="5388e7d4eb368e7c" providerId="LiveId" clId="{2E2E02C7-0FA3-458F-A4C7-E6127F682DAA}" dt="2024-10-12T02:39:58.304" v="15029" actId="26606"/>
          <ac:spMkLst>
            <pc:docMk/>
            <pc:sldMk cId="3016490883" sldId="846"/>
            <ac:spMk id="13" creationId="{0990C621-3B8B-4820-8328-D47EF7CE823C}"/>
          </ac:spMkLst>
        </pc:spChg>
        <pc:spChg chg="add">
          <ac:chgData name="Sophia BUI" userId="5388e7d4eb368e7c" providerId="LiveId" clId="{2E2E02C7-0FA3-458F-A4C7-E6127F682DAA}" dt="2024-10-12T02:39:58.304" v="15029" actId="26606"/>
          <ac:spMkLst>
            <pc:docMk/>
            <pc:sldMk cId="3016490883" sldId="846"/>
            <ac:spMk id="15" creationId="{C1A2385B-1D2A-4E17-84FA-6CB7F0AAE473}"/>
          </ac:spMkLst>
        </pc:spChg>
        <pc:spChg chg="add">
          <ac:chgData name="Sophia BUI" userId="5388e7d4eb368e7c" providerId="LiveId" clId="{2E2E02C7-0FA3-458F-A4C7-E6127F682DAA}" dt="2024-10-12T02:39:58.304" v="15029" actId="26606"/>
          <ac:spMkLst>
            <pc:docMk/>
            <pc:sldMk cId="3016490883" sldId="846"/>
            <ac:spMk id="17" creationId="{5E791F2F-79DB-4CC0-9FA1-001E3E91E8B7}"/>
          </ac:spMkLst>
        </pc:spChg>
        <pc:picChg chg="add mod ord">
          <ac:chgData name="Sophia BUI" userId="5388e7d4eb368e7c" providerId="LiveId" clId="{2E2E02C7-0FA3-458F-A4C7-E6127F682DAA}" dt="2024-10-12T02:39:58.304" v="15029" actId="26606"/>
          <ac:picMkLst>
            <pc:docMk/>
            <pc:sldMk cId="3016490883" sldId="846"/>
            <ac:picMk id="5" creationId="{758AC850-67E4-572A-033D-2FEA174E3565}"/>
          </ac:picMkLst>
        </pc:picChg>
        <pc:picChg chg="add mod">
          <ac:chgData name="Sophia BUI" userId="5388e7d4eb368e7c" providerId="LiveId" clId="{2E2E02C7-0FA3-458F-A4C7-E6127F682DAA}" dt="2024-10-12T02:40:04.481" v="15030" actId="14100"/>
          <ac:picMkLst>
            <pc:docMk/>
            <pc:sldMk cId="3016490883" sldId="846"/>
            <ac:picMk id="6" creationId="{7C132365-4415-D5EE-E12A-394319AF4603}"/>
          </ac:picMkLst>
        </pc:picChg>
        <pc:picChg chg="del mod">
          <ac:chgData name="Sophia BUI" userId="5388e7d4eb368e7c" providerId="LiveId" clId="{2E2E02C7-0FA3-458F-A4C7-E6127F682DAA}" dt="2024-10-12T02:39:02.654" v="15025" actId="478"/>
          <ac:picMkLst>
            <pc:docMk/>
            <pc:sldMk cId="3016490883" sldId="846"/>
            <ac:picMk id="10" creationId="{6A7065A9-85BC-1092-21F3-29675FC36195}"/>
          </ac:picMkLst>
        </pc:picChg>
        <pc:picChg chg="del">
          <ac:chgData name="Sophia BUI" userId="5388e7d4eb368e7c" providerId="LiveId" clId="{2E2E02C7-0FA3-458F-A4C7-E6127F682DAA}" dt="2024-10-05T11:10:14.296" v="8083" actId="478"/>
          <ac:picMkLst>
            <pc:docMk/>
            <pc:sldMk cId="3016490883" sldId="846"/>
            <ac:picMk id="12" creationId="{34CD383B-C8E9-40C0-1A60-92F664558CD7}"/>
          </ac:picMkLst>
        </pc:picChg>
        <pc:picChg chg="del mod">
          <ac:chgData name="Sophia BUI" userId="5388e7d4eb368e7c" providerId="LiveId" clId="{2E2E02C7-0FA3-458F-A4C7-E6127F682DAA}" dt="2024-10-12T02:38:59.999" v="15024" actId="478"/>
          <ac:picMkLst>
            <pc:docMk/>
            <pc:sldMk cId="3016490883" sldId="846"/>
            <ac:picMk id="14" creationId="{5AC6E8E8-34BC-B22D-C827-31ED50FCDA00}"/>
          </ac:picMkLst>
        </pc:picChg>
      </pc:sldChg>
      <pc:sldChg chg="delSp modSp add del mod ord">
        <pc:chgData name="Sophia BUI" userId="5388e7d4eb368e7c" providerId="LiveId" clId="{2E2E02C7-0FA3-458F-A4C7-E6127F682DAA}" dt="2024-10-12T14:50:22.925" v="16382" actId="2696"/>
        <pc:sldMkLst>
          <pc:docMk/>
          <pc:sldMk cId="945036256" sldId="847"/>
        </pc:sldMkLst>
        <pc:spChg chg="mod">
          <ac:chgData name="Sophia BUI" userId="5388e7d4eb368e7c" providerId="LiveId" clId="{2E2E02C7-0FA3-458F-A4C7-E6127F682DAA}" dt="2024-10-09T03:04:31.469" v="13779" actId="6549"/>
          <ac:spMkLst>
            <pc:docMk/>
            <pc:sldMk cId="945036256" sldId="847"/>
            <ac:spMk id="2" creationId="{E75976DE-E665-3F90-84C7-CAFC032C46AA}"/>
          </ac:spMkLst>
        </pc:spChg>
        <pc:spChg chg="del mod">
          <ac:chgData name="Sophia BUI" userId="5388e7d4eb368e7c" providerId="LiveId" clId="{2E2E02C7-0FA3-458F-A4C7-E6127F682DAA}" dt="2024-10-05T11:29:17.549" v="8246" actId="478"/>
          <ac:spMkLst>
            <pc:docMk/>
            <pc:sldMk cId="945036256" sldId="847"/>
            <ac:spMk id="4" creationId="{A6DFEB9C-9929-04FF-2E28-7F38EA94B8B4}"/>
          </ac:spMkLst>
        </pc:spChg>
        <pc:spChg chg="mod">
          <ac:chgData name="Sophia BUI" userId="5388e7d4eb368e7c" providerId="LiveId" clId="{2E2E02C7-0FA3-458F-A4C7-E6127F682DAA}" dt="2024-10-07T13:49:00.142" v="10504" actId="20577"/>
          <ac:spMkLst>
            <pc:docMk/>
            <pc:sldMk cId="945036256" sldId="847"/>
            <ac:spMk id="43" creationId="{595E72A1-679F-D2B1-EF6D-4B6062F50812}"/>
          </ac:spMkLst>
        </pc:spChg>
      </pc:sldChg>
      <pc:sldChg chg="modSp add mod ord">
        <pc:chgData name="Sophia BUI" userId="5388e7d4eb368e7c" providerId="LiveId" clId="{2E2E02C7-0FA3-458F-A4C7-E6127F682DAA}" dt="2024-10-14T03:11:10.061" v="17485" actId="5793"/>
        <pc:sldMkLst>
          <pc:docMk/>
          <pc:sldMk cId="3497397738" sldId="848"/>
        </pc:sldMkLst>
        <pc:spChg chg="mod">
          <ac:chgData name="Sophia BUI" userId="5388e7d4eb368e7c" providerId="LiveId" clId="{2E2E02C7-0FA3-458F-A4C7-E6127F682DAA}" dt="2024-10-14T03:11:10.061" v="17485" actId="5793"/>
          <ac:spMkLst>
            <pc:docMk/>
            <pc:sldMk cId="3497397738" sldId="848"/>
            <ac:spMk id="2" creationId="{96713B1E-85D5-AA04-F3AE-AEBE35B6F107}"/>
          </ac:spMkLst>
        </pc:spChg>
      </pc:sldChg>
      <pc:sldChg chg="addSp delSp modSp add mod modShow">
        <pc:chgData name="Sophia BUI" userId="5388e7d4eb368e7c" providerId="LiveId" clId="{2E2E02C7-0FA3-458F-A4C7-E6127F682DAA}" dt="2024-10-12T13:55:55.628" v="15934" actId="14734"/>
        <pc:sldMkLst>
          <pc:docMk/>
          <pc:sldMk cId="1553094636" sldId="849"/>
        </pc:sldMkLst>
        <pc:spChg chg="mod">
          <ac:chgData name="Sophia BUI" userId="5388e7d4eb368e7c" providerId="LiveId" clId="{2E2E02C7-0FA3-458F-A4C7-E6127F682DAA}" dt="2024-10-07T06:08:17.098" v="9488" actId="14100"/>
          <ac:spMkLst>
            <pc:docMk/>
            <pc:sldMk cId="1553094636" sldId="849"/>
            <ac:spMk id="2" creationId="{00000000-0000-0000-0000-000000000000}"/>
          </ac:spMkLst>
        </pc:spChg>
        <pc:graphicFrameChg chg="mod modGraphic">
          <ac:chgData name="Sophia BUI" userId="5388e7d4eb368e7c" providerId="LiveId" clId="{2E2E02C7-0FA3-458F-A4C7-E6127F682DAA}" dt="2024-10-12T13:55:55.628" v="15934" actId="14734"/>
          <ac:graphicFrameMkLst>
            <pc:docMk/>
            <pc:sldMk cId="1553094636" sldId="849"/>
            <ac:graphicFrameMk id="3" creationId="{BDC8E774-B754-48B7-AFAE-59B20D15BEC6}"/>
          </ac:graphicFrameMkLst>
        </pc:graphicFrameChg>
        <pc:picChg chg="add mod">
          <ac:chgData name="Sophia BUI" userId="5388e7d4eb368e7c" providerId="LiveId" clId="{2E2E02C7-0FA3-458F-A4C7-E6127F682DAA}" dt="2024-10-07T06:08:24.842" v="9490" actId="14100"/>
          <ac:picMkLst>
            <pc:docMk/>
            <pc:sldMk cId="1553094636" sldId="849"/>
            <ac:picMk id="5" creationId="{F131DB7F-E409-7B24-6252-649C1150D3E9}"/>
          </ac:picMkLst>
        </pc:picChg>
        <pc:picChg chg="del">
          <ac:chgData name="Sophia BUI" userId="5388e7d4eb368e7c" providerId="LiveId" clId="{2E2E02C7-0FA3-458F-A4C7-E6127F682DAA}" dt="2024-10-07T01:55:48.135" v="9333" actId="478"/>
          <ac:picMkLst>
            <pc:docMk/>
            <pc:sldMk cId="1553094636" sldId="849"/>
            <ac:picMk id="7" creationId="{87F4F075-CEA2-1586-6790-5253D4ACD855}"/>
          </ac:picMkLst>
        </pc:picChg>
        <pc:picChg chg="add mod">
          <ac:chgData name="Sophia BUI" userId="5388e7d4eb368e7c" providerId="LiveId" clId="{2E2E02C7-0FA3-458F-A4C7-E6127F682DAA}" dt="2024-10-07T06:08:35.420" v="9491" actId="14100"/>
          <ac:picMkLst>
            <pc:docMk/>
            <pc:sldMk cId="1553094636" sldId="849"/>
            <ac:picMk id="8" creationId="{363F69E2-0BA6-9D00-30DC-3F19905984AF}"/>
          </ac:picMkLst>
        </pc:picChg>
      </pc:sldChg>
      <pc:sldChg chg="delSp modSp add del mod">
        <pc:chgData name="Sophia BUI" userId="5388e7d4eb368e7c" providerId="LiveId" clId="{2E2E02C7-0FA3-458F-A4C7-E6127F682DAA}" dt="2024-10-07T06:37:47.158" v="10083" actId="2696"/>
        <pc:sldMkLst>
          <pc:docMk/>
          <pc:sldMk cId="3147961104" sldId="850"/>
        </pc:sldMkLst>
        <pc:graphicFrameChg chg="mod modGraphic">
          <ac:chgData name="Sophia BUI" userId="5388e7d4eb368e7c" providerId="LiveId" clId="{2E2E02C7-0FA3-458F-A4C7-E6127F682DAA}" dt="2024-10-07T02:01:16.250" v="9460" actId="6549"/>
          <ac:graphicFrameMkLst>
            <pc:docMk/>
            <pc:sldMk cId="3147961104" sldId="850"/>
            <ac:graphicFrameMk id="3" creationId="{BDC8E774-B754-48B7-AFAE-59B20D15BEC6}"/>
          </ac:graphicFrameMkLst>
        </pc:graphicFrameChg>
        <pc:picChg chg="del">
          <ac:chgData name="Sophia BUI" userId="5388e7d4eb368e7c" providerId="LiveId" clId="{2E2E02C7-0FA3-458F-A4C7-E6127F682DAA}" dt="2024-10-07T02:00:20.113" v="9453" actId="478"/>
          <ac:picMkLst>
            <pc:docMk/>
            <pc:sldMk cId="3147961104" sldId="850"/>
            <ac:picMk id="5" creationId="{F131DB7F-E409-7B24-6252-649C1150D3E9}"/>
          </ac:picMkLst>
        </pc:picChg>
        <pc:picChg chg="del">
          <ac:chgData name="Sophia BUI" userId="5388e7d4eb368e7c" providerId="LiveId" clId="{2E2E02C7-0FA3-458F-A4C7-E6127F682DAA}" dt="2024-10-07T02:00:18.378" v="9452" actId="478"/>
          <ac:picMkLst>
            <pc:docMk/>
            <pc:sldMk cId="3147961104" sldId="850"/>
            <ac:picMk id="8" creationId="{363F69E2-0BA6-9D00-30DC-3F19905984AF}"/>
          </ac:picMkLst>
        </pc:picChg>
      </pc:sldChg>
      <pc:sldChg chg="addSp delSp modSp add mod ord">
        <pc:chgData name="Sophia BUI" userId="5388e7d4eb368e7c" providerId="LiveId" clId="{2E2E02C7-0FA3-458F-A4C7-E6127F682DAA}" dt="2024-10-12T14:00:23.017" v="15954" actId="14100"/>
        <pc:sldMkLst>
          <pc:docMk/>
          <pc:sldMk cId="3787945656" sldId="850"/>
        </pc:sldMkLst>
        <pc:spChg chg="mod">
          <ac:chgData name="Sophia BUI" userId="5388e7d4eb368e7c" providerId="LiveId" clId="{2E2E02C7-0FA3-458F-A4C7-E6127F682DAA}" dt="2024-10-12T03:46:16.166" v="15744"/>
          <ac:spMkLst>
            <pc:docMk/>
            <pc:sldMk cId="3787945656" sldId="850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03:26:53.410" v="15550" actId="14734"/>
          <ac:graphicFrameMkLst>
            <pc:docMk/>
            <pc:sldMk cId="3787945656" sldId="850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12T03:12:09.348" v="15243" actId="478"/>
          <ac:picMkLst>
            <pc:docMk/>
            <pc:sldMk cId="3787945656" sldId="850"/>
            <ac:picMk id="4" creationId="{D8C19B6F-A33E-4680-FD4C-F1704DB69B24}"/>
          </ac:picMkLst>
        </pc:picChg>
        <pc:picChg chg="add mod">
          <ac:chgData name="Sophia BUI" userId="5388e7d4eb368e7c" providerId="LiveId" clId="{2E2E02C7-0FA3-458F-A4C7-E6127F682DAA}" dt="2024-10-12T14:00:23.017" v="15954" actId="14100"/>
          <ac:picMkLst>
            <pc:docMk/>
            <pc:sldMk cId="3787945656" sldId="850"/>
            <ac:picMk id="5" creationId="{7BF08A85-003A-00E7-4679-6D64F47143CC}"/>
          </ac:picMkLst>
        </pc:picChg>
        <pc:picChg chg="add del mod">
          <ac:chgData name="Sophia BUI" userId="5388e7d4eb368e7c" providerId="LiveId" clId="{2E2E02C7-0FA3-458F-A4C7-E6127F682DAA}" dt="2024-10-12T03:12:32.734" v="15248" actId="478"/>
          <ac:picMkLst>
            <pc:docMk/>
            <pc:sldMk cId="3787945656" sldId="850"/>
            <ac:picMk id="6" creationId="{48EDA36B-5776-BED8-C4D3-2DDDD34EFA29}"/>
          </ac:picMkLst>
        </pc:picChg>
        <pc:picChg chg="add del mod">
          <ac:chgData name="Sophia BUI" userId="5388e7d4eb368e7c" providerId="LiveId" clId="{2E2E02C7-0FA3-458F-A4C7-E6127F682DAA}" dt="2024-10-12T03:26:20.386" v="15543" actId="478"/>
          <ac:picMkLst>
            <pc:docMk/>
            <pc:sldMk cId="3787945656" sldId="850"/>
            <ac:picMk id="8" creationId="{37C031FA-479E-5940-E428-E4DB648593CB}"/>
          </ac:picMkLst>
        </pc:picChg>
        <pc:picChg chg="add mod">
          <ac:chgData name="Sophia BUI" userId="5388e7d4eb368e7c" providerId="LiveId" clId="{2E2E02C7-0FA3-458F-A4C7-E6127F682DAA}" dt="2024-10-12T14:00:08.007" v="15953" actId="1036"/>
          <ac:picMkLst>
            <pc:docMk/>
            <pc:sldMk cId="3787945656" sldId="850"/>
            <ac:picMk id="10" creationId="{0742D170-EF2C-F946-195B-7A67A8512AAB}"/>
          </ac:picMkLst>
        </pc:picChg>
      </pc:sldChg>
      <pc:sldChg chg="addSp delSp modSp add del mod setBg modClrScheme chgLayout">
        <pc:chgData name="Sophia BUI" userId="5388e7d4eb368e7c" providerId="LiveId" clId="{2E2E02C7-0FA3-458F-A4C7-E6127F682DAA}" dt="2024-10-12T14:58:51.378" v="17273" actId="2696"/>
        <pc:sldMkLst>
          <pc:docMk/>
          <pc:sldMk cId="3538336637" sldId="851"/>
        </pc:sldMkLst>
        <pc:spChg chg="mod ord">
          <ac:chgData name="Sophia BUI" userId="5388e7d4eb368e7c" providerId="LiveId" clId="{2E2E02C7-0FA3-458F-A4C7-E6127F682DAA}" dt="2024-10-12T14:53:12.133" v="16641" actId="14100"/>
          <ac:spMkLst>
            <pc:docMk/>
            <pc:sldMk cId="3538336637" sldId="851"/>
            <ac:spMk id="2" creationId="{E75976DE-E665-3F90-84C7-CAFC032C46AA}"/>
          </ac:spMkLst>
        </pc:spChg>
        <pc:spChg chg="mod">
          <ac:chgData name="Sophia BUI" userId="5388e7d4eb368e7c" providerId="LiveId" clId="{2E2E02C7-0FA3-458F-A4C7-E6127F682DAA}" dt="2024-10-12T02:24:19.098" v="14940" actId="1076"/>
          <ac:spMkLst>
            <pc:docMk/>
            <pc:sldMk cId="3538336637" sldId="851"/>
            <ac:spMk id="3" creationId="{DF859FBD-B23B-9F35-CAF4-32ADE6896152}"/>
          </ac:spMkLst>
        </pc:spChg>
        <pc:spChg chg="add mod ord">
          <ac:chgData name="Sophia BUI" userId="5388e7d4eb368e7c" providerId="LiveId" clId="{2E2E02C7-0FA3-458F-A4C7-E6127F682DAA}" dt="2024-10-12T14:53:16.428" v="16642" actId="1076"/>
          <ac:spMkLst>
            <pc:docMk/>
            <pc:sldMk cId="3538336637" sldId="851"/>
            <ac:spMk id="5" creationId="{2F548A6C-8E81-4D75-E027-67CE5B122A37}"/>
          </ac:spMkLst>
        </pc:spChg>
        <pc:spChg chg="add del mod">
          <ac:chgData name="Sophia BUI" userId="5388e7d4eb368e7c" providerId="LiveId" clId="{2E2E02C7-0FA3-458F-A4C7-E6127F682DAA}" dt="2024-10-12T14:53:41.905" v="16646" actId="478"/>
          <ac:spMkLst>
            <pc:docMk/>
            <pc:sldMk cId="3538336637" sldId="851"/>
            <ac:spMk id="7" creationId="{E78493A4-7F9E-06D4-0525-00DE0741043C}"/>
          </ac:spMkLst>
        </pc:spChg>
        <pc:spChg chg="add del">
          <ac:chgData name="Sophia BUI" userId="5388e7d4eb368e7c" providerId="LiveId" clId="{2E2E02C7-0FA3-458F-A4C7-E6127F682DAA}" dt="2024-10-12T02:22:44.614" v="14868" actId="26606"/>
          <ac:spMkLst>
            <pc:docMk/>
            <pc:sldMk cId="3538336637" sldId="851"/>
            <ac:spMk id="13" creationId="{FB5B0058-AF13-4859-B429-4EDDE2A26F7F}"/>
          </ac:spMkLst>
        </pc:spChg>
        <pc:spChg chg="add del">
          <ac:chgData name="Sophia BUI" userId="5388e7d4eb368e7c" providerId="LiveId" clId="{2E2E02C7-0FA3-458F-A4C7-E6127F682DAA}" dt="2024-10-12T02:22:44.614" v="14868" actId="26606"/>
          <ac:spMkLst>
            <pc:docMk/>
            <pc:sldMk cId="3538336637" sldId="851"/>
            <ac:spMk id="15" creationId="{0277405F-0B4F-4418-B773-1B38814125B6}"/>
          </ac:spMkLst>
        </pc:spChg>
        <pc:spChg chg="del mod">
          <ac:chgData name="Sophia BUI" userId="5388e7d4eb368e7c" providerId="LiveId" clId="{2E2E02C7-0FA3-458F-A4C7-E6127F682DAA}" dt="2024-10-12T02:22:34.206" v="14866"/>
          <ac:spMkLst>
            <pc:docMk/>
            <pc:sldMk cId="3538336637" sldId="851"/>
            <ac:spMk id="43" creationId="{595E72A1-679F-D2B1-EF6D-4B6062F50812}"/>
          </ac:spMkLst>
        </pc:spChg>
        <pc:picChg chg="add del mod ord">
          <ac:chgData name="Sophia BUI" userId="5388e7d4eb368e7c" providerId="LiveId" clId="{2E2E02C7-0FA3-458F-A4C7-E6127F682DAA}" dt="2024-10-12T14:53:39.132" v="16645" actId="478"/>
          <ac:picMkLst>
            <pc:docMk/>
            <pc:sldMk cId="3538336637" sldId="851"/>
            <ac:picMk id="4" creationId="{B8706877-8E11-09E4-2C2D-FC467EB52773}"/>
          </ac:picMkLst>
        </pc:picChg>
        <pc:picChg chg="del mod">
          <ac:chgData name="Sophia BUI" userId="5388e7d4eb368e7c" providerId="LiveId" clId="{2E2E02C7-0FA3-458F-A4C7-E6127F682DAA}" dt="2024-10-12T02:22:50.015" v="14869" actId="478"/>
          <ac:picMkLst>
            <pc:docMk/>
            <pc:sldMk cId="3538336637" sldId="851"/>
            <ac:picMk id="8" creationId="{E2D3A2FB-D3D1-826B-3011-DDF02B26A479}"/>
          </ac:picMkLst>
        </pc:picChg>
      </pc:sldChg>
      <pc:sldChg chg="modSp add del mod ord">
        <pc:chgData name="Sophia BUI" userId="5388e7d4eb368e7c" providerId="LiveId" clId="{2E2E02C7-0FA3-458F-A4C7-E6127F682DAA}" dt="2024-10-08T07:58:39.470" v="12573" actId="47"/>
        <pc:sldMkLst>
          <pc:docMk/>
          <pc:sldMk cId="2245191048" sldId="852"/>
        </pc:sldMkLst>
        <pc:spChg chg="mod">
          <ac:chgData name="Sophia BUI" userId="5388e7d4eb368e7c" providerId="LiveId" clId="{2E2E02C7-0FA3-458F-A4C7-E6127F682DAA}" dt="2024-10-08T07:27:08.828" v="11625" actId="20577"/>
          <ac:spMkLst>
            <pc:docMk/>
            <pc:sldMk cId="2245191048" sldId="852"/>
            <ac:spMk id="2" creationId="{E75976DE-E665-3F90-84C7-CAFC032C46AA}"/>
          </ac:spMkLst>
        </pc:spChg>
        <pc:spChg chg="mod">
          <ac:chgData name="Sophia BUI" userId="5388e7d4eb368e7c" providerId="LiveId" clId="{2E2E02C7-0FA3-458F-A4C7-E6127F682DAA}" dt="2024-10-08T07:35:29.777" v="12192" actId="20577"/>
          <ac:spMkLst>
            <pc:docMk/>
            <pc:sldMk cId="2245191048" sldId="852"/>
            <ac:spMk id="43" creationId="{595E72A1-679F-D2B1-EF6D-4B6062F50812}"/>
          </ac:spMkLst>
        </pc:spChg>
      </pc:sldChg>
      <pc:sldChg chg="addSp delSp modSp add mod ord">
        <pc:chgData name="Sophia BUI" userId="5388e7d4eb368e7c" providerId="LiveId" clId="{2E2E02C7-0FA3-458F-A4C7-E6127F682DAA}" dt="2024-10-12T03:55:26.256" v="15801" actId="14100"/>
        <pc:sldMkLst>
          <pc:docMk/>
          <pc:sldMk cId="316006191" sldId="853"/>
        </pc:sldMkLst>
        <pc:spChg chg="mod">
          <ac:chgData name="Sophia BUI" userId="5388e7d4eb368e7c" providerId="LiveId" clId="{2E2E02C7-0FA3-458F-A4C7-E6127F682DAA}" dt="2024-10-12T03:51:14.039" v="15794" actId="20577"/>
          <ac:spMkLst>
            <pc:docMk/>
            <pc:sldMk cId="316006191" sldId="853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03:51:33.545" v="15796"/>
          <ac:graphicFrameMkLst>
            <pc:docMk/>
            <pc:sldMk cId="316006191" sldId="853"/>
            <ac:graphicFrameMk id="12" creationId="{F4AE58C5-4E9D-B586-5CAF-A506417545CE}"/>
          </ac:graphicFrameMkLst>
        </pc:graphicFrameChg>
        <pc:picChg chg="del">
          <ac:chgData name="Sophia BUI" userId="5388e7d4eb368e7c" providerId="LiveId" clId="{2E2E02C7-0FA3-458F-A4C7-E6127F682DAA}" dt="2024-10-08T07:40:07.803" v="12425" actId="478"/>
          <ac:picMkLst>
            <pc:docMk/>
            <pc:sldMk cId="316006191" sldId="853"/>
            <ac:picMk id="4" creationId="{57B4F5EE-1C5D-135D-4AF0-D678D8769698}"/>
          </ac:picMkLst>
        </pc:picChg>
        <pc:picChg chg="add mod">
          <ac:chgData name="Sophia BUI" userId="5388e7d4eb368e7c" providerId="LiveId" clId="{2E2E02C7-0FA3-458F-A4C7-E6127F682DAA}" dt="2024-10-12T03:55:19.146" v="15800" actId="1076"/>
          <ac:picMkLst>
            <pc:docMk/>
            <pc:sldMk cId="316006191" sldId="853"/>
            <ac:picMk id="4" creationId="{F0FD8EBF-C4DE-C3F2-C705-2EFABCFC2900}"/>
          </ac:picMkLst>
        </pc:picChg>
        <pc:picChg chg="add del mod">
          <ac:chgData name="Sophia BUI" userId="5388e7d4eb368e7c" providerId="LiveId" clId="{2E2E02C7-0FA3-458F-A4C7-E6127F682DAA}" dt="2024-10-12T03:50:47.274" v="15768" actId="478"/>
          <ac:picMkLst>
            <pc:docMk/>
            <pc:sldMk cId="316006191" sldId="853"/>
            <ac:picMk id="5" creationId="{39DBD969-6E01-B497-E3A9-2D4F48EE8999}"/>
          </ac:picMkLst>
        </pc:picChg>
        <pc:picChg chg="del">
          <ac:chgData name="Sophia BUI" userId="5388e7d4eb368e7c" providerId="LiveId" clId="{2E2E02C7-0FA3-458F-A4C7-E6127F682DAA}" dt="2024-10-08T07:50:34.291" v="12426" actId="478"/>
          <ac:picMkLst>
            <pc:docMk/>
            <pc:sldMk cId="316006191" sldId="853"/>
            <ac:picMk id="6" creationId="{0A060B56-1A45-8B7F-88BF-D7F300000230}"/>
          </ac:picMkLst>
        </pc:picChg>
        <pc:picChg chg="add mod">
          <ac:chgData name="Sophia BUI" userId="5388e7d4eb368e7c" providerId="LiveId" clId="{2E2E02C7-0FA3-458F-A4C7-E6127F682DAA}" dt="2024-10-12T03:55:26.256" v="15801" actId="14100"/>
          <ac:picMkLst>
            <pc:docMk/>
            <pc:sldMk cId="316006191" sldId="853"/>
            <ac:picMk id="7" creationId="{6F1311A1-990C-C1E0-C65E-4541E0D04292}"/>
          </ac:picMkLst>
        </pc:picChg>
        <pc:picChg chg="add del mod">
          <ac:chgData name="Sophia BUI" userId="5388e7d4eb368e7c" providerId="LiveId" clId="{2E2E02C7-0FA3-458F-A4C7-E6127F682DAA}" dt="2024-10-12T03:50:29.231" v="15763" actId="478"/>
          <ac:picMkLst>
            <pc:docMk/>
            <pc:sldMk cId="316006191" sldId="853"/>
            <ac:picMk id="8" creationId="{B35751F8-13F2-6C3A-A3EB-026B8347861A}"/>
          </ac:picMkLst>
        </pc:picChg>
      </pc:sldChg>
      <pc:sldChg chg="addSp delSp modSp add mod ord">
        <pc:chgData name="Sophia BUI" userId="5388e7d4eb368e7c" providerId="LiveId" clId="{2E2E02C7-0FA3-458F-A4C7-E6127F682DAA}" dt="2024-10-12T15:00:10.517" v="17280" actId="14100"/>
        <pc:sldMkLst>
          <pc:docMk/>
          <pc:sldMk cId="3301711164" sldId="854"/>
        </pc:sldMkLst>
        <pc:spChg chg="mod">
          <ac:chgData name="Sophia BUI" userId="5388e7d4eb368e7c" providerId="LiveId" clId="{2E2E02C7-0FA3-458F-A4C7-E6127F682DAA}" dt="2024-10-12T15:00:10.517" v="17280" actId="14100"/>
          <ac:spMkLst>
            <pc:docMk/>
            <pc:sldMk cId="3301711164" sldId="854"/>
            <ac:spMk id="2" creationId="{7C75DB6F-8BF0-7C7A-579E-BD75390FE188}"/>
          </ac:spMkLst>
        </pc:spChg>
        <pc:graphicFrameChg chg="add del">
          <ac:chgData name="Sophia BUI" userId="5388e7d4eb368e7c" providerId="LiveId" clId="{2E2E02C7-0FA3-458F-A4C7-E6127F682DAA}" dt="2024-10-08T08:56:02.228" v="12899" actId="478"/>
          <ac:graphicFrameMkLst>
            <pc:docMk/>
            <pc:sldMk cId="3301711164" sldId="854"/>
            <ac:graphicFrameMk id="3" creationId="{B380EB91-4D3E-CE61-DF49-CDE6C78F4D8D}"/>
          </ac:graphicFrameMkLst>
        </pc:graphicFrameChg>
        <pc:graphicFrameChg chg="mod modGraphic">
          <ac:chgData name="Sophia BUI" userId="5388e7d4eb368e7c" providerId="LiveId" clId="{2E2E02C7-0FA3-458F-A4C7-E6127F682DAA}" dt="2024-10-12T14:01:33.724" v="15959" actId="1076"/>
          <ac:graphicFrameMkLst>
            <pc:docMk/>
            <pc:sldMk cId="3301711164" sldId="854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12T14:01:49.930" v="15962" actId="14100"/>
          <ac:picMkLst>
            <pc:docMk/>
            <pc:sldMk cId="3301711164" sldId="854"/>
            <ac:picMk id="4" creationId="{290BA800-A071-8B02-3015-DA9323C79946}"/>
          </ac:picMkLst>
        </pc:picChg>
        <pc:picChg chg="del">
          <ac:chgData name="Sophia BUI" userId="5388e7d4eb368e7c" providerId="LiveId" clId="{2E2E02C7-0FA3-458F-A4C7-E6127F682DAA}" dt="2024-10-08T08:50:44.341" v="12579" actId="478"/>
          <ac:picMkLst>
            <pc:docMk/>
            <pc:sldMk cId="3301711164" sldId="854"/>
            <ac:picMk id="4" creationId="{D8C19B6F-A33E-4680-FD4C-F1704DB69B24}"/>
          </ac:picMkLst>
        </pc:picChg>
        <pc:picChg chg="del">
          <ac:chgData name="Sophia BUI" userId="5388e7d4eb368e7c" providerId="LiveId" clId="{2E2E02C7-0FA3-458F-A4C7-E6127F682DAA}" dt="2024-10-08T08:52:14.028" v="12762" actId="478"/>
          <ac:picMkLst>
            <pc:docMk/>
            <pc:sldMk cId="3301711164" sldId="854"/>
            <ac:picMk id="6" creationId="{48EDA36B-5776-BED8-C4D3-2DDDD34EFA29}"/>
          </ac:picMkLst>
        </pc:picChg>
        <pc:picChg chg="add del mod">
          <ac:chgData name="Sophia BUI" userId="5388e7d4eb368e7c" providerId="LiveId" clId="{2E2E02C7-0FA3-458F-A4C7-E6127F682DAA}" dt="2024-10-08T08:59:03.393" v="12908" actId="478"/>
          <ac:picMkLst>
            <pc:docMk/>
            <pc:sldMk cId="3301711164" sldId="854"/>
            <ac:picMk id="7" creationId="{050A065D-A604-8C4A-E837-3452A9F7290C}"/>
          </ac:picMkLst>
        </pc:picChg>
        <pc:picChg chg="add del mod">
          <ac:chgData name="Sophia BUI" userId="5388e7d4eb368e7c" providerId="LiveId" clId="{2E2E02C7-0FA3-458F-A4C7-E6127F682DAA}" dt="2024-10-08T09:00:40.069" v="12914" actId="478"/>
          <ac:picMkLst>
            <pc:docMk/>
            <pc:sldMk cId="3301711164" sldId="854"/>
            <ac:picMk id="9" creationId="{43D153AE-AAD1-BB04-5EEB-F31DFB886A15}"/>
          </ac:picMkLst>
        </pc:picChg>
        <pc:picChg chg="add del mod">
          <ac:chgData name="Sophia BUI" userId="5388e7d4eb368e7c" providerId="LiveId" clId="{2E2E02C7-0FA3-458F-A4C7-E6127F682DAA}" dt="2024-10-12T03:55:59.924" v="15817" actId="478"/>
          <ac:picMkLst>
            <pc:docMk/>
            <pc:sldMk cId="3301711164" sldId="854"/>
            <ac:picMk id="11" creationId="{0EE9FE62-9CA0-2AD1-0F39-0A5C82010C88}"/>
          </ac:picMkLst>
        </pc:picChg>
      </pc:sldChg>
      <pc:sldChg chg="addSp delSp modSp add mod">
        <pc:chgData name="Sophia BUI" userId="5388e7d4eb368e7c" providerId="LiveId" clId="{2E2E02C7-0FA3-458F-A4C7-E6127F682DAA}" dt="2024-10-12T04:06:14.392" v="15878" actId="108"/>
        <pc:sldMkLst>
          <pc:docMk/>
          <pc:sldMk cId="164114380" sldId="855"/>
        </pc:sldMkLst>
        <pc:spChg chg="mod">
          <ac:chgData name="Sophia BUI" userId="5388e7d4eb368e7c" providerId="LiveId" clId="{2E2E02C7-0FA3-458F-A4C7-E6127F682DAA}" dt="2024-10-08T09:01:57.545" v="13114" actId="6549"/>
          <ac:spMkLst>
            <pc:docMk/>
            <pc:sldMk cId="164114380" sldId="855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04:06:14.392" v="15878" actId="108"/>
          <ac:graphicFrameMkLst>
            <pc:docMk/>
            <pc:sldMk cId="164114380" sldId="855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08T09:14:15.200" v="13206" actId="478"/>
          <ac:picMkLst>
            <pc:docMk/>
            <pc:sldMk cId="164114380" sldId="855"/>
            <ac:picMk id="4" creationId="{5F5DA11E-7457-D5A9-C4AD-A4331FD63DFB}"/>
          </ac:picMkLst>
        </pc:picChg>
        <pc:picChg chg="add mod">
          <ac:chgData name="Sophia BUI" userId="5388e7d4eb368e7c" providerId="LiveId" clId="{2E2E02C7-0FA3-458F-A4C7-E6127F682DAA}" dt="2024-10-12T04:05:45.234" v="15876" actId="14100"/>
          <ac:picMkLst>
            <pc:docMk/>
            <pc:sldMk cId="164114380" sldId="855"/>
            <ac:picMk id="4" creationId="{74EAFE94-381E-3A23-F6F4-0BA84C8421D4}"/>
          </ac:picMkLst>
        </pc:picChg>
        <pc:picChg chg="del">
          <ac:chgData name="Sophia BUI" userId="5388e7d4eb368e7c" providerId="LiveId" clId="{2E2E02C7-0FA3-458F-A4C7-E6127F682DAA}" dt="2024-10-08T09:02:04.023" v="13116" actId="478"/>
          <ac:picMkLst>
            <pc:docMk/>
            <pc:sldMk cId="164114380" sldId="855"/>
            <ac:picMk id="5" creationId="{39DBD969-6E01-B497-E3A9-2D4F48EE8999}"/>
          </ac:picMkLst>
        </pc:picChg>
        <pc:picChg chg="add mod">
          <ac:chgData name="Sophia BUI" userId="5388e7d4eb368e7c" providerId="LiveId" clId="{2E2E02C7-0FA3-458F-A4C7-E6127F682DAA}" dt="2024-10-12T04:01:39.808" v="15851" actId="1076"/>
          <ac:picMkLst>
            <pc:docMk/>
            <pc:sldMk cId="164114380" sldId="855"/>
            <ac:picMk id="7" creationId="{19DA7361-3BF6-E959-A637-68C6375A8259}"/>
          </ac:picMkLst>
        </pc:picChg>
        <pc:picChg chg="del">
          <ac:chgData name="Sophia BUI" userId="5388e7d4eb368e7c" providerId="LiveId" clId="{2E2E02C7-0FA3-458F-A4C7-E6127F682DAA}" dt="2024-10-08T09:02:01.863" v="13115" actId="478"/>
          <ac:picMkLst>
            <pc:docMk/>
            <pc:sldMk cId="164114380" sldId="855"/>
            <ac:picMk id="8" creationId="{B35751F8-13F2-6C3A-A3EB-026B8347861A}"/>
          </ac:picMkLst>
        </pc:picChg>
        <pc:picChg chg="add del mod">
          <ac:chgData name="Sophia BUI" userId="5388e7d4eb368e7c" providerId="LiveId" clId="{2E2E02C7-0FA3-458F-A4C7-E6127F682DAA}" dt="2024-10-12T03:59:07.735" v="15845" actId="478"/>
          <ac:picMkLst>
            <pc:docMk/>
            <pc:sldMk cId="164114380" sldId="855"/>
            <ac:picMk id="10" creationId="{93E690C8-5D18-44B6-1983-10E9A0874AC2}"/>
          </ac:picMkLst>
        </pc:picChg>
      </pc:sldChg>
      <pc:sldChg chg="addSp delSp modSp add mod replId">
        <pc:chgData name="Sophia BUI" userId="5388e7d4eb368e7c" providerId="LiveId" clId="{2E2E02C7-0FA3-458F-A4C7-E6127F682DAA}" dt="2024-10-12T04:14:42.768" v="15887" actId="1076"/>
        <pc:sldMkLst>
          <pc:docMk/>
          <pc:sldMk cId="3160268022" sldId="856"/>
        </pc:sldMkLst>
        <pc:spChg chg="mod">
          <ac:chgData name="Sophia BUI" userId="5388e7d4eb368e7c" providerId="LiveId" clId="{2E2E02C7-0FA3-458F-A4C7-E6127F682DAA}" dt="2024-10-12T04:13:36.989" v="15886" actId="20577"/>
          <ac:spMkLst>
            <pc:docMk/>
            <pc:sldMk cId="3160268022" sldId="856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04:14:42.768" v="15887" actId="1076"/>
          <ac:graphicFrameMkLst>
            <pc:docMk/>
            <pc:sldMk cId="3160268022" sldId="856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12T04:03:47.022" v="15853" actId="478"/>
          <ac:picMkLst>
            <pc:docMk/>
            <pc:sldMk cId="3160268022" sldId="856"/>
            <ac:picMk id="4" creationId="{E8418A1E-8880-9A33-5FAD-75161ECEF1E0}"/>
          </ac:picMkLst>
        </pc:picChg>
        <pc:picChg chg="add del mod">
          <ac:chgData name="Sophia BUI" userId="5388e7d4eb368e7c" providerId="LiveId" clId="{2E2E02C7-0FA3-458F-A4C7-E6127F682DAA}" dt="2024-10-12T04:10:51.103" v="15879" actId="478"/>
          <ac:picMkLst>
            <pc:docMk/>
            <pc:sldMk cId="3160268022" sldId="856"/>
            <ac:picMk id="5" creationId="{130CF172-B89E-A95C-445D-11C63304ABA0}"/>
          </ac:picMkLst>
        </pc:picChg>
        <pc:picChg chg="add del mod">
          <ac:chgData name="Sophia BUI" userId="5388e7d4eb368e7c" providerId="LiveId" clId="{2E2E02C7-0FA3-458F-A4C7-E6127F682DAA}" dt="2024-10-12T04:03:48.181" v="15854" actId="478"/>
          <ac:picMkLst>
            <pc:docMk/>
            <pc:sldMk cId="3160268022" sldId="856"/>
            <ac:picMk id="6" creationId="{BA653106-0F61-3AE7-7032-1CC61D4ED4CC}"/>
          </ac:picMkLst>
        </pc:picChg>
        <pc:picChg chg="add del mod">
          <ac:chgData name="Sophia BUI" userId="5388e7d4eb368e7c" providerId="LiveId" clId="{2E2E02C7-0FA3-458F-A4C7-E6127F682DAA}" dt="2024-10-12T04:04:13.364" v="15860" actId="478"/>
          <ac:picMkLst>
            <pc:docMk/>
            <pc:sldMk cId="3160268022" sldId="856"/>
            <ac:picMk id="8" creationId="{13EE5AB5-F60F-CCB0-E068-7C88444ECF00}"/>
          </ac:picMkLst>
        </pc:picChg>
        <pc:picChg chg="add mod">
          <ac:chgData name="Sophia BUI" userId="5388e7d4eb368e7c" providerId="LiveId" clId="{2E2E02C7-0FA3-458F-A4C7-E6127F682DAA}" dt="2024-10-12T04:11:03.985" v="15882" actId="1076"/>
          <ac:picMkLst>
            <pc:docMk/>
            <pc:sldMk cId="3160268022" sldId="856"/>
            <ac:picMk id="9" creationId="{2C88D3D2-D0BB-0EE8-2612-C53ABEAD3CC4}"/>
          </ac:picMkLst>
        </pc:picChg>
        <pc:picChg chg="del">
          <ac:chgData name="Sophia BUI" userId="5388e7d4eb368e7c" providerId="LiveId" clId="{2E2E02C7-0FA3-458F-A4C7-E6127F682DAA}" dt="2024-10-08T09:17:41.581" v="13212" actId="478"/>
          <ac:picMkLst>
            <pc:docMk/>
            <pc:sldMk cId="3160268022" sldId="856"/>
            <ac:picMk id="11" creationId="{0EE9FE62-9CA0-2AD1-0F39-0A5C82010C88}"/>
          </ac:picMkLst>
        </pc:picChg>
      </pc:sldChg>
      <pc:sldChg chg="addSp delSp modSp add mod ord">
        <pc:chgData name="Sophia BUI" userId="5388e7d4eb368e7c" providerId="LiveId" clId="{2E2E02C7-0FA3-458F-A4C7-E6127F682DAA}" dt="2024-10-12T03:45:58.996" v="15742" actId="1076"/>
        <pc:sldMkLst>
          <pc:docMk/>
          <pc:sldMk cId="1961127721" sldId="857"/>
        </pc:sldMkLst>
        <pc:spChg chg="mod">
          <ac:chgData name="Sophia BUI" userId="5388e7d4eb368e7c" providerId="LiveId" clId="{2E2E02C7-0FA3-458F-A4C7-E6127F682DAA}" dt="2024-10-12T03:45:49.141" v="15740" actId="404"/>
          <ac:spMkLst>
            <pc:docMk/>
            <pc:sldMk cId="1961127721" sldId="857"/>
            <ac:spMk id="2" creationId="{7C75DB6F-8BF0-7C7A-579E-BD75390FE188}"/>
          </ac:spMkLst>
        </pc:spChg>
        <pc:spChg chg="add del mod">
          <ac:chgData name="Sophia BUI" userId="5388e7d4eb368e7c" providerId="LiveId" clId="{2E2E02C7-0FA3-458F-A4C7-E6127F682DAA}" dt="2024-10-08T09:36:27.277" v="13727" actId="478"/>
          <ac:spMkLst>
            <pc:docMk/>
            <pc:sldMk cId="1961127721" sldId="857"/>
            <ac:spMk id="6" creationId="{A74EB639-9F70-AA0F-49EC-077556BF15A3}"/>
          </ac:spMkLst>
        </pc:spChg>
        <pc:graphicFrameChg chg="del">
          <ac:chgData name="Sophia BUI" userId="5388e7d4eb368e7c" providerId="LiveId" clId="{2E2E02C7-0FA3-458F-A4C7-E6127F682DAA}" dt="2024-10-08T09:36:23.151" v="13726" actId="478"/>
          <ac:graphicFrameMkLst>
            <pc:docMk/>
            <pc:sldMk cId="1961127721" sldId="857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08T09:38:34.343" v="13738" actId="478"/>
          <ac:picMkLst>
            <pc:docMk/>
            <pc:sldMk cId="1961127721" sldId="857"/>
            <ac:picMk id="4" creationId="{6EF0FDC2-4942-CCAE-9900-613B9D660A19}"/>
          </ac:picMkLst>
        </pc:picChg>
        <pc:picChg chg="del">
          <ac:chgData name="Sophia BUI" userId="5388e7d4eb368e7c" providerId="LiveId" clId="{2E2E02C7-0FA3-458F-A4C7-E6127F682DAA}" dt="2024-10-08T09:35:25.516" v="13722" actId="478"/>
          <ac:picMkLst>
            <pc:docMk/>
            <pc:sldMk cId="1961127721" sldId="857"/>
            <ac:picMk id="7" creationId="{19DA7361-3BF6-E959-A637-68C6375A8259}"/>
          </ac:picMkLst>
        </pc:picChg>
        <pc:picChg chg="add del mod">
          <ac:chgData name="Sophia BUI" userId="5388e7d4eb368e7c" providerId="LiveId" clId="{2E2E02C7-0FA3-458F-A4C7-E6127F682DAA}" dt="2024-10-08T09:39:46.140" v="13750" actId="478"/>
          <ac:picMkLst>
            <pc:docMk/>
            <pc:sldMk cId="1961127721" sldId="857"/>
            <ac:picMk id="9" creationId="{D112BC14-93A2-8884-2EDB-0B6783A45BDD}"/>
          </ac:picMkLst>
        </pc:picChg>
        <pc:picChg chg="del">
          <ac:chgData name="Sophia BUI" userId="5388e7d4eb368e7c" providerId="LiveId" clId="{2E2E02C7-0FA3-458F-A4C7-E6127F682DAA}" dt="2024-10-08T09:35:26.669" v="13723" actId="478"/>
          <ac:picMkLst>
            <pc:docMk/>
            <pc:sldMk cId="1961127721" sldId="857"/>
            <ac:picMk id="10" creationId="{93E690C8-5D18-44B6-1983-10E9A0874AC2}"/>
          </ac:picMkLst>
        </pc:picChg>
        <pc:picChg chg="add mod">
          <ac:chgData name="Sophia BUI" userId="5388e7d4eb368e7c" providerId="LiveId" clId="{2E2E02C7-0FA3-458F-A4C7-E6127F682DAA}" dt="2024-10-12T03:45:58.996" v="15742" actId="1076"/>
          <ac:picMkLst>
            <pc:docMk/>
            <pc:sldMk cId="1961127721" sldId="857"/>
            <ac:picMk id="13" creationId="{BB31F8DB-0863-7661-29B2-329F4B97A287}"/>
          </ac:picMkLst>
        </pc:picChg>
      </pc:sldChg>
      <pc:sldChg chg="add ord">
        <pc:chgData name="Sophia BUI" userId="5388e7d4eb368e7c" providerId="LiveId" clId="{2E2E02C7-0FA3-458F-A4C7-E6127F682DAA}" dt="2024-10-13T08:22:57.655" v="17449"/>
        <pc:sldMkLst>
          <pc:docMk/>
          <pc:sldMk cId="3493860062" sldId="858"/>
        </pc:sldMkLst>
      </pc:sldChg>
      <pc:sldChg chg="modSp add mod">
        <pc:chgData name="Sophia BUI" userId="5388e7d4eb368e7c" providerId="LiveId" clId="{2E2E02C7-0FA3-458F-A4C7-E6127F682DAA}" dt="2024-10-12T03:46:32.157" v="15745" actId="6549"/>
        <pc:sldMkLst>
          <pc:docMk/>
          <pc:sldMk cId="2705265171" sldId="859"/>
        </pc:sldMkLst>
        <pc:spChg chg="mod">
          <ac:chgData name="Sophia BUI" userId="5388e7d4eb368e7c" providerId="LiveId" clId="{2E2E02C7-0FA3-458F-A4C7-E6127F682DAA}" dt="2024-10-12T03:46:32.157" v="15745" actId="6549"/>
          <ac:spMkLst>
            <pc:docMk/>
            <pc:sldMk cId="2705265171" sldId="859"/>
            <ac:spMk id="2" creationId="{7C75DB6F-8BF0-7C7A-579E-BD75390FE188}"/>
          </ac:spMkLst>
        </pc:spChg>
        <pc:picChg chg="mod">
          <ac:chgData name="Sophia BUI" userId="5388e7d4eb368e7c" providerId="LiveId" clId="{2E2E02C7-0FA3-458F-A4C7-E6127F682DAA}" dt="2024-10-12T03:43:21.927" v="15592" actId="208"/>
          <ac:picMkLst>
            <pc:docMk/>
            <pc:sldMk cId="2705265171" sldId="859"/>
            <ac:picMk id="9" creationId="{D112BC14-93A2-8884-2EDB-0B6783A45BDD}"/>
          </ac:picMkLst>
        </pc:picChg>
      </pc:sldChg>
      <pc:sldChg chg="addSp delSp modSp mod">
        <pc:chgData name="Sophia BUI" userId="5388e7d4eb368e7c" providerId="LiveId" clId="{2E2E02C7-0FA3-458F-A4C7-E6127F682DAA}" dt="2024-10-12T14:49:52.926" v="16380" actId="208"/>
        <pc:sldMkLst>
          <pc:docMk/>
          <pc:sldMk cId="3056606638" sldId="860"/>
        </pc:sldMkLst>
        <pc:spChg chg="mod">
          <ac:chgData name="Sophia BUI" userId="5388e7d4eb368e7c" providerId="LiveId" clId="{2E2E02C7-0FA3-458F-A4C7-E6127F682DAA}" dt="2024-10-09T03:05:10.356" v="13841" actId="20577"/>
          <ac:spMkLst>
            <pc:docMk/>
            <pc:sldMk cId="3056606638" sldId="860"/>
            <ac:spMk id="2" creationId="{7C75DB6F-8BF0-7C7A-579E-BD75390FE188}"/>
          </ac:spMkLst>
        </pc:spChg>
        <pc:picChg chg="del">
          <ac:chgData name="Sophia BUI" userId="5388e7d4eb368e7c" providerId="LiveId" clId="{2E2E02C7-0FA3-458F-A4C7-E6127F682DAA}" dt="2024-10-12T14:49:31.039" v="16375" actId="478"/>
          <ac:picMkLst>
            <pc:docMk/>
            <pc:sldMk cId="3056606638" sldId="860"/>
            <ac:picMk id="4" creationId="{6EF0FDC2-4942-CCAE-9900-613B9D660A19}"/>
          </ac:picMkLst>
        </pc:picChg>
        <pc:picChg chg="add mod">
          <ac:chgData name="Sophia BUI" userId="5388e7d4eb368e7c" providerId="LiveId" clId="{2E2E02C7-0FA3-458F-A4C7-E6127F682DAA}" dt="2024-10-12T14:49:52.926" v="16380" actId="208"/>
          <ac:picMkLst>
            <pc:docMk/>
            <pc:sldMk cId="3056606638" sldId="860"/>
            <ac:picMk id="5" creationId="{049C18BD-8C63-A897-EAAB-8759BBE94BDE}"/>
          </ac:picMkLst>
        </pc:picChg>
      </pc:sldChg>
      <pc:sldChg chg="addSp delSp modSp mod">
        <pc:chgData name="Sophia BUI" userId="5388e7d4eb368e7c" providerId="LiveId" clId="{2E2E02C7-0FA3-458F-A4C7-E6127F682DAA}" dt="2024-10-12T15:05:58.021" v="17365" actId="1037"/>
        <pc:sldMkLst>
          <pc:docMk/>
          <pc:sldMk cId="1429122834" sldId="861"/>
        </pc:sldMkLst>
        <pc:spChg chg="mod">
          <ac:chgData name="Sophia BUI" userId="5388e7d4eb368e7c" providerId="LiveId" clId="{2E2E02C7-0FA3-458F-A4C7-E6127F682DAA}" dt="2024-10-09T03:05:27.204" v="13842"/>
          <ac:spMkLst>
            <pc:docMk/>
            <pc:sldMk cId="1429122834" sldId="861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15:01:57.515" v="17286" actId="255"/>
          <ac:graphicFrameMkLst>
            <pc:docMk/>
            <pc:sldMk cId="1429122834" sldId="861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12T14:16:08.241" v="16205" actId="478"/>
          <ac:picMkLst>
            <pc:docMk/>
            <pc:sldMk cId="1429122834" sldId="861"/>
            <ac:picMk id="4" creationId="{993DDBF5-0E49-FB1E-D945-D1AEFED40F46}"/>
          </ac:picMkLst>
        </pc:picChg>
        <pc:picChg chg="add del mod">
          <ac:chgData name="Sophia BUI" userId="5388e7d4eb368e7c" providerId="LiveId" clId="{2E2E02C7-0FA3-458F-A4C7-E6127F682DAA}" dt="2024-10-12T15:05:37.576" v="17330" actId="478"/>
          <ac:picMkLst>
            <pc:docMk/>
            <pc:sldMk cId="1429122834" sldId="861"/>
            <ac:picMk id="5" creationId="{AFD1771F-2D27-D6EA-B798-479264B2D84D}"/>
          </ac:picMkLst>
        </pc:picChg>
        <pc:picChg chg="del">
          <ac:chgData name="Sophia BUI" userId="5388e7d4eb368e7c" providerId="LiveId" clId="{2E2E02C7-0FA3-458F-A4C7-E6127F682DAA}" dt="2024-10-09T03:05:40.794" v="13844" actId="478"/>
          <ac:picMkLst>
            <pc:docMk/>
            <pc:sldMk cId="1429122834" sldId="861"/>
            <ac:picMk id="7" creationId="{19DA7361-3BF6-E959-A637-68C6375A8259}"/>
          </ac:picMkLst>
        </pc:picChg>
        <pc:picChg chg="add mod">
          <ac:chgData name="Sophia BUI" userId="5388e7d4eb368e7c" providerId="LiveId" clId="{2E2E02C7-0FA3-458F-A4C7-E6127F682DAA}" dt="2024-10-12T15:05:58.021" v="17365" actId="1037"/>
          <ac:picMkLst>
            <pc:docMk/>
            <pc:sldMk cId="1429122834" sldId="861"/>
            <ac:picMk id="7" creationId="{B19348D9-43B7-15F7-CD36-47C4EE80ED87}"/>
          </ac:picMkLst>
        </pc:picChg>
        <pc:picChg chg="del">
          <ac:chgData name="Sophia BUI" userId="5388e7d4eb368e7c" providerId="LiveId" clId="{2E2E02C7-0FA3-458F-A4C7-E6127F682DAA}" dt="2024-10-09T03:05:41.898" v="13845" actId="478"/>
          <ac:picMkLst>
            <pc:docMk/>
            <pc:sldMk cId="1429122834" sldId="861"/>
            <ac:picMk id="10" creationId="{93E690C8-5D18-44B6-1983-10E9A0874AC2}"/>
          </ac:picMkLst>
        </pc:picChg>
      </pc:sldChg>
      <pc:sldChg chg="addSp delSp modSp add mod ord">
        <pc:chgData name="Sophia BUI" userId="5388e7d4eb368e7c" providerId="LiveId" clId="{2E2E02C7-0FA3-458F-A4C7-E6127F682DAA}" dt="2024-10-12T15:07:31.916" v="17399" actId="14100"/>
        <pc:sldMkLst>
          <pc:docMk/>
          <pc:sldMk cId="812613588" sldId="862"/>
        </pc:sldMkLst>
        <pc:spChg chg="mod">
          <ac:chgData name="Sophia BUI" userId="5388e7d4eb368e7c" providerId="LiveId" clId="{2E2E02C7-0FA3-458F-A4C7-E6127F682DAA}" dt="2024-10-12T15:07:25.644" v="17398" actId="14100"/>
          <ac:spMkLst>
            <pc:docMk/>
            <pc:sldMk cId="812613588" sldId="862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15:07:31.916" v="17399" actId="14100"/>
          <ac:graphicFrameMkLst>
            <pc:docMk/>
            <pc:sldMk cId="812613588" sldId="862"/>
            <ac:graphicFrameMk id="12" creationId="{F4AE58C5-4E9D-B586-5CAF-A506417545CE}"/>
          </ac:graphicFrameMkLst>
        </pc:graphicFrameChg>
        <pc:picChg chg="add del mod">
          <ac:chgData name="Sophia BUI" userId="5388e7d4eb368e7c" providerId="LiveId" clId="{2E2E02C7-0FA3-458F-A4C7-E6127F682DAA}" dt="2024-10-12T14:28:22.598" v="16258" actId="478"/>
          <ac:picMkLst>
            <pc:docMk/>
            <pc:sldMk cId="812613588" sldId="862"/>
            <ac:picMk id="4" creationId="{BD62A5FD-E4D0-DD72-896F-789E6C4EE2FA}"/>
          </ac:picMkLst>
        </pc:picChg>
        <pc:picChg chg="del">
          <ac:chgData name="Sophia BUI" userId="5388e7d4eb368e7c" providerId="LiveId" clId="{2E2E02C7-0FA3-458F-A4C7-E6127F682DAA}" dt="2024-10-09T03:35:28.691" v="14371" actId="478"/>
          <ac:picMkLst>
            <pc:docMk/>
            <pc:sldMk cId="812613588" sldId="862"/>
            <ac:picMk id="5" creationId="{39DBD969-6E01-B497-E3A9-2D4F48EE8999}"/>
          </ac:picMkLst>
        </pc:picChg>
        <pc:picChg chg="add del mod">
          <ac:chgData name="Sophia BUI" userId="5388e7d4eb368e7c" providerId="LiveId" clId="{2E2E02C7-0FA3-458F-A4C7-E6127F682DAA}" dt="2024-10-12T14:31:40.456" v="16284" actId="478"/>
          <ac:picMkLst>
            <pc:docMk/>
            <pc:sldMk cId="812613588" sldId="862"/>
            <ac:picMk id="5" creationId="{C84DDAC4-D11F-92F4-4A52-612CD9F88380}"/>
          </ac:picMkLst>
        </pc:picChg>
        <pc:picChg chg="add del mod">
          <ac:chgData name="Sophia BUI" userId="5388e7d4eb368e7c" providerId="LiveId" clId="{2E2E02C7-0FA3-458F-A4C7-E6127F682DAA}" dt="2024-10-12T15:06:11.633" v="17366" actId="478"/>
          <ac:picMkLst>
            <pc:docMk/>
            <pc:sldMk cId="812613588" sldId="862"/>
            <ac:picMk id="7" creationId="{6CC747EC-7425-8B6C-A0B1-B6BC810F841D}"/>
          </ac:picMkLst>
        </pc:picChg>
        <pc:picChg chg="del">
          <ac:chgData name="Sophia BUI" userId="5388e7d4eb368e7c" providerId="LiveId" clId="{2E2E02C7-0FA3-458F-A4C7-E6127F682DAA}" dt="2024-10-09T03:35:26.560" v="14370" actId="478"/>
          <ac:picMkLst>
            <pc:docMk/>
            <pc:sldMk cId="812613588" sldId="862"/>
            <ac:picMk id="8" creationId="{B35751F8-13F2-6C3A-A3EB-026B8347861A}"/>
          </ac:picMkLst>
        </pc:picChg>
        <pc:picChg chg="add mod">
          <ac:chgData name="Sophia BUI" userId="5388e7d4eb368e7c" providerId="LiveId" clId="{2E2E02C7-0FA3-458F-A4C7-E6127F682DAA}" dt="2024-10-12T15:07:15.329" v="17397" actId="1038"/>
          <ac:picMkLst>
            <pc:docMk/>
            <pc:sldMk cId="812613588" sldId="862"/>
            <ac:picMk id="9" creationId="{4B3DDAF2-22EF-29AA-564A-932E65DEA672}"/>
          </ac:picMkLst>
        </pc:picChg>
      </pc:sldChg>
      <pc:sldChg chg="modSp del mod">
        <pc:chgData name="Sophia BUI" userId="5388e7d4eb368e7c" providerId="LiveId" clId="{2E2E02C7-0FA3-458F-A4C7-E6127F682DAA}" dt="2024-10-09T03:28:51.131" v="14286" actId="2696"/>
        <pc:sldMkLst>
          <pc:docMk/>
          <pc:sldMk cId="3384650161" sldId="862"/>
        </pc:sldMkLst>
        <pc:spChg chg="mod">
          <ac:chgData name="Sophia BUI" userId="5388e7d4eb368e7c" providerId="LiveId" clId="{2E2E02C7-0FA3-458F-A4C7-E6127F682DAA}" dt="2024-10-09T03:05:31.653" v="13843"/>
          <ac:spMkLst>
            <pc:docMk/>
            <pc:sldMk cId="3384650161" sldId="862"/>
            <ac:spMk id="2" creationId="{7C75DB6F-8BF0-7C7A-579E-BD75390FE188}"/>
          </ac:spMkLst>
        </pc:spChg>
      </pc:sldChg>
      <pc:sldChg chg="addSp delSp modSp add mod">
        <pc:chgData name="Sophia BUI" userId="5388e7d4eb368e7c" providerId="LiveId" clId="{2E2E02C7-0FA3-458F-A4C7-E6127F682DAA}" dt="2024-10-12T02:59:36.455" v="15239" actId="1076"/>
        <pc:sldMkLst>
          <pc:docMk/>
          <pc:sldMk cId="3611076130" sldId="863"/>
        </pc:sldMkLst>
        <pc:spChg chg="mod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2" creationId="{7C75DB6F-8BF0-7C7A-579E-BD75390FE188}"/>
          </ac:spMkLst>
        </pc:spChg>
        <pc:spChg chg="mod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14" creationId="{E282D2A6-C5DE-138A-8486-C36B774E1614}"/>
          </ac:spMkLst>
        </pc:spChg>
        <pc:spChg chg="add del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20" creationId="{385E1BDC-A9B0-4A87-82E3-F3187F69A802}"/>
          </ac:spMkLst>
        </pc:spChg>
        <pc:spChg chg="add del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22" creationId="{0990C621-3B8B-4820-8328-D47EF7CE823C}"/>
          </ac:spMkLst>
        </pc:spChg>
        <pc:spChg chg="add del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24" creationId="{C1A2385B-1D2A-4E17-84FA-6CB7F0AAE473}"/>
          </ac:spMkLst>
        </pc:spChg>
        <pc:spChg chg="add del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26" creationId="{5E791F2F-79DB-4CC0-9FA1-001E3E91E8B7}"/>
          </ac:spMkLst>
        </pc:spChg>
        <pc:spChg chg="add del">
          <ac:chgData name="Sophia BUI" userId="5388e7d4eb368e7c" providerId="LiveId" clId="{2E2E02C7-0FA3-458F-A4C7-E6127F682DAA}" dt="2024-10-12T02:58:37.296" v="15232" actId="26606"/>
          <ac:spMkLst>
            <pc:docMk/>
            <pc:sldMk cId="3611076130" sldId="863"/>
            <ac:spMk id="31" creationId="{8761DDFE-071F-4200-B0AA-394476C2D2D6}"/>
          </ac:spMkLst>
        </pc:spChg>
        <pc:picChg chg="add mod ord">
          <ac:chgData name="Sophia BUI" userId="5388e7d4eb368e7c" providerId="LiveId" clId="{2E2E02C7-0FA3-458F-A4C7-E6127F682DAA}" dt="2024-10-12T02:59:36.455" v="15239" actId="1076"/>
          <ac:picMkLst>
            <pc:docMk/>
            <pc:sldMk cId="3611076130" sldId="863"/>
            <ac:picMk id="4" creationId="{5D07B8CD-F80B-DCB9-345D-A12F41E42CCC}"/>
          </ac:picMkLst>
        </pc:picChg>
        <pc:picChg chg="add mod">
          <ac:chgData name="Sophia BUI" userId="5388e7d4eb368e7c" providerId="LiveId" clId="{2E2E02C7-0FA3-458F-A4C7-E6127F682DAA}" dt="2024-10-12T02:59:24.255" v="15237" actId="14100"/>
          <ac:picMkLst>
            <pc:docMk/>
            <pc:sldMk cId="3611076130" sldId="863"/>
            <ac:picMk id="6" creationId="{BC6E42AE-16C5-C97B-3AE4-66F563B5CB60}"/>
          </ac:picMkLst>
        </pc:picChg>
        <pc:picChg chg="del">
          <ac:chgData name="Sophia BUI" userId="5388e7d4eb368e7c" providerId="LiveId" clId="{2E2E02C7-0FA3-458F-A4C7-E6127F682DAA}" dt="2024-10-12T02:57:14.807" v="15222" actId="478"/>
          <ac:picMkLst>
            <pc:docMk/>
            <pc:sldMk cId="3611076130" sldId="863"/>
            <ac:picMk id="8" creationId="{A28E0A0A-B48E-3796-269B-569639363DED}"/>
          </ac:picMkLst>
        </pc:picChg>
        <pc:picChg chg="del">
          <ac:chgData name="Sophia BUI" userId="5388e7d4eb368e7c" providerId="LiveId" clId="{2E2E02C7-0FA3-458F-A4C7-E6127F682DAA}" dt="2024-10-12T02:57:13.144" v="15221" actId="478"/>
          <ac:picMkLst>
            <pc:docMk/>
            <pc:sldMk cId="3611076130" sldId="863"/>
            <ac:picMk id="10" creationId="{CED0BB24-1A7D-85B2-009D-6A4E4E91C06F}"/>
          </ac:picMkLst>
        </pc:picChg>
        <pc:picChg chg="del">
          <ac:chgData name="Sophia BUI" userId="5388e7d4eb368e7c" providerId="LiveId" clId="{2E2E02C7-0FA3-458F-A4C7-E6127F682DAA}" dt="2024-10-12T02:57:11.407" v="15220" actId="478"/>
          <ac:picMkLst>
            <pc:docMk/>
            <pc:sldMk cId="3611076130" sldId="863"/>
            <ac:picMk id="12" creationId="{8685A0B8-EF45-8FBE-A425-3C229015E60D}"/>
          </ac:picMkLst>
        </pc:picChg>
      </pc:sldChg>
      <pc:sldChg chg="delSp modSp del mod">
        <pc:chgData name="Sophia BUI" userId="5388e7d4eb368e7c" providerId="LiveId" clId="{2E2E02C7-0FA3-458F-A4C7-E6127F682DAA}" dt="2024-10-12T02:23:31.011" v="14878" actId="2696"/>
        <pc:sldMkLst>
          <pc:docMk/>
          <pc:sldMk cId="4011200458" sldId="863"/>
        </pc:sldMkLst>
        <pc:spChg chg="mod">
          <ac:chgData name="Sophia BUI" userId="5388e7d4eb368e7c" providerId="LiveId" clId="{2E2E02C7-0FA3-458F-A4C7-E6127F682DAA}" dt="2024-10-12T02:04:56.792" v="14781" actId="20577"/>
          <ac:spMkLst>
            <pc:docMk/>
            <pc:sldMk cId="4011200458" sldId="863"/>
            <ac:spMk id="2" creationId="{7C75DB6F-8BF0-7C7A-579E-BD75390FE188}"/>
          </ac:spMkLst>
        </pc:spChg>
        <pc:picChg chg="del">
          <ac:chgData name="Sophia BUI" userId="5388e7d4eb368e7c" providerId="LiveId" clId="{2E2E02C7-0FA3-458F-A4C7-E6127F682DAA}" dt="2024-10-12T02:22:28.121" v="14865" actId="21"/>
          <ac:picMkLst>
            <pc:docMk/>
            <pc:sldMk cId="4011200458" sldId="863"/>
            <ac:picMk id="4" creationId="{6EF0FDC2-4942-CCAE-9900-613B9D660A19}"/>
          </ac:picMkLst>
        </pc:picChg>
      </pc:sldChg>
      <pc:sldChg chg="addSp delSp modSp add mod">
        <pc:chgData name="Sophia BUI" userId="5388e7d4eb368e7c" providerId="LiveId" clId="{2E2E02C7-0FA3-458F-A4C7-E6127F682DAA}" dt="2024-10-12T15:12:11.238" v="17445" actId="14100"/>
        <pc:sldMkLst>
          <pc:docMk/>
          <pc:sldMk cId="41650983" sldId="864"/>
        </pc:sldMkLst>
        <pc:spChg chg="mod">
          <ac:chgData name="Sophia BUI" userId="5388e7d4eb368e7c" providerId="LiveId" clId="{2E2E02C7-0FA3-458F-A4C7-E6127F682DAA}" dt="2024-10-12T15:12:11.238" v="17445" actId="14100"/>
          <ac:spMkLst>
            <pc:docMk/>
            <pc:sldMk cId="41650983" sldId="864"/>
            <ac:spMk id="2" creationId="{7C75DB6F-8BF0-7C7A-579E-BD75390FE188}"/>
          </ac:spMkLst>
        </pc:spChg>
        <pc:graphicFrameChg chg="mod modGraphic">
          <ac:chgData name="Sophia BUI" userId="5388e7d4eb368e7c" providerId="LiveId" clId="{2E2E02C7-0FA3-458F-A4C7-E6127F682DAA}" dt="2024-10-12T15:11:24.317" v="17444" actId="14100"/>
          <ac:graphicFrameMkLst>
            <pc:docMk/>
            <pc:sldMk cId="41650983" sldId="864"/>
            <ac:graphicFrameMk id="12" creationId="{F4AE58C5-4E9D-B586-5CAF-A506417545CE}"/>
          </ac:graphicFrameMkLst>
        </pc:graphicFrameChg>
        <pc:picChg chg="add mod">
          <ac:chgData name="Sophia BUI" userId="5388e7d4eb368e7c" providerId="LiveId" clId="{2E2E02C7-0FA3-458F-A4C7-E6127F682DAA}" dt="2024-10-12T15:10:57.373" v="17441" actId="1038"/>
          <ac:picMkLst>
            <pc:docMk/>
            <pc:sldMk cId="41650983" sldId="864"/>
            <ac:picMk id="4" creationId="{BBB52BD2-F174-7FE2-DB83-D5564CC359BC}"/>
          </ac:picMkLst>
        </pc:picChg>
        <pc:picChg chg="del mod">
          <ac:chgData name="Sophia BUI" userId="5388e7d4eb368e7c" providerId="LiveId" clId="{2E2E02C7-0FA3-458F-A4C7-E6127F682DAA}" dt="2024-10-12T15:07:39.786" v="17400" actId="478"/>
          <ac:picMkLst>
            <pc:docMk/>
            <pc:sldMk cId="41650983" sldId="864"/>
            <ac:picMk id="5" creationId="{C84DDAC4-D11F-92F4-4A52-612CD9F88380}"/>
          </ac:picMkLst>
        </pc:picChg>
      </pc:sldChg>
      <pc:sldChg chg="addSp delSp modSp new del mod">
        <pc:chgData name="Sophia BUI" userId="5388e7d4eb368e7c" providerId="LiveId" clId="{2E2E02C7-0FA3-458F-A4C7-E6127F682DAA}" dt="2024-10-12T02:21:55.889" v="14863" actId="2696"/>
        <pc:sldMkLst>
          <pc:docMk/>
          <pc:sldMk cId="3592839483" sldId="864"/>
        </pc:sldMkLst>
        <pc:spChg chg="del">
          <ac:chgData name="Sophia BUI" userId="5388e7d4eb368e7c" providerId="LiveId" clId="{2E2E02C7-0FA3-458F-A4C7-E6127F682DAA}" dt="2024-10-12T02:08:48.528" v="14783" actId="22"/>
          <ac:spMkLst>
            <pc:docMk/>
            <pc:sldMk cId="3592839483" sldId="864"/>
            <ac:spMk id="3" creationId="{6090424D-67EE-FA87-57B1-55CF9FCDEC85}"/>
          </ac:spMkLst>
        </pc:spChg>
        <pc:picChg chg="add mod ord">
          <ac:chgData name="Sophia BUI" userId="5388e7d4eb368e7c" providerId="LiveId" clId="{2E2E02C7-0FA3-458F-A4C7-E6127F682DAA}" dt="2024-10-12T02:08:48.528" v="14783" actId="22"/>
          <ac:picMkLst>
            <pc:docMk/>
            <pc:sldMk cId="3592839483" sldId="864"/>
            <ac:picMk id="5" creationId="{3FBC67D4-70E8-A115-C4BF-AF5DFADCBE5B}"/>
          </ac:picMkLst>
        </pc:picChg>
      </pc:sldChg>
      <pc:sldChg chg="addSp delSp modSp add del mod ord setBg">
        <pc:chgData name="Sophia BUI" userId="5388e7d4eb368e7c" providerId="LiveId" clId="{2E2E02C7-0FA3-458F-A4C7-E6127F682DAA}" dt="2024-10-12T14:50:12.597" v="16381" actId="2696"/>
        <pc:sldMkLst>
          <pc:docMk/>
          <pc:sldMk cId="1929051286" sldId="865"/>
        </pc:sldMkLst>
        <pc:spChg chg="mod">
          <ac:chgData name="Sophia BUI" userId="5388e7d4eb368e7c" providerId="LiveId" clId="{2E2E02C7-0FA3-458F-A4C7-E6127F682DAA}" dt="2024-10-12T14:49:11.838" v="16370" actId="26606"/>
          <ac:spMkLst>
            <pc:docMk/>
            <pc:sldMk cId="1929051286" sldId="865"/>
            <ac:spMk id="2" creationId="{7C75DB6F-8BF0-7C7A-579E-BD75390FE188}"/>
          </ac:spMkLst>
        </pc:spChg>
        <pc:spChg chg="add">
          <ac:chgData name="Sophia BUI" userId="5388e7d4eb368e7c" providerId="LiveId" clId="{2E2E02C7-0FA3-458F-A4C7-E6127F682DAA}" dt="2024-10-12T14:49:11.838" v="16370" actId="26606"/>
          <ac:spMkLst>
            <pc:docMk/>
            <pc:sldMk cId="1929051286" sldId="865"/>
            <ac:spMk id="10" creationId="{BCED4D40-4B67-4331-AC48-79B82B4A47D8}"/>
          </ac:spMkLst>
        </pc:spChg>
        <pc:spChg chg="add">
          <ac:chgData name="Sophia BUI" userId="5388e7d4eb368e7c" providerId="LiveId" clId="{2E2E02C7-0FA3-458F-A4C7-E6127F682DAA}" dt="2024-10-12T14:49:11.838" v="16370" actId="26606"/>
          <ac:spMkLst>
            <pc:docMk/>
            <pc:sldMk cId="1929051286" sldId="865"/>
            <ac:spMk id="12" creationId="{670CEDEF-4F34-412E-84EE-329C1E936AF5}"/>
          </ac:spMkLst>
        </pc:spChg>
        <pc:picChg chg="del">
          <ac:chgData name="Sophia BUI" userId="5388e7d4eb368e7c" providerId="LiveId" clId="{2E2E02C7-0FA3-458F-A4C7-E6127F682DAA}" dt="2024-10-12T14:49:00.673" v="16367" actId="478"/>
          <ac:picMkLst>
            <pc:docMk/>
            <pc:sldMk cId="1929051286" sldId="865"/>
            <ac:picMk id="4" creationId="{6EF0FDC2-4942-CCAE-9900-613B9D660A19}"/>
          </ac:picMkLst>
        </pc:picChg>
        <pc:picChg chg="add mod">
          <ac:chgData name="Sophia BUI" userId="5388e7d4eb368e7c" providerId="LiveId" clId="{2E2E02C7-0FA3-458F-A4C7-E6127F682DAA}" dt="2024-10-12T14:49:18.949" v="16374" actId="14100"/>
          <ac:picMkLst>
            <pc:docMk/>
            <pc:sldMk cId="1929051286" sldId="865"/>
            <ac:picMk id="5" creationId="{4B5C0048-89BD-3696-8D10-2F32E7E50F21}"/>
          </ac:picMkLst>
        </pc:picChg>
      </pc:sldChg>
      <pc:sldChg chg="modSp add mod ord">
        <pc:chgData name="Sophia BUI" userId="5388e7d4eb368e7c" providerId="LiveId" clId="{2E2E02C7-0FA3-458F-A4C7-E6127F682DAA}" dt="2024-10-12T14:59:28.926" v="17277" actId="14100"/>
        <pc:sldMkLst>
          <pc:docMk/>
          <pc:sldMk cId="2386588436" sldId="865"/>
        </pc:sldMkLst>
        <pc:spChg chg="mod">
          <ac:chgData name="Sophia BUI" userId="5388e7d4eb368e7c" providerId="LiveId" clId="{2E2E02C7-0FA3-458F-A4C7-E6127F682DAA}" dt="2024-10-12T14:59:15.356" v="17275" actId="14100"/>
          <ac:spMkLst>
            <pc:docMk/>
            <pc:sldMk cId="2386588436" sldId="865"/>
            <ac:spMk id="2" creationId="{E75976DE-E665-3F90-84C7-CAFC032C46AA}"/>
          </ac:spMkLst>
        </pc:spChg>
        <pc:spChg chg="mod">
          <ac:chgData name="Sophia BUI" userId="5388e7d4eb368e7c" providerId="LiveId" clId="{2E2E02C7-0FA3-458F-A4C7-E6127F682DAA}" dt="2024-10-12T14:59:28.926" v="17277" actId="14100"/>
          <ac:spMkLst>
            <pc:docMk/>
            <pc:sldMk cId="2386588436" sldId="865"/>
            <ac:spMk id="43" creationId="{595E72A1-679F-D2B1-EF6D-4B6062F50812}"/>
          </ac:spMkLst>
        </pc:spChg>
        <pc:picChg chg="mod">
          <ac:chgData name="Sophia BUI" userId="5388e7d4eb368e7c" providerId="LiveId" clId="{2E2E02C7-0FA3-458F-A4C7-E6127F682DAA}" dt="2024-10-12T14:59:22.156" v="17276" actId="14100"/>
          <ac:picMkLst>
            <pc:docMk/>
            <pc:sldMk cId="2386588436" sldId="865"/>
            <ac:picMk id="8" creationId="{E2D3A2FB-D3D1-826B-3011-DDF02B26A479}"/>
          </ac:picMkLst>
        </pc:picChg>
      </pc:sldChg>
      <pc:sldChg chg="modSp del mod">
        <pc:chgData name="Sophia BUI" userId="5388e7d4eb368e7c" providerId="LiveId" clId="{2E2E02C7-0FA3-458F-A4C7-E6127F682DAA}" dt="2024-10-14T03:15:02.153" v="17592" actId="47"/>
        <pc:sldMkLst>
          <pc:docMk/>
          <pc:sldMk cId="2055150646" sldId="866"/>
        </pc:sldMkLst>
        <pc:spChg chg="mod">
          <ac:chgData name="Sophia BUI" userId="5388e7d4eb368e7c" providerId="LiveId" clId="{2E2E02C7-0FA3-458F-A4C7-E6127F682DAA}" dt="2024-10-14T03:11:34.092" v="17519" actId="20577"/>
          <ac:spMkLst>
            <pc:docMk/>
            <pc:sldMk cId="2055150646" sldId="866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4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8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28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5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4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3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2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5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9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15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sZNB4IIu_I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utu.be/2Qu2bkNYie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err="1"/>
              <a:t>Xây</a:t>
            </a:r>
            <a:r>
              <a:rPr lang="en-US" sz="5400" dirty="0"/>
              <a:t> </a:t>
            </a:r>
            <a:r>
              <a:rPr lang="en-US" sz="5400" dirty="0" err="1"/>
              <a:t>dựng</a:t>
            </a:r>
            <a:r>
              <a:rPr lang="en-US" sz="5400" dirty="0"/>
              <a:t> </a:t>
            </a:r>
            <a:r>
              <a:rPr lang="en-US" dirty="0"/>
              <a:t>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sz="5400" dirty="0"/>
              <a:t> ASP.NET MVC5 Entity Framework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</a:t>
            </a:r>
            <a:r>
              <a:rPr lang="en-US" dirty="0"/>
              <a:t>. Bùi </a:t>
            </a:r>
            <a:r>
              <a:rPr lang="en-US" dirty="0" err="1"/>
              <a:t>Thị</a:t>
            </a:r>
            <a:r>
              <a:rPr lang="en-US" dirty="0"/>
              <a:t> Thanh Tú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229919-321F-65F8-600E-CF79AB4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68264"/>
            <a:ext cx="12039600" cy="777874"/>
          </a:xfrm>
        </p:spPr>
        <p:txBody>
          <a:bodyPr/>
          <a:lstStyle/>
          <a:p>
            <a:r>
              <a:rPr lang="en-US" dirty="0"/>
              <a:t>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152A7F9-55A8-08ED-CBB9-8F27C83BA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991982"/>
              </p:ext>
            </p:extLst>
          </p:nvPr>
        </p:nvGraphicFramePr>
        <p:xfrm>
          <a:off x="150812" y="1066800"/>
          <a:ext cx="11887199" cy="533399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1507">
                  <a:extLst>
                    <a:ext uri="{9D8B030D-6E8A-4147-A177-3AD203B41FA5}">
                      <a16:colId xmlns:a16="http://schemas.microsoft.com/office/drawing/2014/main" val="185108335"/>
                    </a:ext>
                  </a:extLst>
                </a:gridCol>
                <a:gridCol w="5082846">
                  <a:extLst>
                    <a:ext uri="{9D8B030D-6E8A-4147-A177-3AD203B41FA5}">
                      <a16:colId xmlns:a16="http://schemas.microsoft.com/office/drawing/2014/main" val="3863412536"/>
                    </a:ext>
                  </a:extLst>
                </a:gridCol>
                <a:gridCol w="5082846">
                  <a:extLst>
                    <a:ext uri="{9D8B030D-6E8A-4147-A177-3AD203B41FA5}">
                      <a16:colId xmlns:a16="http://schemas.microsoft.com/office/drawing/2014/main" val="4017206408"/>
                    </a:ext>
                  </a:extLst>
                </a:gridCol>
              </a:tblGrid>
              <a:tr h="3832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41704"/>
                  </a:ext>
                </a:extLst>
              </a:tr>
              <a:tr h="383213">
                <a:tc>
                  <a:txBody>
                    <a:bodyPr/>
                    <a:lstStyle/>
                    <a:p>
                      <a:r>
                        <a:rPr lang="en-US" b="1" dirty="0"/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Tạo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trang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highlight>
                            <a:srgbClr val="FFFF00"/>
                          </a:highlight>
                        </a:rPr>
                        <a:t>Admin Layout </a:t>
                      </a:r>
                      <a:r>
                        <a:rPr lang="en-US" sz="1800" dirty="0" err="1"/>
                        <a:t>để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tái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sử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dụng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Tạo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trang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b="1" kern="1200" dirty="0">
                          <a:solidFill>
                            <a:schemeClr val="bg2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Customer Layout </a:t>
                      </a:r>
                      <a:r>
                        <a:rPr lang="en-US" sz="1800" dirty="0" err="1"/>
                        <a:t>để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tái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sử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dụng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86512"/>
                  </a:ext>
                </a:extLst>
              </a:tr>
              <a:tr h="668740">
                <a:tc>
                  <a:txBody>
                    <a:bodyPr/>
                    <a:lstStyle/>
                    <a:p>
                      <a:r>
                        <a:rPr lang="en-US" b="1" dirty="0"/>
                        <a:t>Danh </a:t>
                      </a:r>
                      <a:r>
                        <a:rPr lang="en-US" b="1" dirty="0" err="1"/>
                        <a:t>mục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Quản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lý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mục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r>
                        <a:rPr lang="en-US" sz="1800" dirty="0"/>
                        <a:t> (CRUD)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Tạo</a:t>
                      </a:r>
                      <a:r>
                        <a:rPr lang="en-US" sz="1800" dirty="0"/>
                        <a:t> menu Danh </a:t>
                      </a:r>
                      <a:r>
                        <a:rPr lang="en-US" sz="1800" dirty="0" err="1"/>
                        <a:t>mục</a:t>
                      </a:r>
                      <a:endParaRPr lang="en-US" sz="1800" dirty="0"/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Xem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sách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theo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danh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mục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52827"/>
                  </a:ext>
                </a:extLst>
              </a:tr>
              <a:tr h="955343">
                <a:tc>
                  <a:txBody>
                    <a:bodyPr/>
                    <a:lstStyle/>
                    <a:p>
                      <a:r>
                        <a:rPr lang="en-US" b="1" dirty="0" err="1"/>
                        <a:t>Sản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phẩm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Quản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lý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r>
                        <a:rPr lang="en-US" sz="1800" dirty="0"/>
                        <a:t> (CRUD, </a:t>
                      </a:r>
                      <a:r>
                        <a:rPr lang="en-US" sz="1800" dirty="0" err="1"/>
                        <a:t>Tìm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kiếm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Sắp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xếp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trang</a:t>
                      </a:r>
                      <a:r>
                        <a:rPr lang="en-US" sz="18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Xem</a:t>
                      </a:r>
                      <a:r>
                        <a:rPr lang="en-US" sz="1800" dirty="0"/>
                        <a:t> Chi </a:t>
                      </a:r>
                      <a:r>
                        <a:rPr lang="en-US" sz="1800" dirty="0" err="1"/>
                        <a:t>tiết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r>
                        <a:rPr lang="en-US" sz="1800" dirty="0"/>
                        <a:t> (Product Detail)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Tìm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kiếm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r>
                        <a:rPr lang="en-US" sz="1800" dirty="0"/>
                        <a:t>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Sắp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xếp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trang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kết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quả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tìm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kiếm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488881"/>
                  </a:ext>
                </a:extLst>
              </a:tr>
              <a:tr h="1528549">
                <a:tc>
                  <a:txBody>
                    <a:bodyPr/>
                    <a:lstStyle/>
                    <a:p>
                      <a:r>
                        <a:rPr lang="en-US" b="1" dirty="0" err="1"/>
                        <a:t>Tài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khoản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khách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hàng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và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Đơn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hàng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khoản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khách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Xem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sắp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xếp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khoản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Xem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chi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tiết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khách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cụ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Quản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lý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Giỏ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hàng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Thanh </a:t>
                      </a:r>
                      <a:r>
                        <a:rPr lang="en-US" sz="1800" dirty="0" err="1"/>
                        <a:t>toán</a:t>
                      </a: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Xác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nhận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đơn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hàng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Tra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cứu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Lịch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sử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mua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hàng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Đăng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ký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Đăng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nhập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Đăng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xuất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87568"/>
                  </a:ext>
                </a:extLst>
              </a:tr>
              <a:tr h="955343">
                <a:tc>
                  <a:txBody>
                    <a:bodyPr/>
                    <a:lstStyle/>
                    <a:p>
                      <a:r>
                        <a:rPr lang="en-US" b="1" dirty="0" err="1"/>
                        <a:t>Tài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khoản</a:t>
                      </a:r>
                      <a:r>
                        <a:rPr lang="en-US" b="1" dirty="0"/>
                        <a:t>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 err="1"/>
                        <a:t>Quản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lý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tài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khoản</a:t>
                      </a:r>
                      <a:r>
                        <a:rPr lang="en-US" sz="1800" dirty="0"/>
                        <a:t> Admin (CRUD, </a:t>
                      </a:r>
                      <a:r>
                        <a:rPr lang="en-US" sz="1800" dirty="0" err="1"/>
                        <a:t>Tìm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kiếm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phân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trang</a:t>
                      </a:r>
                      <a:r>
                        <a:rPr lang="en-US" sz="1800" dirty="0"/>
                        <a:t>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/>
                        <a:t>Đăng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nhập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Đăng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xuất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63815"/>
                  </a:ext>
                </a:extLst>
              </a:tr>
              <a:tr h="459596">
                <a:tc>
                  <a:txBody>
                    <a:bodyPr/>
                    <a:lstStyle/>
                    <a:p>
                      <a:r>
                        <a:rPr lang="en-US" b="1" dirty="0"/>
                        <a:t>Trang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kê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Theo </a:t>
                      </a:r>
                      <a:r>
                        <a:rPr lang="en-US" sz="1800" dirty="0" err="1"/>
                        <a:t>biểu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mẫu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tham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khảo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41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81F5-B84D-F242-95A9-141E2A84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2" y="76200"/>
            <a:ext cx="12019439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CÀI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dirty="0" err="1"/>
              <a:t>ĐẶT</a:t>
            </a:r>
            <a:r>
              <a:rPr lang="en-US" sz="4400" dirty="0"/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CÁC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KHỐI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CHỨC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NĂNG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43304E3-DEC1-081E-5CF8-783EEF402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398360"/>
              </p:ext>
            </p:extLst>
          </p:nvPr>
        </p:nvGraphicFramePr>
        <p:xfrm>
          <a:off x="94772" y="1371600"/>
          <a:ext cx="1201944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2626">
                  <a:extLst>
                    <a:ext uri="{9D8B030D-6E8A-4147-A177-3AD203B41FA5}">
                      <a16:colId xmlns:a16="http://schemas.microsoft.com/office/drawing/2014/main" val="3190448215"/>
                    </a:ext>
                  </a:extLst>
                </a:gridCol>
                <a:gridCol w="4976670">
                  <a:extLst>
                    <a:ext uri="{9D8B030D-6E8A-4147-A177-3AD203B41FA5}">
                      <a16:colId xmlns:a16="http://schemas.microsoft.com/office/drawing/2014/main" val="4208396369"/>
                    </a:ext>
                  </a:extLst>
                </a:gridCol>
                <a:gridCol w="5480144">
                  <a:extLst>
                    <a:ext uri="{9D8B030D-6E8A-4147-A177-3AD203B41FA5}">
                      <a16:colId xmlns:a16="http://schemas.microsoft.com/office/drawing/2014/main" val="3401809750"/>
                    </a:ext>
                  </a:extLst>
                </a:gridCol>
              </a:tblGrid>
              <a:tr h="457390">
                <a:tc>
                  <a:txBody>
                    <a:bodyPr/>
                    <a:lstStyle/>
                    <a:p>
                      <a:endParaRPr lang="en-US" sz="1900"/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r>
                        <a:rPr lang="en-US" sz="1900" dirty="0" err="1"/>
                        <a:t>Phần</a:t>
                      </a:r>
                      <a:r>
                        <a:rPr lang="en-US" sz="1900" dirty="0"/>
                        <a:t> Admin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Phần Customer</a:t>
                      </a:r>
                    </a:p>
                  </a:txBody>
                  <a:tcPr marL="97517" marR="97517" marT="48758" marB="48758"/>
                </a:tc>
                <a:extLst>
                  <a:ext uri="{0D108BD9-81ED-4DB2-BD59-A6C34878D82A}">
                    <a16:rowId xmlns:a16="http://schemas.microsoft.com/office/drawing/2014/main" val="2775858985"/>
                  </a:ext>
                </a:extLst>
              </a:tr>
              <a:tr h="838009">
                <a:tc>
                  <a:txBody>
                    <a:bodyPr/>
                    <a:lstStyle/>
                    <a:p>
                      <a:r>
                        <a:rPr lang="en-US" sz="2000" b="1" dirty="0"/>
                        <a:t>View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chỉnh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sửa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form View </a:t>
                      </a:r>
                      <a:r>
                        <a:rPr lang="en-US" sz="2000" dirty="0" err="1"/>
                        <a:t>tự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sinh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theo</a:t>
                      </a:r>
                      <a:r>
                        <a:rPr lang="en-US" sz="2000" dirty="0"/>
                        <a:t> </a:t>
                      </a:r>
                      <a:r>
                        <a:rPr lang="en-US" sz="2000" b="1" dirty="0" err="1"/>
                        <a:t>Thiết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kế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giao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diện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cho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phần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quản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trị</a:t>
                      </a:r>
                      <a:endParaRPr lang="en-US" sz="2000" b="1" dirty="0"/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/>
                        <a:t>tạo</a:t>
                      </a:r>
                      <a:r>
                        <a:rPr lang="en-US" sz="2000" b="0" dirty="0"/>
                        <a:t> View </a:t>
                      </a:r>
                      <a:r>
                        <a:rPr lang="en-US" sz="2000" b="0" dirty="0" err="1"/>
                        <a:t>dạng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1" dirty="0"/>
                        <a:t>Empty </a:t>
                      </a:r>
                      <a:r>
                        <a:rPr lang="en-US" sz="2000" b="0" dirty="0" err="1"/>
                        <a:t>để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0" dirty="0" err="1"/>
                        <a:t>tự</a:t>
                      </a:r>
                      <a:r>
                        <a:rPr lang="en-US" sz="2000" b="0" dirty="0"/>
                        <a:t> code </a:t>
                      </a:r>
                      <a:r>
                        <a:rPr lang="en-US" sz="2000" b="0" dirty="0" err="1"/>
                        <a:t>theo</a:t>
                      </a:r>
                      <a:r>
                        <a:rPr lang="en-US" sz="2000" b="0" dirty="0"/>
                        <a:t> </a:t>
                      </a:r>
                      <a:r>
                        <a:rPr lang="en-US" sz="2000" b="1" dirty="0"/>
                        <a:t>Giao </a:t>
                      </a:r>
                      <a:r>
                        <a:rPr lang="en-US" sz="2000" b="1" dirty="0" err="1"/>
                        <a:t>diện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trang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tham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khảo</a:t>
                      </a:r>
                      <a:endParaRPr lang="en-US" sz="2000" b="1" dirty="0"/>
                    </a:p>
                  </a:txBody>
                  <a:tcPr marL="97517" marR="97517" marT="48758" marB="48758"/>
                </a:tc>
                <a:extLst>
                  <a:ext uri="{0D108BD9-81ED-4DB2-BD59-A6C34878D82A}">
                    <a16:rowId xmlns:a16="http://schemas.microsoft.com/office/drawing/2014/main" val="280072065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lang="en-US" sz="2000" b="1"/>
                        <a:t>Controller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Dựa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trên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Action Method </a:t>
                      </a:r>
                      <a:r>
                        <a:rPr lang="en-US" sz="2000" dirty="0" err="1"/>
                        <a:t>được</a:t>
                      </a:r>
                      <a:r>
                        <a:rPr lang="en-US" sz="2000" dirty="0"/>
                        <a:t> gen </a:t>
                      </a:r>
                      <a:r>
                        <a:rPr lang="en-US" sz="2000" dirty="0" err="1"/>
                        <a:t>tự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động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chỉnh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sửa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lại</a:t>
                      </a:r>
                      <a:r>
                        <a:rPr lang="en-US" sz="2000" dirty="0"/>
                        <a:t> code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Bổ</a:t>
                      </a:r>
                      <a:r>
                        <a:rPr lang="en-US" sz="2000" dirty="0"/>
                        <a:t> sung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Action method </a:t>
                      </a:r>
                      <a:r>
                        <a:rPr lang="en-US" sz="2000" dirty="0" err="1"/>
                        <a:t>cho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hợp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với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chức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năng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Customer</a:t>
                      </a:r>
                    </a:p>
                  </a:txBody>
                  <a:tcPr marL="97517" marR="97517" marT="48758" marB="48758"/>
                </a:tc>
                <a:extLst>
                  <a:ext uri="{0D108BD9-81ED-4DB2-BD59-A6C34878D82A}">
                    <a16:rowId xmlns:a16="http://schemas.microsoft.com/office/drawing/2014/main" val="2982923082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Bổ</a:t>
                      </a:r>
                      <a:r>
                        <a:rPr lang="en-US" sz="2000" dirty="0"/>
                        <a:t> sung </a:t>
                      </a:r>
                      <a:r>
                        <a:rPr lang="en-US" sz="2000" dirty="0" err="1"/>
                        <a:t>thêm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trường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dữ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liệu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vào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table </a:t>
                      </a:r>
                      <a:r>
                        <a:rPr lang="en-US" sz="2000" dirty="0" err="1"/>
                        <a:t>đã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có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của</a:t>
                      </a:r>
                      <a:r>
                        <a:rPr lang="en-US" sz="2000" dirty="0"/>
                        <a:t> DB </a:t>
                      </a:r>
                      <a:r>
                        <a:rPr lang="en-US" sz="2000" dirty="0" err="1"/>
                        <a:t>cho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phù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hợp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với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trường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dữ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liệu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lưu</a:t>
                      </a:r>
                      <a:endParaRPr lang="en-US" sz="2000" dirty="0"/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Bổ</a:t>
                      </a:r>
                      <a:r>
                        <a:rPr lang="en-US" sz="2000" dirty="0"/>
                        <a:t> sung </a:t>
                      </a:r>
                      <a:r>
                        <a:rPr lang="en-US" sz="2000" dirty="0" err="1"/>
                        <a:t>các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lớp</a:t>
                      </a:r>
                      <a:r>
                        <a:rPr lang="en-US" sz="2000" dirty="0"/>
                        <a:t> Model </a:t>
                      </a:r>
                      <a:r>
                        <a:rPr lang="en-US" sz="2000" dirty="0" err="1"/>
                        <a:t>để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tạo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cấu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trúc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dữ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liệu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cho</a:t>
                      </a:r>
                      <a:r>
                        <a:rPr lang="en-US" sz="2000" dirty="0"/>
                        <a:t>:</a:t>
                      </a:r>
                    </a:p>
                    <a:p>
                      <a:r>
                        <a:rPr lang="en-US" sz="2000" dirty="0"/>
                        <a:t>- shopping cart</a:t>
                      </a:r>
                    </a:p>
                    <a:p>
                      <a:r>
                        <a:rPr lang="en-US" sz="2000" dirty="0"/>
                        <a:t>- related item</a:t>
                      </a:r>
                    </a:p>
                    <a:p>
                      <a:r>
                        <a:rPr lang="en-US" sz="2000" dirty="0"/>
                        <a:t>- </a:t>
                      </a:r>
                      <a:r>
                        <a:rPr lang="en-US" sz="2000" dirty="0" err="1"/>
                        <a:t>thống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kê</a:t>
                      </a:r>
                      <a:endParaRPr lang="en-US" sz="2000" dirty="0"/>
                    </a:p>
                  </a:txBody>
                  <a:tcPr marL="97517" marR="97517" marT="48758" marB="48758"/>
                </a:tc>
                <a:extLst>
                  <a:ext uri="{0D108BD9-81ED-4DB2-BD59-A6C34878D82A}">
                    <a16:rowId xmlns:a16="http://schemas.microsoft.com/office/drawing/2014/main" val="2686151763"/>
                  </a:ext>
                </a:extLst>
              </a:tr>
              <a:tr h="1143001">
                <a:tc>
                  <a:txBody>
                    <a:bodyPr/>
                    <a:lstStyle/>
                    <a:p>
                      <a:r>
                        <a:rPr lang="en-US" sz="2000" b="1" dirty="0"/>
                        <a:t>Layout</a:t>
                      </a:r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Sử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dụng</a:t>
                      </a:r>
                      <a:r>
                        <a:rPr lang="en-US" sz="2000" dirty="0"/>
                        <a:t> file _</a:t>
                      </a:r>
                      <a:r>
                        <a:rPr lang="en-US" sz="2000" dirty="0" err="1"/>
                        <a:t>AdminLayout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chỉnh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sửa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lại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theo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Thiết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kế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giao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diện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cho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phần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quản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trị</a:t>
                      </a:r>
                      <a:endParaRPr lang="en-US" sz="2000" dirty="0"/>
                    </a:p>
                  </a:txBody>
                  <a:tcPr marL="97517" marR="97517" marT="48758" marB="48758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Sử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dụng</a:t>
                      </a:r>
                      <a:r>
                        <a:rPr lang="en-US" sz="2000" dirty="0"/>
                        <a:t> file _</a:t>
                      </a:r>
                      <a:r>
                        <a:rPr lang="en-US" sz="2000" dirty="0" err="1"/>
                        <a:t>CustomerLayout</a:t>
                      </a:r>
                      <a:r>
                        <a:rPr lang="en-US" sz="2000" dirty="0"/>
                        <a:t> (</a:t>
                      </a:r>
                      <a:r>
                        <a:rPr lang="en-US" sz="2000" dirty="0" err="1"/>
                        <a:t>theo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giao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diện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trang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tham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khảo</a:t>
                      </a:r>
                      <a:r>
                        <a:rPr lang="en-US" sz="2000" dirty="0"/>
                        <a:t>)</a:t>
                      </a:r>
                    </a:p>
                  </a:txBody>
                  <a:tcPr marL="97517" marR="97517" marT="48758" marB="48758"/>
                </a:tc>
                <a:extLst>
                  <a:ext uri="{0D108BD9-81ED-4DB2-BD59-A6C34878D82A}">
                    <a16:rowId xmlns:a16="http://schemas.microsoft.com/office/drawing/2014/main" val="363829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71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1BFB3-6E61-D267-BD0B-F63443A3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906" y="1008993"/>
            <a:ext cx="9914906" cy="1200807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914400"/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Phần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2: </a:t>
            </a:r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CÀI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ĐẶT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ADMIN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0416108B-24F9-73BF-C52B-1832F5E7A1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048467"/>
              </p:ext>
            </p:extLst>
          </p:nvPr>
        </p:nvGraphicFramePr>
        <p:xfrm>
          <a:off x="1370012" y="2362200"/>
          <a:ext cx="7315200" cy="34573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0752">
                  <a:extLst>
                    <a:ext uri="{9D8B030D-6E8A-4147-A177-3AD203B41FA5}">
                      <a16:colId xmlns:a16="http://schemas.microsoft.com/office/drawing/2014/main" val="185108335"/>
                    </a:ext>
                  </a:extLst>
                </a:gridCol>
                <a:gridCol w="5464448">
                  <a:extLst>
                    <a:ext uri="{9D8B030D-6E8A-4147-A177-3AD203B41FA5}">
                      <a16:colId xmlns:a16="http://schemas.microsoft.com/office/drawing/2014/main" val="3863412536"/>
                    </a:ext>
                  </a:extLst>
                </a:gridCol>
              </a:tblGrid>
              <a:tr h="340499">
                <a:tc>
                  <a:txBody>
                    <a:bodyPr/>
                    <a:lstStyle/>
                    <a:p>
                      <a:r>
                        <a:rPr lang="en-US" dirty="0" err="1"/>
                        <a:t>Nhóm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năng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41704"/>
                  </a:ext>
                </a:extLst>
              </a:tr>
              <a:tr h="340618">
                <a:tc>
                  <a:txBody>
                    <a:bodyPr/>
                    <a:lstStyle/>
                    <a:p>
                      <a:r>
                        <a:rPr lang="en-US" sz="1600" dirty="0"/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Tạo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dirty="0">
                          <a:solidFill>
                            <a:schemeClr val="bg2"/>
                          </a:solidFill>
                          <a:highlight>
                            <a:srgbClr val="FFFF00"/>
                          </a:highlight>
                        </a:rPr>
                        <a:t>Admin Layout </a:t>
                      </a:r>
                      <a:r>
                        <a:rPr lang="en-US" sz="1600" dirty="0" err="1"/>
                        <a:t>để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tái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sử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dụng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86512"/>
                  </a:ext>
                </a:extLst>
              </a:tr>
              <a:tr h="360549">
                <a:tc>
                  <a:txBody>
                    <a:bodyPr/>
                    <a:lstStyle/>
                    <a:p>
                      <a:r>
                        <a:rPr lang="en-US" sz="1600" dirty="0"/>
                        <a:t>Danh </a:t>
                      </a:r>
                      <a:r>
                        <a:rPr lang="en-US" sz="1600" dirty="0" err="1"/>
                        <a:t>mục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Quản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lý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mục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phẩm</a:t>
                      </a:r>
                      <a:r>
                        <a:rPr lang="en-US" sz="1600" dirty="0"/>
                        <a:t> (CRUD)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528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phẩm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Quản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lý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phẩm</a:t>
                      </a:r>
                      <a:r>
                        <a:rPr lang="en-US" sz="1600" dirty="0"/>
                        <a:t> (CRUD, </a:t>
                      </a:r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kiếm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Sắp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xếp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phân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trang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48888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Tài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khách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hàng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Đơn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hàng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khoản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khách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Xem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sắp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xếp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khoản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Xem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chi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tiết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khách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cụ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87568"/>
                  </a:ext>
                </a:extLst>
              </a:tr>
              <a:tr h="589038">
                <a:tc>
                  <a:txBody>
                    <a:bodyPr/>
                    <a:lstStyle/>
                    <a:p>
                      <a:r>
                        <a:rPr lang="en-US" sz="1600" dirty="0" err="1"/>
                        <a:t>Tài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</a:t>
                      </a:r>
                      <a:r>
                        <a:rPr lang="en-US" sz="1600" dirty="0"/>
                        <a:t>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Quản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lý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tài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</a:t>
                      </a:r>
                      <a:r>
                        <a:rPr lang="en-US" sz="1600" dirty="0"/>
                        <a:t> Admin (CRUD, </a:t>
                      </a:r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kiếm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phân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trang</a:t>
                      </a:r>
                      <a:r>
                        <a:rPr lang="en-US" sz="1600" dirty="0"/>
                        <a:t>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Đăng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nhập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Đăng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xuất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63815"/>
                  </a:ext>
                </a:extLst>
              </a:tr>
              <a:tr h="353716">
                <a:tc>
                  <a:txBody>
                    <a:bodyPr/>
                    <a:lstStyle/>
                    <a:p>
                      <a:r>
                        <a:rPr lang="en-US" sz="1600" dirty="0"/>
                        <a:t>Trang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kê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57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94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400" dirty="0"/>
              <a:t>1. Admin Layout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697" y="761299"/>
            <a:ext cx="6646115" cy="1981201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/>
              <a:t>Trong </a:t>
            </a:r>
            <a:r>
              <a:rPr lang="en-US" sz="2400" dirty="0">
                <a:solidFill>
                  <a:srgbClr val="FFFF00"/>
                </a:solidFill>
              </a:rPr>
              <a:t>Area\Admin\View\Shared, </a:t>
            </a:r>
            <a:r>
              <a:rPr lang="en-US" sz="2400" dirty="0" err="1">
                <a:solidFill>
                  <a:srgbClr val="FFFF00"/>
                </a:solidFill>
              </a:rPr>
              <a:t>tạo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trang</a:t>
            </a:r>
            <a:r>
              <a:rPr lang="en-US" sz="2400" dirty="0">
                <a:solidFill>
                  <a:srgbClr val="FFFF00"/>
                </a:solidFill>
              </a:rPr>
              <a:t> _</a:t>
            </a:r>
            <a:r>
              <a:rPr lang="en-US" sz="2400" dirty="0" err="1">
                <a:solidFill>
                  <a:srgbClr val="FFFF00"/>
                </a:solidFill>
              </a:rPr>
              <a:t>AdminLayout.cshtml</a:t>
            </a:r>
            <a:endParaRPr lang="en-US" sz="2400" dirty="0">
              <a:solidFill>
                <a:srgbClr val="FFFF00"/>
              </a:solidFill>
            </a:endParaRPr>
          </a:p>
          <a:p>
            <a:pPr lvl="1"/>
            <a:r>
              <a:rPr lang="en-US" sz="2000" dirty="0"/>
              <a:t>Copy </a:t>
            </a:r>
            <a:r>
              <a:rPr lang="en-US" sz="2000" dirty="0" err="1"/>
              <a:t>trang</a:t>
            </a:r>
            <a:r>
              <a:rPr lang="en-US" sz="2000" dirty="0"/>
              <a:t> template </a:t>
            </a:r>
            <a:r>
              <a:rPr lang="en-US" sz="2000" dirty="0" err="1"/>
              <a:t>mặc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FF00"/>
                </a:solidFill>
              </a:rPr>
              <a:t>_</a:t>
            </a:r>
            <a:r>
              <a:rPr lang="en-US" sz="2000" dirty="0" err="1">
                <a:solidFill>
                  <a:srgbClr val="FFFF00"/>
                </a:solidFill>
              </a:rPr>
              <a:t>Layout.cshtml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thư</a:t>
            </a:r>
            <a:r>
              <a:rPr lang="en-US" sz="2000" dirty="0"/>
              <a:t> </a:t>
            </a:r>
            <a:r>
              <a:rPr lang="en-US" sz="2000" dirty="0" err="1"/>
              <a:t>mục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</a:rPr>
              <a:t>Project\View\Shared </a:t>
            </a:r>
          </a:p>
          <a:p>
            <a:pPr lvl="1"/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</a:rPr>
              <a:t>_</a:t>
            </a:r>
            <a:r>
              <a:rPr lang="en-US" sz="2000" dirty="0" err="1">
                <a:solidFill>
                  <a:srgbClr val="FFFF00"/>
                </a:solidFill>
              </a:rPr>
              <a:t>AdminLayout.cshtml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</a:p>
          <a:p>
            <a:pPr lvl="1"/>
            <a:r>
              <a:rPr lang="en-US" sz="2000" dirty="0" err="1"/>
              <a:t>Chỉnh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phần</a:t>
            </a:r>
            <a:r>
              <a:rPr lang="en-US" sz="2000" dirty="0"/>
              <a:t> Header, Footer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</a:t>
            </a:r>
            <a:r>
              <a:rPr lang="en-US" sz="2000" dirty="0" err="1"/>
              <a:t>dưới</a:t>
            </a:r>
            <a:r>
              <a:rPr lang="en-US" sz="2000" dirty="0"/>
              <a:t> </a:t>
            </a:r>
            <a:r>
              <a:rPr lang="en-US" sz="2000" dirty="0" err="1"/>
              <a:t>đây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sZNB4IIu_IM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1F7B9-EF98-0356-A4DF-1F2CA4D19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661" y="2819400"/>
            <a:ext cx="6370305" cy="2971800"/>
          </a:xfrm>
          <a:prstGeom prst="rect">
            <a:avLst/>
          </a:prstGeom>
          <a:ln w="38100" cap="sq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04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275AD-CFF8-8506-94A0-ADBC57B6E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1" b="1"/>
          <a:stretch/>
        </p:blipFill>
        <p:spPr>
          <a:xfrm>
            <a:off x="1523" y="10"/>
            <a:ext cx="1218577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13B1E-85D5-AA04-F3AE-AEBE35B6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2" y="1685677"/>
            <a:ext cx="6659110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CÀI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ĐẶT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PHẦN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CATEGORY</a:t>
            </a:r>
          </a:p>
        </p:txBody>
      </p:sp>
    </p:spTree>
    <p:extLst>
      <p:ext uri="{BB962C8B-B14F-4D97-AF65-F5344CB8AC3E}">
        <p14:creationId xmlns:p14="http://schemas.microsoft.com/office/powerpoint/2010/main" val="398872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3261360"/>
          </a:xfrm>
        </p:spPr>
        <p:txBody>
          <a:bodyPr>
            <a:normAutofit/>
          </a:bodyPr>
          <a:lstStyle/>
          <a:p>
            <a:r>
              <a:rPr lang="en-US" sz="5400" dirty="0"/>
              <a:t>2. </a:t>
            </a:r>
            <a:r>
              <a:rPr lang="en-US" sz="5400" dirty="0" err="1"/>
              <a:t>Quản</a:t>
            </a:r>
            <a:r>
              <a:rPr lang="en-US" sz="5400" dirty="0"/>
              <a:t> </a:t>
            </a:r>
            <a:r>
              <a:rPr lang="en-US" sz="5400" dirty="0" err="1"/>
              <a:t>lý</a:t>
            </a:r>
            <a:r>
              <a:rPr lang="en-US" sz="5400" dirty="0"/>
              <a:t> Danh </a:t>
            </a:r>
            <a:r>
              <a:rPr lang="en-US" sz="5400" dirty="0" err="1"/>
              <a:t>mục</a:t>
            </a:r>
            <a:r>
              <a:rPr lang="en-US" sz="5400" dirty="0"/>
              <a:t> </a:t>
            </a:r>
            <a:r>
              <a:rPr lang="en-US" sz="5400" dirty="0" err="1"/>
              <a:t>sản</a:t>
            </a:r>
            <a:r>
              <a:rPr lang="en-US" sz="5400" dirty="0"/>
              <a:t> </a:t>
            </a:r>
            <a:r>
              <a:rPr lang="en-US" sz="5400" dirty="0" err="1"/>
              <a:t>phẩm</a:t>
            </a:r>
            <a:r>
              <a:rPr lang="en-US" sz="5400" dirty="0"/>
              <a:t> (CRUD)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2737" y="3258717"/>
            <a:ext cx="4480560" cy="18283"/>
          </a:xfrm>
          <a:custGeom>
            <a:avLst/>
            <a:gdLst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651406 w 4480560"/>
              <a:gd name="connsiteY3" fmla="*/ 0 h 18283"/>
              <a:gd name="connsiteX4" fmla="*/ 2336292 w 4480560"/>
              <a:gd name="connsiteY4" fmla="*/ 0 h 18283"/>
              <a:gd name="connsiteX5" fmla="*/ 2931566 w 4480560"/>
              <a:gd name="connsiteY5" fmla="*/ 0 h 18283"/>
              <a:gd name="connsiteX6" fmla="*/ 3482035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840480 w 4480560"/>
              <a:gd name="connsiteY9" fmla="*/ 18283 h 18283"/>
              <a:gd name="connsiteX10" fmla="*/ 3290011 w 4480560"/>
              <a:gd name="connsiteY10" fmla="*/ 18283 h 18283"/>
              <a:gd name="connsiteX11" fmla="*/ 2560320 w 4480560"/>
              <a:gd name="connsiteY11" fmla="*/ 18283 h 18283"/>
              <a:gd name="connsiteX12" fmla="*/ 1965046 w 4480560"/>
              <a:gd name="connsiteY12" fmla="*/ 18283 h 18283"/>
              <a:gd name="connsiteX13" fmla="*/ 1459382 w 4480560"/>
              <a:gd name="connsiteY13" fmla="*/ 18283 h 18283"/>
              <a:gd name="connsiteX14" fmla="*/ 774497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  <a:gd name="connsiteX0" fmla="*/ 0 w 4480560"/>
              <a:gd name="connsiteY0" fmla="*/ 0 h 18283"/>
              <a:gd name="connsiteX1" fmla="*/ 595274 w 4480560"/>
              <a:gd name="connsiteY1" fmla="*/ 0 h 18283"/>
              <a:gd name="connsiteX2" fmla="*/ 1100938 w 4480560"/>
              <a:gd name="connsiteY2" fmla="*/ 0 h 18283"/>
              <a:gd name="connsiteX3" fmla="*/ 1830629 w 4480560"/>
              <a:gd name="connsiteY3" fmla="*/ 0 h 18283"/>
              <a:gd name="connsiteX4" fmla="*/ 2425903 w 4480560"/>
              <a:gd name="connsiteY4" fmla="*/ 0 h 18283"/>
              <a:gd name="connsiteX5" fmla="*/ 3021178 w 4480560"/>
              <a:gd name="connsiteY5" fmla="*/ 0 h 18283"/>
              <a:gd name="connsiteX6" fmla="*/ 3750869 w 4480560"/>
              <a:gd name="connsiteY6" fmla="*/ 0 h 18283"/>
              <a:gd name="connsiteX7" fmla="*/ 4480560 w 4480560"/>
              <a:gd name="connsiteY7" fmla="*/ 0 h 18283"/>
              <a:gd name="connsiteX8" fmla="*/ 4480560 w 4480560"/>
              <a:gd name="connsiteY8" fmla="*/ 18283 h 18283"/>
              <a:gd name="connsiteX9" fmla="*/ 3930091 w 4480560"/>
              <a:gd name="connsiteY9" fmla="*/ 18283 h 18283"/>
              <a:gd name="connsiteX10" fmla="*/ 3290011 w 4480560"/>
              <a:gd name="connsiteY10" fmla="*/ 18283 h 18283"/>
              <a:gd name="connsiteX11" fmla="*/ 2649931 w 4480560"/>
              <a:gd name="connsiteY11" fmla="*/ 18283 h 18283"/>
              <a:gd name="connsiteX12" fmla="*/ 2054657 w 4480560"/>
              <a:gd name="connsiteY12" fmla="*/ 18283 h 18283"/>
              <a:gd name="connsiteX13" fmla="*/ 1324966 w 4480560"/>
              <a:gd name="connsiteY13" fmla="*/ 18283 h 18283"/>
              <a:gd name="connsiteX14" fmla="*/ 595274 w 4480560"/>
              <a:gd name="connsiteY14" fmla="*/ 18283 h 18283"/>
              <a:gd name="connsiteX15" fmla="*/ 0 w 4480560"/>
              <a:gd name="connsiteY15" fmla="*/ 18283 h 18283"/>
              <a:gd name="connsiteX16" fmla="*/ 0 w 4480560"/>
              <a:gd name="connsiteY16" fmla="*/ 0 h 1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3" fill="none" extrusionOk="0">
                <a:moveTo>
                  <a:pt x="0" y="0"/>
                </a:moveTo>
                <a:cubicBezTo>
                  <a:pt x="267574" y="14606"/>
                  <a:pt x="338605" y="-40"/>
                  <a:pt x="595274" y="0"/>
                </a:cubicBezTo>
                <a:cubicBezTo>
                  <a:pt x="856171" y="-2198"/>
                  <a:pt x="863435" y="-13333"/>
                  <a:pt x="1100938" y="0"/>
                </a:cubicBezTo>
                <a:cubicBezTo>
                  <a:pt x="1340270" y="17713"/>
                  <a:pt x="1418448" y="-18893"/>
                  <a:pt x="1651406" y="0"/>
                </a:cubicBezTo>
                <a:cubicBezTo>
                  <a:pt x="1875387" y="1627"/>
                  <a:pt x="2153037" y="22688"/>
                  <a:pt x="2336292" y="0"/>
                </a:cubicBezTo>
                <a:cubicBezTo>
                  <a:pt x="2522206" y="-4211"/>
                  <a:pt x="2718333" y="34959"/>
                  <a:pt x="2931566" y="0"/>
                </a:cubicBezTo>
                <a:cubicBezTo>
                  <a:pt x="3137043" y="-17106"/>
                  <a:pt x="3304331" y="1415"/>
                  <a:pt x="3482035" y="0"/>
                </a:cubicBezTo>
                <a:cubicBezTo>
                  <a:pt x="3649837" y="-24078"/>
                  <a:pt x="4010577" y="-51921"/>
                  <a:pt x="4480560" y="0"/>
                </a:cubicBezTo>
                <a:cubicBezTo>
                  <a:pt x="4482398" y="6776"/>
                  <a:pt x="4480263" y="12574"/>
                  <a:pt x="4480560" y="18283"/>
                </a:cubicBezTo>
                <a:cubicBezTo>
                  <a:pt x="4305601" y="41515"/>
                  <a:pt x="4025154" y="26457"/>
                  <a:pt x="3840480" y="18283"/>
                </a:cubicBezTo>
                <a:cubicBezTo>
                  <a:pt x="3668919" y="-12336"/>
                  <a:pt x="3556555" y="-12679"/>
                  <a:pt x="3290011" y="18283"/>
                </a:cubicBezTo>
                <a:cubicBezTo>
                  <a:pt x="2991827" y="18167"/>
                  <a:pt x="2862038" y="-22527"/>
                  <a:pt x="2560320" y="18283"/>
                </a:cubicBezTo>
                <a:cubicBezTo>
                  <a:pt x="2273396" y="37371"/>
                  <a:pt x="2159701" y="39993"/>
                  <a:pt x="1965046" y="18283"/>
                </a:cubicBezTo>
                <a:cubicBezTo>
                  <a:pt x="1785994" y="29183"/>
                  <a:pt x="1686680" y="52315"/>
                  <a:pt x="1459382" y="18283"/>
                </a:cubicBezTo>
                <a:cubicBezTo>
                  <a:pt x="1260610" y="4965"/>
                  <a:pt x="913962" y="31527"/>
                  <a:pt x="774497" y="18283"/>
                </a:cubicBezTo>
                <a:cubicBezTo>
                  <a:pt x="689426" y="1848"/>
                  <a:pt x="378264" y="6318"/>
                  <a:pt x="0" y="18283"/>
                </a:cubicBezTo>
                <a:cubicBezTo>
                  <a:pt x="65" y="12033"/>
                  <a:pt x="-93" y="4430"/>
                  <a:pt x="0" y="0"/>
                </a:cubicBezTo>
                <a:close/>
              </a:path>
              <a:path w="4480560" h="18283" stroke="0" extrusionOk="0">
                <a:moveTo>
                  <a:pt x="0" y="0"/>
                </a:moveTo>
                <a:cubicBezTo>
                  <a:pt x="290844" y="5546"/>
                  <a:pt x="318443" y="10543"/>
                  <a:pt x="595274" y="0"/>
                </a:cubicBezTo>
                <a:cubicBezTo>
                  <a:pt x="862223" y="-10630"/>
                  <a:pt x="1008164" y="-6970"/>
                  <a:pt x="1100938" y="0"/>
                </a:cubicBezTo>
                <a:cubicBezTo>
                  <a:pt x="1231751" y="-9052"/>
                  <a:pt x="1563421" y="-55931"/>
                  <a:pt x="1830629" y="0"/>
                </a:cubicBezTo>
                <a:cubicBezTo>
                  <a:pt x="2081843" y="38764"/>
                  <a:pt x="2181743" y="16966"/>
                  <a:pt x="2425903" y="0"/>
                </a:cubicBezTo>
                <a:cubicBezTo>
                  <a:pt x="2657412" y="-20059"/>
                  <a:pt x="2795431" y="8423"/>
                  <a:pt x="3021178" y="0"/>
                </a:cubicBezTo>
                <a:cubicBezTo>
                  <a:pt x="3275119" y="-4749"/>
                  <a:pt x="3480943" y="2522"/>
                  <a:pt x="3750869" y="0"/>
                </a:cubicBezTo>
                <a:cubicBezTo>
                  <a:pt x="4005211" y="16055"/>
                  <a:pt x="4302144" y="-2969"/>
                  <a:pt x="4480560" y="0"/>
                </a:cubicBezTo>
                <a:cubicBezTo>
                  <a:pt x="4480501" y="6202"/>
                  <a:pt x="4480230" y="10215"/>
                  <a:pt x="4480560" y="18283"/>
                </a:cubicBezTo>
                <a:cubicBezTo>
                  <a:pt x="4261480" y="-5436"/>
                  <a:pt x="4206199" y="33096"/>
                  <a:pt x="3930091" y="18283"/>
                </a:cubicBezTo>
                <a:cubicBezTo>
                  <a:pt x="3666932" y="-10907"/>
                  <a:pt x="3493645" y="19371"/>
                  <a:pt x="3290011" y="18283"/>
                </a:cubicBezTo>
                <a:cubicBezTo>
                  <a:pt x="3137078" y="-36465"/>
                  <a:pt x="2894690" y="-13381"/>
                  <a:pt x="2649931" y="18283"/>
                </a:cubicBezTo>
                <a:cubicBezTo>
                  <a:pt x="2413020" y="25861"/>
                  <a:pt x="2225991" y="-5992"/>
                  <a:pt x="2054657" y="18283"/>
                </a:cubicBezTo>
                <a:cubicBezTo>
                  <a:pt x="1886877" y="42108"/>
                  <a:pt x="1548763" y="49957"/>
                  <a:pt x="1324966" y="18283"/>
                </a:cubicBezTo>
                <a:cubicBezTo>
                  <a:pt x="1040995" y="6464"/>
                  <a:pt x="786929" y="-13088"/>
                  <a:pt x="595274" y="18283"/>
                </a:cubicBezTo>
                <a:cubicBezTo>
                  <a:pt x="371401" y="37398"/>
                  <a:pt x="168483" y="27734"/>
                  <a:pt x="0" y="18283"/>
                </a:cubicBezTo>
                <a:cubicBezTo>
                  <a:pt x="-757" y="9900"/>
                  <a:pt x="1321" y="3818"/>
                  <a:pt x="0" y="0"/>
                </a:cubicBezTo>
                <a:close/>
              </a:path>
              <a:path w="4480560" h="18283" fill="none" stroke="0" extrusionOk="0">
                <a:moveTo>
                  <a:pt x="0" y="0"/>
                </a:moveTo>
                <a:cubicBezTo>
                  <a:pt x="254633" y="596"/>
                  <a:pt x="318854" y="8353"/>
                  <a:pt x="595274" y="0"/>
                </a:cubicBezTo>
                <a:cubicBezTo>
                  <a:pt x="857042" y="-2503"/>
                  <a:pt x="863005" y="-13327"/>
                  <a:pt x="1100938" y="0"/>
                </a:cubicBezTo>
                <a:cubicBezTo>
                  <a:pt x="1322315" y="28736"/>
                  <a:pt x="1429801" y="-15572"/>
                  <a:pt x="1651406" y="0"/>
                </a:cubicBezTo>
                <a:cubicBezTo>
                  <a:pt x="1861310" y="20479"/>
                  <a:pt x="2199002" y="36173"/>
                  <a:pt x="2336292" y="0"/>
                </a:cubicBezTo>
                <a:cubicBezTo>
                  <a:pt x="2504451" y="-23230"/>
                  <a:pt x="2735943" y="-3451"/>
                  <a:pt x="2931566" y="0"/>
                </a:cubicBezTo>
                <a:cubicBezTo>
                  <a:pt x="3109081" y="-33272"/>
                  <a:pt x="3310374" y="39503"/>
                  <a:pt x="3482035" y="0"/>
                </a:cubicBezTo>
                <a:cubicBezTo>
                  <a:pt x="3630968" y="-117346"/>
                  <a:pt x="3975789" y="30358"/>
                  <a:pt x="4480560" y="0"/>
                </a:cubicBezTo>
                <a:cubicBezTo>
                  <a:pt x="4482288" y="6637"/>
                  <a:pt x="4481597" y="12514"/>
                  <a:pt x="4480560" y="18283"/>
                </a:cubicBezTo>
                <a:cubicBezTo>
                  <a:pt x="4299745" y="12592"/>
                  <a:pt x="4055484" y="58791"/>
                  <a:pt x="3840480" y="18283"/>
                </a:cubicBezTo>
                <a:cubicBezTo>
                  <a:pt x="3665362" y="18971"/>
                  <a:pt x="3548412" y="11099"/>
                  <a:pt x="3290011" y="18283"/>
                </a:cubicBezTo>
                <a:cubicBezTo>
                  <a:pt x="3037450" y="41490"/>
                  <a:pt x="2862123" y="47734"/>
                  <a:pt x="2560320" y="18283"/>
                </a:cubicBezTo>
                <a:cubicBezTo>
                  <a:pt x="2308793" y="11723"/>
                  <a:pt x="2153402" y="-21404"/>
                  <a:pt x="1965046" y="18283"/>
                </a:cubicBezTo>
                <a:cubicBezTo>
                  <a:pt x="1778601" y="30511"/>
                  <a:pt x="1672011" y="28407"/>
                  <a:pt x="1459382" y="18283"/>
                </a:cubicBezTo>
                <a:cubicBezTo>
                  <a:pt x="1212351" y="-5289"/>
                  <a:pt x="906131" y="17426"/>
                  <a:pt x="774497" y="18283"/>
                </a:cubicBezTo>
                <a:cubicBezTo>
                  <a:pt x="636671" y="-42716"/>
                  <a:pt x="331670" y="6272"/>
                  <a:pt x="0" y="18283"/>
                </a:cubicBezTo>
                <a:cubicBezTo>
                  <a:pt x="-1001" y="12215"/>
                  <a:pt x="10" y="439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custGeom>
                    <a:avLst/>
                    <a:gdLst>
                      <a:gd name="connsiteX0" fmla="*/ 0 w 4480560"/>
                      <a:gd name="connsiteY0" fmla="*/ 0 h 18283"/>
                      <a:gd name="connsiteX1" fmla="*/ 595274 w 4480560"/>
                      <a:gd name="connsiteY1" fmla="*/ 0 h 18283"/>
                      <a:gd name="connsiteX2" fmla="*/ 1100938 w 4480560"/>
                      <a:gd name="connsiteY2" fmla="*/ 0 h 18283"/>
                      <a:gd name="connsiteX3" fmla="*/ 1651406 w 4480560"/>
                      <a:gd name="connsiteY3" fmla="*/ 0 h 18283"/>
                      <a:gd name="connsiteX4" fmla="*/ 2336292 w 4480560"/>
                      <a:gd name="connsiteY4" fmla="*/ 0 h 18283"/>
                      <a:gd name="connsiteX5" fmla="*/ 2931566 w 4480560"/>
                      <a:gd name="connsiteY5" fmla="*/ 0 h 18283"/>
                      <a:gd name="connsiteX6" fmla="*/ 3482035 w 4480560"/>
                      <a:gd name="connsiteY6" fmla="*/ 0 h 18283"/>
                      <a:gd name="connsiteX7" fmla="*/ 4480560 w 4480560"/>
                      <a:gd name="connsiteY7" fmla="*/ 0 h 18283"/>
                      <a:gd name="connsiteX8" fmla="*/ 4480560 w 4480560"/>
                      <a:gd name="connsiteY8" fmla="*/ 18283 h 18283"/>
                      <a:gd name="connsiteX9" fmla="*/ 3840480 w 4480560"/>
                      <a:gd name="connsiteY9" fmla="*/ 18283 h 18283"/>
                      <a:gd name="connsiteX10" fmla="*/ 3290011 w 4480560"/>
                      <a:gd name="connsiteY10" fmla="*/ 18283 h 18283"/>
                      <a:gd name="connsiteX11" fmla="*/ 2560320 w 4480560"/>
                      <a:gd name="connsiteY11" fmla="*/ 18283 h 18283"/>
                      <a:gd name="connsiteX12" fmla="*/ 1965046 w 4480560"/>
                      <a:gd name="connsiteY12" fmla="*/ 18283 h 18283"/>
                      <a:gd name="connsiteX13" fmla="*/ 1459382 w 4480560"/>
                      <a:gd name="connsiteY13" fmla="*/ 18283 h 18283"/>
                      <a:gd name="connsiteX14" fmla="*/ 774497 w 4480560"/>
                      <a:gd name="connsiteY14" fmla="*/ 18283 h 18283"/>
                      <a:gd name="connsiteX15" fmla="*/ 0 w 4480560"/>
                      <a:gd name="connsiteY15" fmla="*/ 18283 h 18283"/>
                      <a:gd name="connsiteX16" fmla="*/ 0 w 4480560"/>
                      <a:gd name="connsiteY16" fmla="*/ 0 h 182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480560" h="18283" fill="none" extrusionOk="0">
                        <a:moveTo>
                          <a:pt x="0" y="0"/>
                        </a:moveTo>
                        <a:cubicBezTo>
                          <a:pt x="267821" y="8731"/>
                          <a:pt x="334105" y="2629"/>
                          <a:pt x="595274" y="0"/>
                        </a:cubicBezTo>
                        <a:cubicBezTo>
                          <a:pt x="856443" y="-2629"/>
                          <a:pt x="863808" y="-13353"/>
                          <a:pt x="1100938" y="0"/>
                        </a:cubicBezTo>
                        <a:cubicBezTo>
                          <a:pt x="1338068" y="13353"/>
                          <a:pt x="1431663" y="-25862"/>
                          <a:pt x="1651406" y="0"/>
                        </a:cubicBezTo>
                        <a:cubicBezTo>
                          <a:pt x="1871149" y="25862"/>
                          <a:pt x="2173163" y="23827"/>
                          <a:pt x="2336292" y="0"/>
                        </a:cubicBezTo>
                        <a:cubicBezTo>
                          <a:pt x="2499421" y="-23827"/>
                          <a:pt x="2720589" y="28148"/>
                          <a:pt x="2931566" y="0"/>
                        </a:cubicBezTo>
                        <a:cubicBezTo>
                          <a:pt x="3142543" y="-28148"/>
                          <a:pt x="3323630" y="27022"/>
                          <a:pt x="3482035" y="0"/>
                        </a:cubicBezTo>
                        <a:cubicBezTo>
                          <a:pt x="3640440" y="-27022"/>
                          <a:pt x="4012110" y="-20118"/>
                          <a:pt x="4480560" y="0"/>
                        </a:cubicBezTo>
                        <a:cubicBezTo>
                          <a:pt x="4481301" y="6085"/>
                          <a:pt x="4481091" y="12392"/>
                          <a:pt x="4480560" y="18283"/>
                        </a:cubicBezTo>
                        <a:cubicBezTo>
                          <a:pt x="4314132" y="14919"/>
                          <a:pt x="4028383" y="36627"/>
                          <a:pt x="3840480" y="18283"/>
                        </a:cubicBezTo>
                        <a:cubicBezTo>
                          <a:pt x="3652577" y="-61"/>
                          <a:pt x="3547615" y="2843"/>
                          <a:pt x="3290011" y="18283"/>
                        </a:cubicBezTo>
                        <a:cubicBezTo>
                          <a:pt x="3032407" y="33723"/>
                          <a:pt x="2830268" y="8714"/>
                          <a:pt x="2560320" y="18283"/>
                        </a:cubicBezTo>
                        <a:cubicBezTo>
                          <a:pt x="2290372" y="27852"/>
                          <a:pt x="2147422" y="6723"/>
                          <a:pt x="1965046" y="18283"/>
                        </a:cubicBezTo>
                        <a:cubicBezTo>
                          <a:pt x="1782670" y="29843"/>
                          <a:pt x="1689791" y="40675"/>
                          <a:pt x="1459382" y="18283"/>
                        </a:cubicBezTo>
                        <a:cubicBezTo>
                          <a:pt x="1228973" y="-4109"/>
                          <a:pt x="915486" y="36496"/>
                          <a:pt x="774497" y="18283"/>
                        </a:cubicBezTo>
                        <a:cubicBezTo>
                          <a:pt x="633508" y="70"/>
                          <a:pt x="361442" y="-11112"/>
                          <a:pt x="0" y="18283"/>
                        </a:cubicBezTo>
                        <a:cubicBezTo>
                          <a:pt x="-563" y="11432"/>
                          <a:pt x="-159" y="4269"/>
                          <a:pt x="0" y="0"/>
                        </a:cubicBezTo>
                        <a:close/>
                      </a:path>
                      <a:path w="4480560" h="18283" stroke="0" extrusionOk="0">
                        <a:moveTo>
                          <a:pt x="0" y="0"/>
                        </a:moveTo>
                        <a:cubicBezTo>
                          <a:pt x="285465" y="225"/>
                          <a:pt x="322691" y="16223"/>
                          <a:pt x="595274" y="0"/>
                        </a:cubicBezTo>
                        <a:cubicBezTo>
                          <a:pt x="867857" y="-16223"/>
                          <a:pt x="989129" y="-11242"/>
                          <a:pt x="1100938" y="0"/>
                        </a:cubicBezTo>
                        <a:cubicBezTo>
                          <a:pt x="1212747" y="11242"/>
                          <a:pt x="1574350" y="-36410"/>
                          <a:pt x="1830629" y="0"/>
                        </a:cubicBezTo>
                        <a:cubicBezTo>
                          <a:pt x="2086908" y="36410"/>
                          <a:pt x="2180922" y="4645"/>
                          <a:pt x="2425903" y="0"/>
                        </a:cubicBezTo>
                        <a:cubicBezTo>
                          <a:pt x="2670884" y="-4645"/>
                          <a:pt x="2782024" y="22929"/>
                          <a:pt x="3021178" y="0"/>
                        </a:cubicBezTo>
                        <a:cubicBezTo>
                          <a:pt x="3260332" y="-22929"/>
                          <a:pt x="3456982" y="-1586"/>
                          <a:pt x="3750869" y="0"/>
                        </a:cubicBezTo>
                        <a:cubicBezTo>
                          <a:pt x="4044756" y="1586"/>
                          <a:pt x="4302726" y="17043"/>
                          <a:pt x="4480560" y="0"/>
                        </a:cubicBezTo>
                        <a:cubicBezTo>
                          <a:pt x="4480452" y="6702"/>
                          <a:pt x="4480053" y="10739"/>
                          <a:pt x="4480560" y="18283"/>
                        </a:cubicBezTo>
                        <a:cubicBezTo>
                          <a:pt x="4279652" y="-6855"/>
                          <a:pt x="4200762" y="41561"/>
                          <a:pt x="3930091" y="18283"/>
                        </a:cubicBezTo>
                        <a:cubicBezTo>
                          <a:pt x="3659420" y="-4995"/>
                          <a:pt x="3456052" y="22289"/>
                          <a:pt x="3290011" y="18283"/>
                        </a:cubicBezTo>
                        <a:cubicBezTo>
                          <a:pt x="3123970" y="14277"/>
                          <a:pt x="2882392" y="32813"/>
                          <a:pt x="2649931" y="18283"/>
                        </a:cubicBezTo>
                        <a:cubicBezTo>
                          <a:pt x="2417470" y="3753"/>
                          <a:pt x="2238426" y="7332"/>
                          <a:pt x="2054657" y="18283"/>
                        </a:cubicBezTo>
                        <a:cubicBezTo>
                          <a:pt x="1870888" y="29234"/>
                          <a:pt x="1566368" y="45035"/>
                          <a:pt x="1324966" y="18283"/>
                        </a:cubicBezTo>
                        <a:cubicBezTo>
                          <a:pt x="1083564" y="-8469"/>
                          <a:pt x="787410" y="10941"/>
                          <a:pt x="595274" y="18283"/>
                        </a:cubicBezTo>
                        <a:cubicBezTo>
                          <a:pt x="403138" y="25625"/>
                          <a:pt x="169622" y="10494"/>
                          <a:pt x="0" y="18283"/>
                        </a:cubicBezTo>
                        <a:cubicBezTo>
                          <a:pt x="-310" y="10292"/>
                          <a:pt x="802" y="377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5212" y="228600"/>
            <a:ext cx="6992116" cy="5751576"/>
          </a:xfrm>
        </p:spPr>
        <p:txBody>
          <a:bodyPr anchor="ctr">
            <a:normAutofit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Controller + View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FFFF00"/>
                </a:solidFill>
              </a:rPr>
              <a:t>Controller with actions using entity framework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model </a:t>
            </a:r>
            <a:r>
              <a:rPr lang="en-US" sz="2200" dirty="0">
                <a:solidFill>
                  <a:srgbClr val="FFFF00"/>
                </a:solidFill>
              </a:rPr>
              <a:t>Category</a:t>
            </a:r>
          </a:p>
          <a:p>
            <a:pPr lvl="1"/>
            <a:r>
              <a:rPr lang="en-US" sz="2000" dirty="0" err="1"/>
              <a:t>Tạo</a:t>
            </a:r>
            <a:r>
              <a:rPr lang="en-US" sz="2000" dirty="0"/>
              <a:t> controller </a:t>
            </a:r>
            <a:r>
              <a:rPr lang="en-US" sz="2000" dirty="0" err="1">
                <a:solidFill>
                  <a:srgbClr val="FFFF00"/>
                </a:solidFill>
              </a:rPr>
              <a:t>CategoriesController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action </a:t>
            </a:r>
            <a:r>
              <a:rPr lang="en-US" sz="2000" dirty="0" err="1"/>
              <a:t>sau</a:t>
            </a:r>
            <a:r>
              <a:rPr lang="en-US" sz="2000" dirty="0"/>
              <a:t>: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Index: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danh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1 action </a:t>
            </a:r>
            <a:r>
              <a:rPr lang="en-US" sz="1600" dirty="0" err="1"/>
              <a:t>dạng</a:t>
            </a:r>
            <a:r>
              <a:rPr lang="en-US" sz="1600" dirty="0"/>
              <a:t> GET)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Detail: </a:t>
            </a:r>
            <a:r>
              <a:rPr lang="en-US" sz="1600" dirty="0" err="1"/>
              <a:t>lấy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ghi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1 action </a:t>
            </a:r>
            <a:r>
              <a:rPr lang="en-US" sz="1600" dirty="0" err="1"/>
              <a:t>dạng</a:t>
            </a:r>
            <a:r>
              <a:rPr lang="en-US" sz="1600" dirty="0"/>
              <a:t> GET)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Create: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Edit</a:t>
            </a:r>
            <a:r>
              <a:rPr lang="en-US" sz="1600" dirty="0"/>
              <a:t>: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Delete</a:t>
            </a:r>
            <a:r>
              <a:rPr lang="en-US" sz="1600" dirty="0"/>
              <a:t>: </a:t>
            </a:r>
            <a:r>
              <a:rPr lang="en-US" sz="1600" dirty="0" err="1"/>
              <a:t>xóa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1"/>
            <a:r>
              <a:rPr lang="en-US" sz="1800" dirty="0"/>
              <a:t>Trong </a:t>
            </a:r>
            <a:r>
              <a:rPr lang="en-US" sz="1800" dirty="0">
                <a:solidFill>
                  <a:srgbClr val="FFFF00"/>
                </a:solidFill>
              </a:rPr>
              <a:t>View\Categories</a:t>
            </a:r>
            <a:r>
              <a:rPr lang="en-US" sz="1800" dirty="0"/>
              <a:t>, </a:t>
            </a:r>
            <a:r>
              <a:rPr lang="en-US" sz="1800" dirty="0" err="1"/>
              <a:t>tạo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file View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action</a:t>
            </a:r>
          </a:p>
          <a:p>
            <a:pPr lvl="2"/>
            <a:r>
              <a:rPr lang="en-US" sz="1400" dirty="0" err="1"/>
              <a:t>Index.cshtml</a:t>
            </a:r>
            <a:endParaRPr lang="en-US" sz="1400" dirty="0"/>
          </a:p>
          <a:p>
            <a:pPr lvl="2"/>
            <a:r>
              <a:rPr lang="en-US" sz="1400" dirty="0" err="1"/>
              <a:t>Create.cshtml</a:t>
            </a:r>
            <a:endParaRPr lang="en-US" sz="1400" dirty="0"/>
          </a:p>
          <a:p>
            <a:pPr lvl="2"/>
            <a:r>
              <a:rPr lang="en-US" sz="1400" dirty="0" err="1"/>
              <a:t>Edit.cshtml</a:t>
            </a:r>
            <a:endParaRPr lang="en-US" sz="1400" dirty="0"/>
          </a:p>
          <a:p>
            <a:pPr lvl="2"/>
            <a:r>
              <a:rPr lang="en-US" sz="1400" dirty="0" err="1" smtClean="0"/>
              <a:t>Delete.cshtml</a:t>
            </a:r>
            <a:endParaRPr lang="en-US" sz="1400" dirty="0" smtClean="0"/>
          </a:p>
          <a:p>
            <a:pPr lvl="2"/>
            <a:r>
              <a:rPr lang="en-US" sz="1400" dirty="0" err="1" smtClean="0"/>
              <a:t>Details.cshtml</a:t>
            </a:r>
            <a:endParaRPr lang="en-US" sz="1400" dirty="0"/>
          </a:p>
          <a:p>
            <a:pPr lvl="1"/>
            <a:r>
              <a:rPr lang="en-US" sz="1800" dirty="0" err="1"/>
              <a:t>Tối</a:t>
            </a:r>
            <a:r>
              <a:rPr lang="en-US" sz="1800" dirty="0"/>
              <a:t> </a:t>
            </a:r>
            <a:r>
              <a:rPr lang="en-US" sz="1800" dirty="0" err="1"/>
              <a:t>ưu</a:t>
            </a:r>
            <a:r>
              <a:rPr lang="en-US" sz="1800" dirty="0"/>
              <a:t> </a:t>
            </a:r>
            <a:r>
              <a:rPr lang="en-US" sz="1800" dirty="0" err="1"/>
              <a:t>hóa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đoạn</a:t>
            </a:r>
            <a:r>
              <a:rPr lang="en-US" sz="1800" dirty="0"/>
              <a:t> code </a:t>
            </a:r>
            <a:r>
              <a:rPr lang="en-US" sz="1800" dirty="0" err="1"/>
              <a:t>trùng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r>
              <a:rPr lang="en-US" sz="1800" dirty="0"/>
              <a:t>:</a:t>
            </a:r>
          </a:p>
          <a:p>
            <a:pPr lvl="2"/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Partial View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tạo</a:t>
            </a:r>
            <a:r>
              <a:rPr lang="en-US" sz="1400" dirty="0"/>
              <a:t> form </a:t>
            </a:r>
            <a:r>
              <a:rPr lang="en-US" sz="1400" dirty="0" err="1"/>
              <a:t>tái</a:t>
            </a:r>
            <a:r>
              <a:rPr lang="en-US" sz="1400" dirty="0"/>
              <a:t> </a:t>
            </a: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endParaRPr lang="en-US" sz="1400" dirty="0"/>
          </a:p>
          <a:p>
            <a:pPr lvl="2"/>
            <a:r>
              <a:rPr lang="en-US" sz="1400" dirty="0" err="1"/>
              <a:t>Tạo</a:t>
            </a:r>
            <a:r>
              <a:rPr lang="en-US" sz="1400" dirty="0"/>
              <a:t> </a:t>
            </a:r>
            <a:r>
              <a:rPr lang="en-US" sz="1400" dirty="0" err="1"/>
              <a:t>hàm</a:t>
            </a:r>
            <a:r>
              <a:rPr lang="en-US" sz="1400" dirty="0"/>
              <a:t> con </a:t>
            </a: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</a:t>
            </a:r>
            <a:r>
              <a:rPr lang="en-US" sz="1400" dirty="0" err="1"/>
              <a:t>chung</a:t>
            </a:r>
            <a:r>
              <a:rPr lang="en-US" sz="1400" dirty="0"/>
              <a:t> </a:t>
            </a:r>
            <a:r>
              <a:rPr lang="en-US" sz="1400" dirty="0" err="1"/>
              <a:t>giữa</a:t>
            </a:r>
            <a:r>
              <a:rPr lang="en-US" sz="1400" dirty="0"/>
              <a:t> Create, Edit </a:t>
            </a:r>
            <a:r>
              <a:rPr lang="en-US" sz="1400" dirty="0" err="1"/>
              <a:t>và</a:t>
            </a:r>
            <a:r>
              <a:rPr lang="en-US" sz="1400" dirty="0"/>
              <a:t> 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youtu.be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2"/>
              </a:rPr>
              <a:t>/</a:t>
            </a:r>
            <a:r>
              <a:rPr lang="en-US" b="0" i="0" u="none" strike="noStrike" dirty="0" err="1">
                <a:effectLst/>
                <a:latin typeface="Roboto" panose="02000000000000000000" pitchFamily="2" charset="0"/>
                <a:hlinkClick r:id="rId2"/>
              </a:rPr>
              <a:t>2Qu2bkNYie8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E8217-69B0-FAA3-BD1B-26642D5E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41" y="3962400"/>
            <a:ext cx="1533193" cy="165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5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11963400" cy="85407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2.1. CRUD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Controller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680866"/>
              </p:ext>
            </p:extLst>
          </p:nvPr>
        </p:nvGraphicFramePr>
        <p:xfrm>
          <a:off x="74612" y="1371600"/>
          <a:ext cx="12039600" cy="1254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81273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458327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22108">
                <a:tc>
                  <a:txBody>
                    <a:bodyPr/>
                    <a:lstStyle/>
                    <a:p>
                      <a:r>
                        <a:rPr lang="en-US" dirty="0" err="1"/>
                        <a:t>Khai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viện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Khởi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r>
                        <a:rPr lang="en-US" dirty="0"/>
                        <a:t> entities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truy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vấn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dữ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83265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System.Data.Entity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: 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Entity Framework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System.LinQ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: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ngôn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ngữ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truy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vấn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LinQ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MaSV_MyStore.Models</a:t>
                      </a: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: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các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lớp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Model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dự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 smtClean="0">
                          <a:solidFill>
                            <a:schemeClr val="bg1"/>
                          </a:solidFill>
                        </a:rPr>
                        <a:t>án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Khởi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tạo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thực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thuộc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dạng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MyStoreEntities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truy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vấn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dữ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liệu</a:t>
                      </a:r>
                      <a:r>
                        <a:rPr lang="en-US" sz="1400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này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là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private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bên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F4E4EB09-AEA4-9E56-587F-50DE2D0D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82" y="3202781"/>
            <a:ext cx="3503830" cy="19782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46F9705-CDB0-E972-826C-4610F3F12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937" y="3505200"/>
            <a:ext cx="5781675" cy="43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4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00649"/>
            <a:ext cx="12039600" cy="77787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2.1. CRUD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Controller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368553"/>
              </p:ext>
            </p:extLst>
          </p:nvPr>
        </p:nvGraphicFramePr>
        <p:xfrm>
          <a:off x="74612" y="1371600"/>
          <a:ext cx="12039600" cy="146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13794">
                <a:tc>
                  <a:txBody>
                    <a:bodyPr/>
                    <a:lstStyle/>
                    <a:p>
                      <a:r>
                        <a:rPr lang="en-US" dirty="0"/>
                        <a:t>Index: </a:t>
                      </a:r>
                      <a:r>
                        <a:rPr lang="en-US" dirty="0" err="1"/>
                        <a:t>hiển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trang</a:t>
                      </a:r>
                      <a:r>
                        <a:rPr lang="en-US" dirty="0"/>
                        <a:t> Danh </a:t>
                      </a:r>
                      <a:r>
                        <a:rPr lang="en-US" dirty="0" err="1"/>
                        <a:t>sách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mục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Details: </a:t>
                      </a:r>
                      <a:r>
                        <a:rPr lang="en-US" dirty="0" err="1"/>
                        <a:t>Lấy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theo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mã</a:t>
                      </a:r>
                      <a:r>
                        <a:rPr lang="en-US" dirty="0"/>
                        <a:t> id </a:t>
                      </a:r>
                      <a:r>
                        <a:rPr lang="en-US" dirty="0" err="1"/>
                        <a:t>từ</a:t>
                      </a:r>
                      <a:r>
                        <a:rPr lang="en-US" dirty="0"/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05432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Dùng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câu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lệnh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LinQ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truy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xuất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vào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lớp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dirty="0"/>
                        <a:t> Model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Và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dùng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hàm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ToList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lấy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dữ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liệu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về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dạng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sách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đối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tượng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kiểu</a:t>
                      </a:r>
                      <a:r>
                        <a:rPr lang="en-US" sz="1400" dirty="0"/>
                        <a:t> Category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hiển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thị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lên</a:t>
                      </a:r>
                      <a:r>
                        <a:rPr lang="en-US" sz="1400" dirty="0"/>
                        <a:t> view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Câu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lệnh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Find() </a:t>
                      </a:r>
                      <a:r>
                        <a:rPr lang="en-US" sz="1400" dirty="0" err="1"/>
                        <a:t>dùng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một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bản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ghi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duy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nhất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theo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trường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mã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endParaRPr lang="en-US" sz="14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Return View(category): </a:t>
                      </a:r>
                      <a:r>
                        <a:rPr lang="en-US" sz="1400" dirty="0" err="1"/>
                        <a:t>hiển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thị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thông</a:t>
                      </a:r>
                      <a:r>
                        <a:rPr lang="en-US" sz="1400" dirty="0"/>
                        <a:t> tin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dirty="0"/>
                        <a:t> Danh </a:t>
                      </a:r>
                      <a:r>
                        <a:rPr lang="en-US" sz="1400" dirty="0" err="1"/>
                        <a:t>mục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được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lên</a:t>
                      </a:r>
                      <a:r>
                        <a:rPr lang="en-US" sz="1400" dirty="0"/>
                        <a:t> view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4C4F0A8C-7A0C-66C3-4E87-238FA8E54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33" y="3810000"/>
            <a:ext cx="3673500" cy="137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A5E718-B6FB-A771-BAB9-D4CF1CCFC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960" y="3352800"/>
            <a:ext cx="5991452" cy="298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1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85409"/>
            <a:ext cx="12039600" cy="85407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2.1. CRUD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Controller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19116"/>
              </p:ext>
            </p:extLst>
          </p:nvPr>
        </p:nvGraphicFramePr>
        <p:xfrm>
          <a:off x="227012" y="1371600"/>
          <a:ext cx="11658600" cy="1971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19492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CREATE (GET):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CREATE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Lưu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cập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nhật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từ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551548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Bind(Include =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”):</a:t>
                      </a: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Lấy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từ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View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truyền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lên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Controller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theo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thứ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kê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các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trường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truyền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từ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Controller sang Model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theo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thứ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kê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các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trường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Db.Categories.Add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(category)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thêm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Danh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mục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đã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vào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model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SaveChange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lưu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thay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đổi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lên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RedirectToAction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(“Index”)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điều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hướng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về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trang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view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DB39886-17C9-BECB-F366-24372ABCF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12" y="3810000"/>
            <a:ext cx="2514600" cy="956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4335E-30FD-D580-9345-39BC11DEC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378" y="3723639"/>
            <a:ext cx="683206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9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6" y="76200"/>
            <a:ext cx="12010886" cy="85407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 err="1"/>
              <a:t>2.1.CRUD</a:t>
            </a:r>
            <a:r>
              <a:rPr lang="en-US" sz="3100" dirty="0"/>
              <a:t>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Controller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64484"/>
              </p:ext>
            </p:extLst>
          </p:nvPr>
        </p:nvGraphicFramePr>
        <p:xfrm>
          <a:off x="103326" y="1447800"/>
          <a:ext cx="12010886" cy="131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05443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05443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724301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EDIT (GET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Lấy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id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lên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EDIT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Lưu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cập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nhật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từ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Edit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58633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code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này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giống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nội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dung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action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Entry().state =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EntityState.Modified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đánh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dấu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trạng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thái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Modified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cho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bản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ghi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đã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chọn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trong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model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6E4F4BB-247B-6256-1C63-45147BF08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6" y="3048000"/>
            <a:ext cx="5048841" cy="289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9D420-1975-9669-B02C-364F38BA1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983" y="3048000"/>
            <a:ext cx="6702229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67822"/>
            <a:ext cx="12039600" cy="71458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2.1. CRUD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Controller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375985"/>
              </p:ext>
            </p:extLst>
          </p:nvPr>
        </p:nvGraphicFramePr>
        <p:xfrm>
          <a:off x="74612" y="1295400"/>
          <a:ext cx="12039600" cy="167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DELETE (GET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Lấy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id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lên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DELETE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Xóa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bản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ghi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ở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code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này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giống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nội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dung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action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Remove()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xóa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bản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ghi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đã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chọn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khỏi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model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SaveChange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lưu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thay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đổi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lên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RedirectToAction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(“Index”)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điều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hướng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về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trang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view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550A9D1-2357-1623-D779-9B0962EA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3505200"/>
            <a:ext cx="5632427" cy="2605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D769CD-DC18-17FA-582C-277276DEF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13" y="3962401"/>
            <a:ext cx="3886200" cy="18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288350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B1AF9-7851-0CC5-4CE2-0D4683C1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10047"/>
            <a:ext cx="330012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code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action GET </a:t>
            </a:r>
            <a:r>
              <a:rPr lang="en-US" sz="2800" dirty="0" err="1"/>
              <a:t>trong</a:t>
            </a:r>
            <a:r>
              <a:rPr lang="en-US" sz="2800" dirty="0"/>
              <a:t> Controller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980964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9733" y="1323865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BC230-ACE9-06F5-187D-9E9F2EF1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9950" y="510047"/>
            <a:ext cx="685621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800" dirty="0"/>
              <a:t>03 </a:t>
            </a:r>
            <a:r>
              <a:rPr lang="en-US" sz="1800" dirty="0" err="1"/>
              <a:t>hàm</a:t>
            </a:r>
            <a:r>
              <a:rPr lang="en-US" sz="1800" dirty="0"/>
              <a:t> GET </a:t>
            </a:r>
            <a:r>
              <a:rPr lang="en-US" sz="1800" dirty="0" err="1"/>
              <a:t>của</a:t>
            </a:r>
            <a:r>
              <a:rPr lang="en-US" sz="1800" dirty="0"/>
              <a:t> Details, Edit, Delete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đoạn</a:t>
            </a:r>
            <a:r>
              <a:rPr lang="en-US" sz="1800" dirty="0"/>
              <a:t> code </a:t>
            </a:r>
            <a:r>
              <a:rPr lang="en-US" sz="1800" dirty="0" err="1"/>
              <a:t>giống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endParaRPr lang="en-US" sz="1800" dirty="0"/>
          </a:p>
          <a:p>
            <a:pPr defTabSz="914400"/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Viết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lại</a:t>
            </a:r>
            <a:r>
              <a:rPr lang="en-US" sz="1800" dirty="0">
                <a:sym typeface="Wingdings" panose="05000000000000000000" pitchFamily="2" charset="2"/>
              </a:rPr>
              <a:t> 02 </a:t>
            </a:r>
            <a:r>
              <a:rPr lang="en-US" sz="1800" dirty="0" err="1">
                <a:sym typeface="Wingdings" panose="05000000000000000000" pitchFamily="2" charset="2"/>
              </a:rPr>
              <a:t>hàm</a:t>
            </a:r>
            <a:r>
              <a:rPr lang="en-US" sz="1800" dirty="0">
                <a:sym typeface="Wingdings" panose="05000000000000000000" pitchFamily="2" charset="2"/>
              </a:rPr>
              <a:t> Edit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Delete </a:t>
            </a:r>
            <a:r>
              <a:rPr lang="en-US" sz="1800" dirty="0" err="1">
                <a:sym typeface="Wingdings" panose="05000000000000000000" pitchFamily="2" charset="2"/>
              </a:rPr>
              <a:t>để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gọi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lại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hàm</a:t>
            </a:r>
            <a:r>
              <a:rPr lang="en-US" sz="1800" dirty="0">
                <a:sym typeface="Wingdings" panose="05000000000000000000" pitchFamily="2" charset="2"/>
              </a:rPr>
              <a:t> Details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02C895-8184-E483-488A-D2BDD2D5F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71" y="3070280"/>
            <a:ext cx="5228260" cy="27971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997" y="2012628"/>
            <a:ext cx="4177913" cy="21153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245" y="4343400"/>
            <a:ext cx="4177665" cy="218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2489"/>
            <a:ext cx="12039600" cy="9144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/>
              <a:t>2.2. CRUD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</a:t>
            </a:r>
            <a:r>
              <a:rPr lang="vi-VN" sz="3100" dirty="0">
                <a:latin typeface="Calibri Light" panose="020F0302020204030204" pitchFamily="34" charset="0"/>
                <a:cs typeface="Calibri Light" panose="020F0302020204030204" pitchFamily="34" charset="0"/>
              </a:rPr>
              <a:t>View</a:t>
            </a:r>
            <a:endParaRPr lang="en-US" sz="4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372846"/>
              </p:ext>
            </p:extLst>
          </p:nvPr>
        </p:nvGraphicFramePr>
        <p:xfrm>
          <a:off x="74612" y="1295400"/>
          <a:ext cx="12039600" cy="229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Index.cshtml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Delete.cshtml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</a:t>
                      </a:r>
                      <a:r>
                        <a:rPr lang="vi-VN" sz="1200" b="1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</a:rPr>
                        <a:t>truyền vào dưới dạng danh sách </a:t>
                      </a: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IEnumerable&lt;ProjectName.Models.ModelClassName&gt;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vi-VN" sz="1200" b="0" dirty="0">
                          <a:solidFill>
                            <a:schemeClr val="bg1"/>
                          </a:solidFill>
                        </a:rPr>
                        <a:t>Sử dụng câu lệnh </a:t>
                      </a:r>
                      <a:r>
                        <a:rPr lang="sv-SE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@foreach (var item in Model</a:t>
                      </a:r>
                      <a:r>
                        <a:rPr lang="sv-SE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để in ra danh sách các phần tử trong danh sách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Html.ActionLink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(“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linkText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", “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actionName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",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“routeValue”, “htmlAttribute)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tạo một link có tên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linkText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gọi hàm có tên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actionName,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truyền giá trị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routeValue </a:t>
                      </a:r>
                      <a:r>
                        <a:rPr lang="vi-VN" sz="1200" b="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(có thể null)</a:t>
                      </a:r>
                      <a:r>
                        <a:rPr lang="vi-VN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 cho hàm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actionName</a:t>
                      </a:r>
                      <a:r>
                        <a:rPr lang="vi-VN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và format link theo định dạng quy định trong lớp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htmlAttribute</a:t>
                      </a:r>
                      <a:r>
                        <a:rPr lang="vi-VN" sz="1200" b="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(mặc định k khai báo thì hiển thị dạng link)</a:t>
                      </a:r>
                      <a:endParaRPr lang="en-US" sz="1200" b="0" kern="1200" dirty="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</a:t>
                      </a:r>
                      <a:r>
                        <a:rPr lang="vi-VN" sz="1200" b="1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</a:rPr>
                        <a:t>truyền vào dưới dạng một bản ghi kiểu </a:t>
                      </a: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 ModelClassName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@Using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Html.BeginForm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("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ActionMethod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", "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ControllerName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","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Get⁄Post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Method")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tạo form tương ứng với “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ActionMethod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 của “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ControllerName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 và truyền dữ liệu theo phương thức </a:t>
                      </a:r>
                      <a:r>
                        <a:rPr lang="vi-VN" sz="12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“Get/Post Method”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Html.AntiForgeryToken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để chặn việc ghi dữ liệu nhiều lần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Html.DisplayNameFor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(model =&gt;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model.CategoryName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hiển thị nhãn theo tên của trường dữ liệu tương ứng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Html.DisplayFor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(model =&gt;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model.CategoryName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hiển thị giá trị của trường dữ liệu tương ứng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678AE81-5144-0530-CA54-5CAE21EB8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2" y="3581399"/>
            <a:ext cx="5410200" cy="3225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B87433-6A35-4A6A-F8F9-D673E7522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12" y="3581399"/>
            <a:ext cx="5360969" cy="321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5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47965"/>
            <a:ext cx="12039600" cy="942635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Danh </a:t>
            </a:r>
            <a:r>
              <a:rPr lang="en-US" sz="4400" dirty="0" err="1"/>
              <a:t>mục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  <a:r>
              <a:rPr lang="en-US" dirty="0"/>
              <a:t/>
            </a:r>
            <a:br>
              <a:rPr lang="en-US" dirty="0"/>
            </a:br>
            <a:r>
              <a:rPr lang="en-US" sz="3100" dirty="0" err="1"/>
              <a:t>2.2.CRUD</a:t>
            </a:r>
            <a:r>
              <a:rPr lang="en-US" sz="3100" dirty="0"/>
              <a:t> </a:t>
            </a:r>
            <a:r>
              <a:rPr lang="en-US" sz="3100" dirty="0" err="1"/>
              <a:t>dữ</a:t>
            </a:r>
            <a:r>
              <a:rPr lang="en-US" sz="3100" dirty="0"/>
              <a:t> </a:t>
            </a:r>
            <a:r>
              <a:rPr lang="en-US" sz="3100" dirty="0" err="1"/>
              <a:t>liệu</a:t>
            </a:r>
            <a:r>
              <a:rPr lang="en-US" sz="3100" dirty="0"/>
              <a:t> </a:t>
            </a:r>
            <a:r>
              <a:rPr lang="en-US" sz="3100" dirty="0" err="1"/>
              <a:t>từ</a:t>
            </a:r>
            <a:r>
              <a:rPr lang="en-US" sz="3100" dirty="0"/>
              <a:t> 01 model: </a:t>
            </a:r>
            <a:r>
              <a:rPr lang="vi-VN" sz="3100" dirty="0">
                <a:latin typeface="Calibri Light" panose="020F0302020204030204" pitchFamily="34" charset="0"/>
                <a:cs typeface="Calibri Light" panose="020F0302020204030204" pitchFamily="34" charset="0"/>
              </a:rPr>
              <a:t>View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615837"/>
              </p:ext>
            </p:extLst>
          </p:nvPr>
        </p:nvGraphicFramePr>
        <p:xfrm>
          <a:off x="74612" y="1109980"/>
          <a:ext cx="12039600" cy="1742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Create.cshtml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Edit.cshtml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</a:rPr>
                        <a:t>truyền vào dưới dạng một bản ghi kiểu </a:t>
                      </a: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 ModelClassName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Html.EditorFor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(model =&gt;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model.CategoryName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new {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htmlAttributes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= new { @class = "form-control" } })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hiển thị ô text với giá trị hiện tại của trường CategoryName trong DB (nếu bản ghi chưa có thì hiển thị rỗng)</a:t>
                      </a:r>
                      <a:endParaRPr lang="vi-VN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</a:t>
                      </a:r>
                      <a:r>
                        <a:rPr lang="vi-VN" sz="1200" b="1" dirty="0">
                          <a:solidFill>
                            <a:schemeClr val="bg1"/>
                          </a:solidFill>
                        </a:rPr>
                        <a:t>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</a:rPr>
                        <a:t>truyền vào dưới dạng một bản ghi kiểu </a:t>
                      </a: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 ModelClassName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Html.ValidationSummary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(true, "", new { @class = "text-danger" })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validate dữ liệu trên form, và hiển thị toàn bộ danh sách lỗi ở đầu form và format theo kiểu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text-danger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của bootstrap</a:t>
                      </a:r>
                      <a:endParaRPr lang="vi-VN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@section Scripts</a:t>
                      </a:r>
                      <a:r>
                        <a:rPr lang="vi-VN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tạo một section tên Scripts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@Scripts.Render(“đường dẫn”): </a:t>
                      </a:r>
                      <a:r>
                        <a:rPr lang="vi-VN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nhúng file script vào form</a:t>
                      </a:r>
                      <a:endParaRPr lang="vi-VN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52F130F-95E8-B1C1-C883-84C2470E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12" y="2890520"/>
            <a:ext cx="5638800" cy="39327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F9C795-8C37-4CFC-CF7F-3239582F1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2" y="2890520"/>
            <a:ext cx="5638800" cy="393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B1AF9-7851-0CC5-4CE2-0D4683C1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71" y="70231"/>
            <a:ext cx="6657408" cy="74758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3600" dirty="0"/>
              <a:t>2. </a:t>
            </a:r>
            <a:r>
              <a:rPr lang="en-US" sz="3600" dirty="0" err="1"/>
              <a:t>Quản</a:t>
            </a:r>
            <a:r>
              <a:rPr lang="en-US" sz="3600" dirty="0"/>
              <a:t> </a:t>
            </a:r>
            <a:r>
              <a:rPr lang="en-US" sz="3600" dirty="0" err="1"/>
              <a:t>lý</a:t>
            </a:r>
            <a:r>
              <a:rPr lang="en-US" sz="3600" dirty="0"/>
              <a:t> Danh </a:t>
            </a:r>
            <a:r>
              <a:rPr lang="en-US" sz="3600" dirty="0" err="1"/>
              <a:t>mục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 (CRUD)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3100" dirty="0"/>
              <a:t>2.3. </a:t>
            </a:r>
            <a:r>
              <a:rPr lang="en-US" sz="3100" dirty="0" err="1"/>
              <a:t>Tối</a:t>
            </a:r>
            <a:r>
              <a:rPr lang="en-US" sz="3100" dirty="0"/>
              <a:t> </a:t>
            </a:r>
            <a:r>
              <a:rPr lang="en-US" sz="3100" dirty="0" err="1"/>
              <a:t>ưu</a:t>
            </a:r>
            <a:r>
              <a:rPr lang="en-US" sz="3100" dirty="0"/>
              <a:t> </a:t>
            </a:r>
            <a:r>
              <a:rPr lang="en-US" sz="3100" dirty="0" err="1"/>
              <a:t>hóa</a:t>
            </a:r>
            <a:r>
              <a:rPr lang="en-US" sz="3100" dirty="0"/>
              <a:t> code </a:t>
            </a:r>
            <a:r>
              <a:rPr lang="en-US" sz="3100" dirty="0" err="1"/>
              <a:t>của</a:t>
            </a:r>
            <a:r>
              <a:rPr lang="en-US" sz="3100" dirty="0"/>
              <a:t> view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BC230-ACE9-06F5-187D-9E9F2EF1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5611" y="1143000"/>
            <a:ext cx="5868989" cy="15254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700" dirty="0"/>
              <a:t>View </a:t>
            </a:r>
            <a:r>
              <a:rPr lang="en-US" sz="1700" dirty="0" err="1"/>
              <a:t>của</a:t>
            </a:r>
            <a:r>
              <a:rPr lang="en-US" sz="1700" dirty="0"/>
              <a:t> 02 </a:t>
            </a:r>
            <a:r>
              <a:rPr lang="en-US" sz="1700" dirty="0" err="1"/>
              <a:t>trang</a:t>
            </a:r>
            <a:r>
              <a:rPr lang="en-US" sz="1700" dirty="0"/>
              <a:t> Create </a:t>
            </a:r>
            <a:r>
              <a:rPr lang="en-US" sz="1700" dirty="0" err="1"/>
              <a:t>và</a:t>
            </a:r>
            <a:r>
              <a:rPr lang="en-US" sz="1700" dirty="0"/>
              <a:t> Edit </a:t>
            </a:r>
            <a:r>
              <a:rPr lang="en-US" sz="1700" dirty="0" err="1"/>
              <a:t>có</a:t>
            </a:r>
            <a:r>
              <a:rPr lang="en-US" sz="1700" dirty="0"/>
              <a:t> </a:t>
            </a:r>
            <a:r>
              <a:rPr lang="en-US" sz="1700" dirty="0" err="1"/>
              <a:t>đoạn</a:t>
            </a:r>
            <a:r>
              <a:rPr lang="en-US" sz="1700" dirty="0"/>
              <a:t> code </a:t>
            </a:r>
            <a:r>
              <a:rPr lang="en-US" sz="1700" dirty="0" err="1"/>
              <a:t>giống</a:t>
            </a:r>
            <a:r>
              <a:rPr lang="en-US" sz="1700" dirty="0"/>
              <a:t> </a:t>
            </a:r>
            <a:r>
              <a:rPr lang="en-US" sz="1700" dirty="0" err="1"/>
              <a:t>nhau</a:t>
            </a:r>
            <a:endParaRPr lang="en-US" sz="1700" dirty="0"/>
          </a:p>
          <a:p>
            <a:pPr defTabSz="914400"/>
            <a:r>
              <a:rPr lang="en-US" sz="1700" dirty="0">
                <a:sym typeface="Wingdings" panose="05000000000000000000" pitchFamily="2" charset="2"/>
              </a:rPr>
              <a:t> </a:t>
            </a:r>
            <a:r>
              <a:rPr lang="en-US" sz="1700" dirty="0" err="1">
                <a:sym typeface="Wingdings" panose="05000000000000000000" pitchFamily="2" charset="2"/>
              </a:rPr>
              <a:t>Tạo</a:t>
            </a:r>
            <a:r>
              <a:rPr lang="en-US" sz="1700" dirty="0">
                <a:sym typeface="Wingdings" panose="05000000000000000000" pitchFamily="2" charset="2"/>
              </a:rPr>
              <a:t> 01 Partial View </a:t>
            </a:r>
            <a:r>
              <a:rPr lang="en-US" sz="1700" dirty="0" err="1">
                <a:sym typeface="Wingdings" panose="05000000000000000000" pitchFamily="2" charset="2"/>
              </a:rPr>
              <a:t>chứa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các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phần</a:t>
            </a:r>
            <a:r>
              <a:rPr lang="en-US" sz="1700" dirty="0">
                <a:sym typeface="Wingdings" panose="05000000000000000000" pitchFamily="2" charset="2"/>
              </a:rPr>
              <a:t> code </a:t>
            </a:r>
            <a:r>
              <a:rPr lang="en-US" sz="1700" dirty="0" err="1">
                <a:sym typeface="Wingdings" panose="05000000000000000000" pitchFamily="2" charset="2"/>
              </a:rPr>
              <a:t>giống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nhau</a:t>
            </a:r>
            <a:endParaRPr lang="en-US" sz="1700" dirty="0">
              <a:sym typeface="Wingdings" panose="05000000000000000000" pitchFamily="2" charset="2"/>
            </a:endParaRPr>
          </a:p>
          <a:p>
            <a:pPr defTabSz="914400"/>
            <a:r>
              <a:rPr lang="en-US" sz="1700" dirty="0">
                <a:sym typeface="Wingdings" panose="05000000000000000000" pitchFamily="2" charset="2"/>
              </a:rPr>
              <a:t> </a:t>
            </a:r>
            <a:r>
              <a:rPr lang="en-US" sz="1700" dirty="0" err="1">
                <a:sym typeface="Wingdings" panose="05000000000000000000" pitchFamily="2" charset="2"/>
              </a:rPr>
              <a:t>Nhúng</a:t>
            </a:r>
            <a:r>
              <a:rPr lang="en-US" sz="1700" dirty="0">
                <a:sym typeface="Wingdings" panose="05000000000000000000" pitchFamily="2" charset="2"/>
              </a:rPr>
              <a:t> Partial View </a:t>
            </a:r>
            <a:r>
              <a:rPr lang="en-US" sz="1700" dirty="0" err="1">
                <a:sym typeface="Wingdings" panose="05000000000000000000" pitchFamily="2" charset="2"/>
              </a:rPr>
              <a:t>vào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trang</a:t>
            </a:r>
            <a:r>
              <a:rPr lang="en-US" sz="1700" dirty="0">
                <a:sym typeface="Wingdings" panose="05000000000000000000" pitchFamily="2" charset="2"/>
              </a:rPr>
              <a:t> View </a:t>
            </a:r>
            <a:r>
              <a:rPr lang="en-US" sz="1700" dirty="0" err="1">
                <a:sym typeface="Wingdings" panose="05000000000000000000" pitchFamily="2" charset="2"/>
              </a:rPr>
              <a:t>của</a:t>
            </a:r>
            <a:r>
              <a:rPr lang="en-US" sz="1700" dirty="0">
                <a:sym typeface="Wingdings" panose="05000000000000000000" pitchFamily="2" charset="2"/>
              </a:rPr>
              <a:t> Create </a:t>
            </a:r>
            <a:r>
              <a:rPr lang="en-US" sz="1700" dirty="0" err="1">
                <a:sym typeface="Wingdings" panose="05000000000000000000" pitchFamily="2" charset="2"/>
              </a:rPr>
              <a:t>và</a:t>
            </a:r>
            <a:r>
              <a:rPr lang="en-US" sz="1700" dirty="0">
                <a:sym typeface="Wingdings" panose="05000000000000000000" pitchFamily="2" charset="2"/>
              </a:rPr>
              <a:t> Edit </a:t>
            </a:r>
            <a:r>
              <a:rPr lang="en-US" sz="1700" dirty="0" err="1">
                <a:sym typeface="Wingdings" panose="05000000000000000000" pitchFamily="2" charset="2"/>
              </a:rPr>
              <a:t>bằng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lệnh</a:t>
            </a:r>
            <a:r>
              <a:rPr lang="en-US" sz="1700" dirty="0">
                <a:sym typeface="Wingdings" panose="05000000000000000000" pitchFamily="2" charset="2"/>
              </a:rPr>
              <a:t>: 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html.Partial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b="1" dirty="0" err="1">
                <a:solidFill>
                  <a:schemeClr val="bg1"/>
                </a:solidFill>
                <a:highlight>
                  <a:srgbClr val="FFFF00"/>
                </a:highlight>
              </a:rPr>
              <a:t>PartialViewName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”, “</a:t>
            </a:r>
            <a:r>
              <a:rPr lang="en-US" b="1" dirty="0" err="1">
                <a:solidFill>
                  <a:schemeClr val="bg1"/>
                </a:solidFill>
                <a:highlight>
                  <a:srgbClr val="FFFF00"/>
                </a:highlight>
              </a:rPr>
              <a:t>modelName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”)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F2BFBA-6057-B25D-21F8-564D9AC53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149" y="3582915"/>
            <a:ext cx="5411349" cy="30340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F0198D-E885-86D9-D17E-8F1D69D62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49" y="166315"/>
            <a:ext cx="5411349" cy="31757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996824-A9D3-4414-41FC-112FDDA7E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2" y="3338758"/>
            <a:ext cx="579278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5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6629400" cy="9761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2.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Danh </a:t>
            </a:r>
            <a:r>
              <a:rPr lang="en-US" sz="3200" dirty="0" err="1"/>
              <a:t>mục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(CRUD) </a:t>
            </a:r>
            <a:br>
              <a:rPr lang="en-US" sz="3200" dirty="0"/>
            </a:br>
            <a:r>
              <a:rPr lang="en-US" sz="2400" dirty="0"/>
              <a:t>2.4. </a:t>
            </a:r>
            <a:r>
              <a:rPr lang="en-US" sz="2400" dirty="0" err="1"/>
              <a:t>Tùy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mẫu</a:t>
            </a:r>
            <a:r>
              <a:rPr lang="en-US" sz="2400" dirty="0"/>
              <a:t>: </a:t>
            </a:r>
            <a:r>
              <a:rPr lang="en-US" sz="2400" dirty="0" err="1"/>
              <a:t>Index.cshtml</a:t>
            </a:r>
            <a:endParaRPr lang="en-US" sz="3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6412" y="228600"/>
            <a:ext cx="4718824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 err="1"/>
              <a:t>Chỉnh</a:t>
            </a:r>
            <a:r>
              <a:rPr lang="en-US" sz="1300" dirty="0"/>
              <a:t> </a:t>
            </a:r>
            <a:r>
              <a:rPr lang="en-US" sz="1300" dirty="0" err="1"/>
              <a:t>tên</a:t>
            </a:r>
            <a:r>
              <a:rPr lang="en-US" sz="1300" dirty="0"/>
              <a:t> </a:t>
            </a:r>
            <a:r>
              <a:rPr lang="en-US" sz="1300" dirty="0" err="1"/>
              <a:t>các</a:t>
            </a:r>
            <a:r>
              <a:rPr lang="en-US" sz="1300" dirty="0"/>
              <a:t> </a:t>
            </a:r>
            <a:r>
              <a:rPr lang="en-US" sz="1300" dirty="0" err="1"/>
              <a:t>cột</a:t>
            </a:r>
            <a:r>
              <a:rPr lang="en-US" sz="1300" dirty="0"/>
              <a:t> </a:t>
            </a:r>
            <a:r>
              <a:rPr lang="en-US" sz="1300" dirty="0" err="1"/>
              <a:t>dữ</a:t>
            </a:r>
            <a:r>
              <a:rPr lang="en-US" sz="1300" dirty="0"/>
              <a:t> </a:t>
            </a:r>
            <a:r>
              <a:rPr lang="en-US" sz="1300" dirty="0" err="1"/>
              <a:t>liệu</a:t>
            </a:r>
            <a:r>
              <a:rPr lang="en-US" sz="1300" dirty="0"/>
              <a:t> </a:t>
            </a:r>
            <a:r>
              <a:rPr lang="en-US" sz="1300" dirty="0" err="1"/>
              <a:t>để</a:t>
            </a:r>
            <a:r>
              <a:rPr lang="en-US" sz="1300" dirty="0"/>
              <a:t> </a:t>
            </a:r>
            <a:r>
              <a:rPr lang="en-US" sz="1300" dirty="0" err="1"/>
              <a:t>hiển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thân</a:t>
            </a:r>
            <a:r>
              <a:rPr lang="en-US" sz="1300" dirty="0"/>
              <a:t> </a:t>
            </a:r>
            <a:r>
              <a:rPr lang="en-US" sz="1300" dirty="0" err="1"/>
              <a:t>thiện</a:t>
            </a:r>
            <a:r>
              <a:rPr lang="en-US" sz="1300" dirty="0"/>
              <a:t> </a:t>
            </a:r>
            <a:r>
              <a:rPr lang="en-US" sz="1300" dirty="0" err="1"/>
              <a:t>hơn</a:t>
            </a:r>
            <a:endParaRPr lang="en-US" sz="13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 err="1"/>
              <a:t>Đổi</a:t>
            </a:r>
            <a:r>
              <a:rPr lang="en-US" sz="1300" dirty="0"/>
              <a:t> </a:t>
            </a:r>
            <a:r>
              <a:rPr lang="en-US" sz="1300" dirty="0" err="1"/>
              <a:t>tên</a:t>
            </a:r>
            <a:r>
              <a:rPr lang="en-US" sz="1300" dirty="0"/>
              <a:t> </a:t>
            </a:r>
            <a:r>
              <a:rPr lang="en-US" sz="1300" dirty="0" err="1"/>
              <a:t>các</a:t>
            </a:r>
            <a:r>
              <a:rPr lang="en-US" sz="1300" dirty="0"/>
              <a:t> link </a:t>
            </a:r>
            <a:r>
              <a:rPr lang="en-US" sz="1300" dirty="0" err="1"/>
              <a:t>ra</a:t>
            </a:r>
            <a:r>
              <a:rPr lang="en-US" sz="1300" dirty="0"/>
              <a:t> </a:t>
            </a:r>
            <a:r>
              <a:rPr lang="en-US" sz="1300" dirty="0" err="1"/>
              <a:t>tiếng</a:t>
            </a:r>
            <a:r>
              <a:rPr lang="en-US" sz="1300" dirty="0"/>
              <a:t> </a:t>
            </a:r>
            <a:r>
              <a:rPr lang="en-US" sz="1300" dirty="0" err="1"/>
              <a:t>việt</a:t>
            </a:r>
            <a:endParaRPr lang="en-US" sz="13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/>
              <a:t>Format </a:t>
            </a:r>
            <a:r>
              <a:rPr lang="en-US" sz="1300" dirty="0" err="1"/>
              <a:t>để</a:t>
            </a:r>
            <a:r>
              <a:rPr lang="en-US" sz="1300" dirty="0"/>
              <a:t> link </a:t>
            </a:r>
            <a:r>
              <a:rPr lang="en-US" sz="1300" dirty="0" err="1"/>
              <a:t>hiển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dạng</a:t>
            </a:r>
            <a:r>
              <a:rPr lang="en-US" sz="1300" dirty="0"/>
              <a:t> </a:t>
            </a:r>
            <a:r>
              <a:rPr lang="en-US" sz="1300" dirty="0" err="1"/>
              <a:t>btton</a:t>
            </a:r>
            <a:r>
              <a:rPr lang="en-US" sz="1300" dirty="0"/>
              <a:t> </a:t>
            </a:r>
            <a:r>
              <a:rPr lang="en-US" sz="1300" dirty="0" err="1"/>
              <a:t>bằng</a:t>
            </a:r>
            <a:r>
              <a:rPr lang="en-US" sz="1300" dirty="0"/>
              <a:t> </a:t>
            </a:r>
            <a:r>
              <a:rPr lang="en-US" sz="1300" dirty="0" err="1"/>
              <a:t>lệnh</a:t>
            </a:r>
            <a:r>
              <a:rPr lang="en-US" sz="1300" dirty="0"/>
              <a:t>: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Html.ActionLink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linkText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actionName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routeValue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”, new {@class =“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tên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lớp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button 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của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bootstrap”})</a:t>
            </a:r>
            <a:endParaRPr lang="en-US" sz="1300" dirty="0">
              <a:solidFill>
                <a:schemeClr val="bg1"/>
              </a:solidFill>
            </a:endParaRP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/>
              <a:t>Format </a:t>
            </a:r>
            <a:r>
              <a:rPr lang="en-US" sz="1300" dirty="0" err="1"/>
              <a:t>màu</a:t>
            </a:r>
            <a:r>
              <a:rPr lang="en-US" sz="1300" dirty="0"/>
              <a:t> </a:t>
            </a:r>
            <a:r>
              <a:rPr lang="en-US" sz="1300" dirty="0" err="1"/>
              <a:t>nền</a:t>
            </a:r>
            <a:r>
              <a:rPr lang="en-US" sz="1300" dirty="0"/>
              <a:t> </a:t>
            </a:r>
            <a:r>
              <a:rPr lang="en-US" sz="1300" dirty="0" err="1"/>
              <a:t>cho</a:t>
            </a:r>
            <a:r>
              <a:rPr lang="en-US" sz="1300" dirty="0"/>
              <a:t> </a:t>
            </a:r>
            <a:r>
              <a:rPr lang="en-US" sz="1300" dirty="0" err="1"/>
              <a:t>tiêu</a:t>
            </a:r>
            <a:r>
              <a:rPr lang="en-US" sz="1300" dirty="0"/>
              <a:t> </a:t>
            </a:r>
            <a:r>
              <a:rPr lang="en-US" sz="1300" dirty="0" err="1"/>
              <a:t>đề</a:t>
            </a:r>
            <a:r>
              <a:rPr lang="en-US" sz="1300" dirty="0"/>
              <a:t> Form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tiêu</a:t>
            </a:r>
            <a:r>
              <a:rPr lang="en-US" sz="1300" dirty="0"/>
              <a:t> </a:t>
            </a:r>
            <a:r>
              <a:rPr lang="en-US" sz="1300" dirty="0" err="1"/>
              <a:t>đề</a:t>
            </a:r>
            <a:r>
              <a:rPr lang="en-US" sz="1300" dirty="0"/>
              <a:t>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485C62-0A12-4776-820D-F4A49714E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2" y="2057400"/>
            <a:ext cx="5157586" cy="426790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1BC857-F102-3EEC-F16D-AC2A434F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79" y="2057400"/>
            <a:ext cx="6597381" cy="426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7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04570"/>
            <a:ext cx="6781800" cy="9761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2.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Danh </a:t>
            </a:r>
            <a:r>
              <a:rPr lang="en-US" sz="3200" dirty="0" err="1"/>
              <a:t>mục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(CRUD) </a:t>
            </a:r>
            <a:br>
              <a:rPr lang="en-US" sz="3200" dirty="0"/>
            </a:br>
            <a:r>
              <a:rPr lang="en-US" sz="2400" dirty="0"/>
              <a:t>2.4. </a:t>
            </a:r>
            <a:r>
              <a:rPr lang="en-US" sz="2400" dirty="0" err="1"/>
              <a:t>Tùy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mẫu</a:t>
            </a:r>
            <a:r>
              <a:rPr lang="en-US" sz="2400" dirty="0"/>
              <a:t>: </a:t>
            </a:r>
            <a:r>
              <a:rPr lang="en-US" sz="2400" dirty="0" err="1"/>
              <a:t>Delete.cshtml</a:t>
            </a:r>
            <a:endParaRPr lang="en-US" sz="3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6412" y="228600"/>
            <a:ext cx="4954962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 err="1"/>
              <a:t>Chỉnh</a:t>
            </a:r>
            <a:r>
              <a:rPr lang="en-US" sz="1300" dirty="0"/>
              <a:t> </a:t>
            </a:r>
            <a:r>
              <a:rPr lang="en-US" sz="1300" dirty="0" err="1"/>
              <a:t>tên</a:t>
            </a:r>
            <a:r>
              <a:rPr lang="en-US" sz="1300" dirty="0"/>
              <a:t> </a:t>
            </a:r>
            <a:r>
              <a:rPr lang="en-US" sz="1300" dirty="0" err="1"/>
              <a:t>các</a:t>
            </a:r>
            <a:r>
              <a:rPr lang="en-US" sz="1300" dirty="0"/>
              <a:t> </a:t>
            </a:r>
            <a:r>
              <a:rPr lang="en-US" sz="1300" dirty="0" err="1"/>
              <a:t>cột</a:t>
            </a:r>
            <a:r>
              <a:rPr lang="en-US" sz="1300" dirty="0"/>
              <a:t> </a:t>
            </a:r>
            <a:r>
              <a:rPr lang="en-US" sz="1300" dirty="0" err="1"/>
              <a:t>dữ</a:t>
            </a:r>
            <a:r>
              <a:rPr lang="en-US" sz="1300" dirty="0"/>
              <a:t> </a:t>
            </a:r>
            <a:r>
              <a:rPr lang="en-US" sz="1300" dirty="0" err="1"/>
              <a:t>liệu</a:t>
            </a:r>
            <a:r>
              <a:rPr lang="en-US" sz="1300" dirty="0"/>
              <a:t> </a:t>
            </a:r>
            <a:r>
              <a:rPr lang="en-US" sz="1300" dirty="0" err="1"/>
              <a:t>để</a:t>
            </a:r>
            <a:r>
              <a:rPr lang="en-US" sz="1300" dirty="0"/>
              <a:t> </a:t>
            </a:r>
            <a:r>
              <a:rPr lang="en-US" sz="1300" dirty="0" err="1"/>
              <a:t>hiển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thân</a:t>
            </a:r>
            <a:r>
              <a:rPr lang="en-US" sz="1300" dirty="0"/>
              <a:t> </a:t>
            </a:r>
            <a:r>
              <a:rPr lang="en-US" sz="1300" dirty="0" err="1"/>
              <a:t>thiện</a:t>
            </a:r>
            <a:r>
              <a:rPr lang="en-US" sz="1300" dirty="0"/>
              <a:t> </a:t>
            </a:r>
            <a:r>
              <a:rPr lang="en-US" sz="1300" dirty="0" err="1"/>
              <a:t>hơn</a:t>
            </a:r>
            <a:endParaRPr lang="en-US" sz="13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 err="1"/>
              <a:t>Đổi</a:t>
            </a:r>
            <a:r>
              <a:rPr lang="en-US" sz="1300" dirty="0"/>
              <a:t> </a:t>
            </a:r>
            <a:r>
              <a:rPr lang="en-US" sz="1300" dirty="0" err="1"/>
              <a:t>tên</a:t>
            </a:r>
            <a:r>
              <a:rPr lang="en-US" sz="1300" dirty="0"/>
              <a:t> </a:t>
            </a:r>
            <a:r>
              <a:rPr lang="en-US" sz="1300" dirty="0" err="1"/>
              <a:t>các</a:t>
            </a:r>
            <a:r>
              <a:rPr lang="en-US" sz="1300" dirty="0"/>
              <a:t> link </a:t>
            </a:r>
            <a:r>
              <a:rPr lang="en-US" sz="1300" dirty="0" err="1"/>
              <a:t>ra</a:t>
            </a:r>
            <a:r>
              <a:rPr lang="en-US" sz="1300" dirty="0"/>
              <a:t> </a:t>
            </a:r>
            <a:r>
              <a:rPr lang="en-US" sz="1300" dirty="0" err="1"/>
              <a:t>tiếng</a:t>
            </a:r>
            <a:r>
              <a:rPr lang="en-US" sz="1300" dirty="0"/>
              <a:t> </a:t>
            </a:r>
            <a:r>
              <a:rPr lang="en-US" sz="1300" dirty="0" err="1"/>
              <a:t>việt</a:t>
            </a:r>
            <a:endParaRPr lang="en-US" sz="13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/>
              <a:t>Format </a:t>
            </a:r>
            <a:r>
              <a:rPr lang="en-US" sz="1300" dirty="0" err="1"/>
              <a:t>để</a:t>
            </a:r>
            <a:r>
              <a:rPr lang="en-US" sz="1300" dirty="0"/>
              <a:t> link </a:t>
            </a:r>
            <a:r>
              <a:rPr lang="en-US" sz="1300" dirty="0" err="1"/>
              <a:t>hiển</a:t>
            </a:r>
            <a:r>
              <a:rPr lang="en-US" sz="1300" dirty="0"/>
              <a:t> </a:t>
            </a:r>
            <a:r>
              <a:rPr lang="en-US" sz="1300" dirty="0" err="1"/>
              <a:t>thị</a:t>
            </a:r>
            <a:r>
              <a:rPr lang="en-US" sz="1300" dirty="0"/>
              <a:t> </a:t>
            </a:r>
            <a:r>
              <a:rPr lang="en-US" sz="1300" dirty="0" err="1"/>
              <a:t>dạng</a:t>
            </a:r>
            <a:r>
              <a:rPr lang="en-US" sz="1300" dirty="0"/>
              <a:t> </a:t>
            </a:r>
            <a:r>
              <a:rPr lang="en-US" sz="1300" dirty="0" err="1"/>
              <a:t>btton</a:t>
            </a:r>
            <a:r>
              <a:rPr lang="en-US" sz="1300" dirty="0"/>
              <a:t> </a:t>
            </a:r>
            <a:r>
              <a:rPr lang="en-US" sz="1300" dirty="0" err="1"/>
              <a:t>bằng</a:t>
            </a:r>
            <a:r>
              <a:rPr lang="en-US" sz="1300" dirty="0"/>
              <a:t> </a:t>
            </a:r>
            <a:r>
              <a:rPr lang="en-US" sz="1300" dirty="0" err="1"/>
              <a:t>lệnh</a:t>
            </a:r>
            <a:r>
              <a:rPr lang="en-US" sz="1300" dirty="0"/>
              <a:t>: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Html.ActionLink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linkText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actionName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routeValue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”, new {@class =“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tên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lớp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button </a:t>
            </a:r>
            <a:r>
              <a:rPr lang="en-US" sz="13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của</a:t>
            </a:r>
            <a:r>
              <a:rPr lang="en-US" sz="1300" b="1" dirty="0">
                <a:solidFill>
                  <a:schemeClr val="bg1"/>
                </a:solidFill>
                <a:highlight>
                  <a:srgbClr val="FFFF00"/>
                </a:highlight>
              </a:rPr>
              <a:t> bootstrap”})</a:t>
            </a:r>
            <a:endParaRPr lang="en-US" sz="1300" dirty="0">
              <a:solidFill>
                <a:schemeClr val="bg1"/>
              </a:solidFill>
            </a:endParaRP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300" dirty="0"/>
              <a:t>Format </a:t>
            </a:r>
            <a:r>
              <a:rPr lang="en-US" sz="1300" dirty="0" err="1"/>
              <a:t>màu</a:t>
            </a:r>
            <a:r>
              <a:rPr lang="en-US" sz="1300" dirty="0"/>
              <a:t> </a:t>
            </a:r>
            <a:r>
              <a:rPr lang="en-US" sz="1300" dirty="0" err="1"/>
              <a:t>nền</a:t>
            </a:r>
            <a:r>
              <a:rPr lang="en-US" sz="1300" dirty="0"/>
              <a:t> </a:t>
            </a:r>
            <a:r>
              <a:rPr lang="en-US" sz="1300" dirty="0" err="1"/>
              <a:t>cho</a:t>
            </a:r>
            <a:r>
              <a:rPr lang="en-US" sz="1300" dirty="0"/>
              <a:t> </a:t>
            </a:r>
            <a:r>
              <a:rPr lang="en-US" sz="1300" dirty="0" err="1"/>
              <a:t>tiêu</a:t>
            </a:r>
            <a:r>
              <a:rPr lang="en-US" sz="1300" dirty="0"/>
              <a:t> </a:t>
            </a:r>
            <a:r>
              <a:rPr lang="en-US" sz="1300" dirty="0" err="1"/>
              <a:t>đề</a:t>
            </a:r>
            <a:r>
              <a:rPr lang="en-US" sz="1300" dirty="0"/>
              <a:t> Form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tiêu</a:t>
            </a:r>
            <a:r>
              <a:rPr lang="en-US" sz="1300" dirty="0"/>
              <a:t> </a:t>
            </a:r>
            <a:r>
              <a:rPr lang="en-US" sz="1300" dirty="0" err="1"/>
              <a:t>đề</a:t>
            </a:r>
            <a:r>
              <a:rPr lang="en-US" sz="1300" dirty="0"/>
              <a:t> Table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A3693F-328B-3551-0F0F-A6DB87156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398" y="2223174"/>
            <a:ext cx="5205500" cy="4101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02EDC7-C94F-8EC3-84FB-1CB35A87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" y="2286000"/>
            <a:ext cx="6704013" cy="3644226"/>
          </a:xfrm>
          <a:prstGeom prst="rect">
            <a:avLst/>
          </a:prstGeom>
          <a:ln w="38100" cap="sq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13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347018"/>
            <a:ext cx="6248400" cy="97618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3200" dirty="0"/>
              <a:t>2.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Danh </a:t>
            </a:r>
            <a:r>
              <a:rPr lang="en-US" sz="3200" dirty="0" err="1"/>
              <a:t>mục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(CRUD) </a:t>
            </a:r>
            <a:br>
              <a:rPr lang="en-US" sz="3200" dirty="0"/>
            </a:br>
            <a:r>
              <a:rPr lang="en-US" sz="2400" dirty="0" err="1"/>
              <a:t>Tùy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mẫu</a:t>
            </a:r>
            <a:r>
              <a:rPr lang="en-US" sz="2400" dirty="0"/>
              <a:t>: </a:t>
            </a:r>
            <a:r>
              <a:rPr lang="en-US" sz="2400" dirty="0" err="1"/>
              <a:t>Create.cshtml</a:t>
            </a:r>
            <a:endParaRPr lang="en-US" sz="3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012" y="1447800"/>
            <a:ext cx="5275023" cy="19380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dirty="0"/>
              <a:t>Format </a:t>
            </a:r>
            <a:r>
              <a:rPr lang="en-US" sz="1200" dirty="0" err="1"/>
              <a:t>lại</a:t>
            </a:r>
            <a:r>
              <a:rPr lang="en-US" sz="1200" dirty="0"/>
              <a:t> 2 </a:t>
            </a:r>
            <a:r>
              <a:rPr lang="en-US" sz="1200" dirty="0" err="1"/>
              <a:t>trang</a:t>
            </a:r>
            <a:r>
              <a:rPr lang="en-US" sz="1200" dirty="0"/>
              <a:t>: 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PVCreateEditCategory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Create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dirty="0" err="1"/>
              <a:t>Chỉnh</a:t>
            </a:r>
            <a:r>
              <a:rPr lang="en-US" sz="1200" dirty="0"/>
              <a:t> </a:t>
            </a:r>
            <a:r>
              <a:rPr lang="en-US" sz="1200" dirty="0" err="1"/>
              <a:t>tên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cột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hiển</a:t>
            </a:r>
            <a:r>
              <a:rPr lang="en-US" sz="1200" dirty="0"/>
              <a:t> </a:t>
            </a:r>
            <a:r>
              <a:rPr lang="en-US" sz="1200" dirty="0" err="1"/>
              <a:t>thị</a:t>
            </a:r>
            <a:r>
              <a:rPr lang="en-US" sz="1200" dirty="0"/>
              <a:t> </a:t>
            </a:r>
            <a:r>
              <a:rPr lang="en-US" sz="1200" dirty="0" err="1"/>
              <a:t>thân</a:t>
            </a:r>
            <a:r>
              <a:rPr lang="en-US" sz="1200" dirty="0"/>
              <a:t> </a:t>
            </a:r>
            <a:r>
              <a:rPr lang="en-US" sz="1200" dirty="0" err="1"/>
              <a:t>thiện</a:t>
            </a:r>
            <a:r>
              <a:rPr lang="en-US" sz="1200" dirty="0"/>
              <a:t> </a:t>
            </a:r>
            <a:r>
              <a:rPr lang="en-US" sz="1200" dirty="0" err="1"/>
              <a:t>hơn</a:t>
            </a:r>
            <a:endParaRPr lang="en-US" sz="12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dirty="0" err="1"/>
              <a:t>Đổi</a:t>
            </a:r>
            <a:r>
              <a:rPr lang="en-US" sz="1200" dirty="0"/>
              <a:t> </a:t>
            </a:r>
            <a:r>
              <a:rPr lang="en-US" sz="1200" dirty="0" err="1"/>
              <a:t>tên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link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tiếng</a:t>
            </a:r>
            <a:r>
              <a:rPr lang="en-US" sz="1200" dirty="0"/>
              <a:t> </a:t>
            </a:r>
            <a:r>
              <a:rPr lang="en-US" sz="1200" dirty="0" err="1"/>
              <a:t>việt</a:t>
            </a:r>
            <a:endParaRPr lang="en-US" sz="12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dirty="0"/>
              <a:t>Format </a:t>
            </a:r>
            <a:r>
              <a:rPr lang="en-US" sz="1200" dirty="0" err="1"/>
              <a:t>để</a:t>
            </a:r>
            <a:r>
              <a:rPr lang="en-US" sz="1200" dirty="0"/>
              <a:t> link </a:t>
            </a:r>
            <a:r>
              <a:rPr lang="en-US" sz="1200" dirty="0" err="1"/>
              <a:t>hiển</a:t>
            </a:r>
            <a:r>
              <a:rPr lang="en-US" sz="1200" dirty="0"/>
              <a:t> </a:t>
            </a:r>
            <a:r>
              <a:rPr lang="en-US" sz="1200" dirty="0" err="1"/>
              <a:t>thị</a:t>
            </a:r>
            <a:r>
              <a:rPr lang="en-US" sz="1200" dirty="0"/>
              <a:t> </a:t>
            </a:r>
            <a:r>
              <a:rPr lang="en-US" sz="1200" dirty="0" err="1"/>
              <a:t>dạng</a:t>
            </a:r>
            <a:r>
              <a:rPr lang="en-US" sz="1200" dirty="0"/>
              <a:t> </a:t>
            </a:r>
            <a:r>
              <a:rPr lang="en-US" sz="1200" dirty="0" err="1"/>
              <a:t>btton</a:t>
            </a:r>
            <a:r>
              <a:rPr lang="en-US" sz="1200" dirty="0"/>
              <a:t> </a:t>
            </a:r>
            <a:r>
              <a:rPr lang="en-US" sz="1200" dirty="0" err="1"/>
              <a:t>bằng</a:t>
            </a:r>
            <a:r>
              <a:rPr lang="en-US" sz="1200" dirty="0"/>
              <a:t> </a:t>
            </a:r>
            <a:r>
              <a:rPr lang="en-US" sz="1200" dirty="0" err="1"/>
              <a:t>lệnh</a:t>
            </a:r>
            <a:r>
              <a:rPr lang="en-US" sz="1200" dirty="0"/>
              <a:t>: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Html.ActionLink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linkText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actionName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routeValue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”, new {@class =“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tên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lớp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 button </a:t>
            </a:r>
            <a:r>
              <a:rPr lang="en-US" sz="12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của</a:t>
            </a:r>
            <a:r>
              <a:rPr lang="en-US" sz="1200" b="1" dirty="0">
                <a:solidFill>
                  <a:schemeClr val="bg1"/>
                </a:solidFill>
                <a:highlight>
                  <a:srgbClr val="FFFF00"/>
                </a:highlight>
              </a:rPr>
              <a:t> bootstrap”})</a:t>
            </a:r>
            <a:endParaRPr lang="en-US" sz="1200" dirty="0">
              <a:solidFill>
                <a:schemeClr val="bg1"/>
              </a:solidFill>
            </a:endParaRP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200" dirty="0"/>
              <a:t>Format </a:t>
            </a:r>
            <a:r>
              <a:rPr lang="en-US" sz="1200" dirty="0" err="1"/>
              <a:t>màu</a:t>
            </a:r>
            <a:r>
              <a:rPr lang="en-US" sz="1200" dirty="0"/>
              <a:t> </a:t>
            </a:r>
            <a:r>
              <a:rPr lang="en-US" sz="1200" dirty="0" err="1"/>
              <a:t>nền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tiêu</a:t>
            </a:r>
            <a:r>
              <a:rPr lang="en-US" sz="1200" dirty="0"/>
              <a:t> </a:t>
            </a:r>
            <a:r>
              <a:rPr lang="en-US" sz="1200" dirty="0" err="1"/>
              <a:t>đề</a:t>
            </a:r>
            <a:r>
              <a:rPr lang="en-US" sz="1200" dirty="0"/>
              <a:t> Form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tiêu</a:t>
            </a:r>
            <a:r>
              <a:rPr lang="en-US" sz="1200" dirty="0"/>
              <a:t> </a:t>
            </a:r>
            <a:r>
              <a:rPr lang="en-US" sz="1200" dirty="0" err="1"/>
              <a:t>đề</a:t>
            </a:r>
            <a:r>
              <a:rPr lang="en-US" sz="1200" dirty="0"/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C0F7-84F0-3997-3523-6E505A3FF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298" y="255269"/>
            <a:ext cx="4302614" cy="3130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0BC470-7228-1AA3-A1F2-6B04F87D3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3624045"/>
            <a:ext cx="5198824" cy="280498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35660-3CCE-5089-D9F7-4C63936B1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837" y="3641086"/>
            <a:ext cx="4791075" cy="28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1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6629400" cy="9761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/>
              <a:t>2.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Danh </a:t>
            </a:r>
            <a:r>
              <a:rPr lang="en-US" sz="3200" dirty="0" err="1"/>
              <a:t>mục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(CRUD) </a:t>
            </a:r>
            <a:br>
              <a:rPr lang="en-US" sz="3200" dirty="0"/>
            </a:br>
            <a:r>
              <a:rPr lang="en-US" sz="2400" dirty="0"/>
              <a:t>2.4. </a:t>
            </a:r>
            <a:r>
              <a:rPr lang="en-US" sz="2400" dirty="0" err="1"/>
              <a:t>Tùy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mẫu</a:t>
            </a:r>
            <a:r>
              <a:rPr lang="en-US" sz="2400" dirty="0"/>
              <a:t>: </a:t>
            </a:r>
            <a:r>
              <a:rPr lang="en-US" sz="2400" dirty="0" err="1"/>
              <a:t>Edit.cshtml</a:t>
            </a:r>
            <a:endParaRPr lang="en-US" sz="32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012" y="1128585"/>
            <a:ext cx="5867400" cy="20718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Format </a:t>
            </a:r>
            <a:r>
              <a:rPr lang="en-US" sz="1400" dirty="0" err="1"/>
              <a:t>lại</a:t>
            </a:r>
            <a:r>
              <a:rPr lang="en-US" sz="1400" dirty="0"/>
              <a:t> 2 </a:t>
            </a:r>
            <a:r>
              <a:rPr lang="en-US" sz="1400" dirty="0" err="1"/>
              <a:t>trang</a:t>
            </a:r>
            <a:r>
              <a:rPr lang="en-US" sz="1400" dirty="0"/>
              <a:t>: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PVCreateEditCategory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Edit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 err="1"/>
              <a:t>Chỉnh</a:t>
            </a:r>
            <a:r>
              <a:rPr lang="en-US" sz="1400" dirty="0"/>
              <a:t> </a:t>
            </a:r>
            <a:r>
              <a:rPr lang="en-US" sz="1400" dirty="0" err="1"/>
              <a:t>tên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cột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thân</a:t>
            </a:r>
            <a:r>
              <a:rPr lang="en-US" sz="1400" dirty="0"/>
              <a:t> </a:t>
            </a:r>
            <a:r>
              <a:rPr lang="en-US" sz="1400" dirty="0" err="1"/>
              <a:t>thiện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endParaRPr lang="en-US" sz="14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tên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link </a:t>
            </a:r>
            <a:r>
              <a:rPr lang="en-US" sz="1400" dirty="0" err="1"/>
              <a:t>ra</a:t>
            </a:r>
            <a:r>
              <a:rPr lang="en-US" sz="1400" dirty="0"/>
              <a:t> </a:t>
            </a:r>
            <a:r>
              <a:rPr lang="en-US" sz="1400" dirty="0" err="1"/>
              <a:t>tiếng</a:t>
            </a:r>
            <a:r>
              <a:rPr lang="en-US" sz="1400" dirty="0"/>
              <a:t> </a:t>
            </a:r>
            <a:r>
              <a:rPr lang="en-US" sz="1400" dirty="0" err="1"/>
              <a:t>việt</a:t>
            </a:r>
            <a:endParaRPr lang="en-US" sz="14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Format </a:t>
            </a:r>
            <a:r>
              <a:rPr lang="en-US" sz="1400" dirty="0" err="1"/>
              <a:t>để</a:t>
            </a:r>
            <a:r>
              <a:rPr lang="en-US" sz="1400" dirty="0"/>
              <a:t> link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dạng</a:t>
            </a:r>
            <a:r>
              <a:rPr lang="en-US" sz="1400" dirty="0"/>
              <a:t> </a:t>
            </a:r>
            <a:r>
              <a:rPr lang="en-US" sz="1400" dirty="0" err="1"/>
              <a:t>btton</a:t>
            </a:r>
            <a:r>
              <a:rPr lang="en-US" sz="1400" dirty="0"/>
              <a:t> </a:t>
            </a:r>
            <a:r>
              <a:rPr lang="en-US" sz="1400" dirty="0" err="1"/>
              <a:t>bằng</a:t>
            </a:r>
            <a:r>
              <a:rPr lang="en-US" sz="1400" dirty="0"/>
              <a:t> </a:t>
            </a:r>
            <a:r>
              <a:rPr lang="en-US" sz="1400" dirty="0" err="1"/>
              <a:t>lệnh</a:t>
            </a:r>
            <a:r>
              <a:rPr lang="en-US" sz="1400" dirty="0"/>
              <a:t>:</a:t>
            </a: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Html.ActionLink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linkText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actionName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routeValue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”, new {@class =“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tên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lớp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button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của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bootstrap”})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Format </a:t>
            </a:r>
            <a:r>
              <a:rPr lang="en-US" sz="1400" dirty="0" err="1"/>
              <a:t>màu</a:t>
            </a:r>
            <a:r>
              <a:rPr lang="en-US" sz="1400" dirty="0"/>
              <a:t> </a:t>
            </a:r>
            <a:r>
              <a:rPr lang="en-US" sz="1400" dirty="0" err="1"/>
              <a:t>nền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</a:t>
            </a:r>
            <a:r>
              <a:rPr lang="en-US" sz="1400" dirty="0" err="1"/>
              <a:t>đề</a:t>
            </a:r>
            <a:r>
              <a:rPr lang="en-US" sz="1400" dirty="0"/>
              <a:t> Form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</a:t>
            </a:r>
            <a:r>
              <a:rPr lang="en-US" sz="1400" dirty="0" err="1"/>
              <a:t>đề</a:t>
            </a:r>
            <a:r>
              <a:rPr lang="en-US" sz="1400" dirty="0"/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C0F7-84F0-3997-3523-6E505A3FF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298" y="255269"/>
            <a:ext cx="4302614" cy="3130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EFDCD9-A4A6-F79D-D464-512E843C8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3581400"/>
            <a:ext cx="5666142" cy="302445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2B80D-EF73-EBBD-839C-9CAF01849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08" y="3479421"/>
            <a:ext cx="4309503" cy="31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5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275AD-CFF8-8506-94A0-ADBC57B6E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1" b="1"/>
          <a:stretch/>
        </p:blipFill>
        <p:spPr>
          <a:xfrm>
            <a:off x="1523" y="10"/>
            <a:ext cx="1218577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13B1E-85D5-AA04-F3AE-AEBE35B6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2" y="1685677"/>
            <a:ext cx="6659110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CÀI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ĐẶT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PHẦN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PRODUCT</a:t>
            </a:r>
          </a:p>
        </p:txBody>
      </p:sp>
    </p:spTree>
    <p:extLst>
      <p:ext uri="{BB962C8B-B14F-4D97-AF65-F5344CB8AC3E}">
        <p14:creationId xmlns:p14="http://schemas.microsoft.com/office/powerpoint/2010/main" val="5172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2499360"/>
          </a:xfrm>
        </p:spPr>
        <p:txBody>
          <a:bodyPr>
            <a:normAutofit/>
          </a:bodyPr>
          <a:lstStyle/>
          <a:p>
            <a:r>
              <a:rPr lang="en-US" sz="4400" dirty="0"/>
              <a:t>3. </a:t>
            </a:r>
            <a:r>
              <a:rPr lang="en-US" sz="4400" dirty="0" err="1"/>
              <a:t>Quản</a:t>
            </a:r>
            <a:r>
              <a:rPr lang="en-US" sz="4400" dirty="0"/>
              <a:t> </a:t>
            </a:r>
            <a:r>
              <a:rPr lang="en-US" sz="4400" dirty="0" err="1"/>
              <a:t>lý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 (CRUD)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082" y="990599"/>
            <a:ext cx="6684330" cy="4876801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Controller + View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i="1" dirty="0"/>
              <a:t>Controller with actions using entity framework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model </a:t>
            </a:r>
            <a:r>
              <a:rPr lang="en-US" sz="2200" dirty="0">
                <a:solidFill>
                  <a:srgbClr val="FFFF00"/>
                </a:solidFill>
              </a:rPr>
              <a:t>Product</a:t>
            </a:r>
          </a:p>
          <a:p>
            <a:pPr lvl="1"/>
            <a:r>
              <a:rPr lang="en-US" sz="2000" dirty="0" err="1"/>
              <a:t>Tạo</a:t>
            </a:r>
            <a:r>
              <a:rPr lang="en-US" sz="2000" dirty="0"/>
              <a:t> controller </a:t>
            </a:r>
            <a:r>
              <a:rPr lang="en-US" sz="2000" dirty="0" err="1">
                <a:solidFill>
                  <a:srgbClr val="FFFF00"/>
                </a:solidFill>
              </a:rPr>
              <a:t>ProductsController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action </a:t>
            </a:r>
            <a:r>
              <a:rPr lang="en-US" sz="2000" dirty="0" err="1"/>
              <a:t>sau</a:t>
            </a:r>
            <a:r>
              <a:rPr lang="en-US" sz="2000" dirty="0"/>
              <a:t>: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Index: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danh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1 action </a:t>
            </a:r>
            <a:r>
              <a:rPr lang="en-US" sz="1600" dirty="0" err="1"/>
              <a:t>dạng</a:t>
            </a:r>
            <a:r>
              <a:rPr lang="en-US" sz="1600" dirty="0"/>
              <a:t> GET)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Details</a:t>
            </a:r>
            <a:r>
              <a:rPr lang="en-US" sz="1600" dirty="0"/>
              <a:t>: </a:t>
            </a:r>
            <a:r>
              <a:rPr lang="en-US" sz="1600" dirty="0" err="1"/>
              <a:t>xem</a:t>
            </a:r>
            <a:r>
              <a:rPr lang="en-US" sz="1600" dirty="0"/>
              <a:t> chi </a:t>
            </a:r>
            <a:r>
              <a:rPr lang="en-US" sz="1600" dirty="0" err="1"/>
              <a:t>tiết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01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1 action </a:t>
            </a:r>
            <a:r>
              <a:rPr lang="en-US" sz="1600" dirty="0" err="1"/>
              <a:t>dạng</a:t>
            </a:r>
            <a:r>
              <a:rPr lang="en-US" sz="1600" dirty="0"/>
              <a:t> GET)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Create: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Edit: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Delete: </a:t>
            </a:r>
            <a:r>
              <a:rPr lang="en-US" sz="1600" dirty="0" err="1"/>
              <a:t>xóa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1"/>
            <a:r>
              <a:rPr lang="en-US" sz="1800" dirty="0"/>
              <a:t>Trong </a:t>
            </a:r>
            <a:r>
              <a:rPr lang="en-US" sz="1800" dirty="0">
                <a:solidFill>
                  <a:srgbClr val="FFFF00"/>
                </a:solidFill>
              </a:rPr>
              <a:t>View\Products</a:t>
            </a:r>
            <a:r>
              <a:rPr lang="en-US" sz="1800" dirty="0"/>
              <a:t>, </a:t>
            </a:r>
            <a:r>
              <a:rPr lang="en-US" sz="1800" dirty="0" err="1"/>
              <a:t>tạo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file View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action</a:t>
            </a:r>
          </a:p>
          <a:p>
            <a:pPr lvl="2"/>
            <a:r>
              <a:rPr lang="en-US" sz="1400" dirty="0" err="1"/>
              <a:t>Index.cshtml</a:t>
            </a:r>
            <a:endParaRPr lang="en-US" sz="1400" dirty="0"/>
          </a:p>
          <a:p>
            <a:pPr lvl="2"/>
            <a:r>
              <a:rPr lang="en-US" sz="1400" dirty="0" err="1"/>
              <a:t>Create.cshtml</a:t>
            </a:r>
            <a:endParaRPr lang="en-US" sz="1400" dirty="0"/>
          </a:p>
          <a:p>
            <a:pPr lvl="2"/>
            <a:r>
              <a:rPr lang="en-US" sz="1400" dirty="0" err="1"/>
              <a:t>Edit.cshtml</a:t>
            </a:r>
            <a:endParaRPr lang="en-US" sz="1400" dirty="0"/>
          </a:p>
          <a:p>
            <a:pPr lvl="2"/>
            <a:r>
              <a:rPr lang="en-US" sz="1400" dirty="0" err="1"/>
              <a:t>Delete.cshtml</a:t>
            </a:r>
            <a:endParaRPr lang="en-US" sz="1400" dirty="0"/>
          </a:p>
          <a:p>
            <a:pPr lvl="1"/>
            <a:r>
              <a:rPr lang="en-US" sz="1800" dirty="0" err="1"/>
              <a:t>Tối</a:t>
            </a:r>
            <a:r>
              <a:rPr lang="en-US" sz="1800" dirty="0"/>
              <a:t> </a:t>
            </a:r>
            <a:r>
              <a:rPr lang="en-US" sz="1800" dirty="0" err="1"/>
              <a:t>ưu</a:t>
            </a:r>
            <a:r>
              <a:rPr lang="en-US" sz="1800" dirty="0"/>
              <a:t> </a:t>
            </a:r>
            <a:r>
              <a:rPr lang="en-US" sz="1800" dirty="0" err="1"/>
              <a:t>hóa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đoạn</a:t>
            </a:r>
            <a:r>
              <a:rPr lang="en-US" sz="1800" dirty="0"/>
              <a:t> code </a:t>
            </a:r>
            <a:r>
              <a:rPr lang="en-US" sz="1800" dirty="0" err="1"/>
              <a:t>trùng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r>
              <a:rPr lang="en-US" sz="1800" dirty="0"/>
              <a:t>: </a:t>
            </a:r>
            <a:r>
              <a:rPr lang="en-US" sz="1800" dirty="0" err="1"/>
              <a:t>làm</a:t>
            </a:r>
            <a:r>
              <a:rPr lang="en-US" sz="1800" dirty="0"/>
              <a:t>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Category</a:t>
            </a:r>
          </a:p>
          <a:p>
            <a:pPr lvl="2"/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Partial View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tạo</a:t>
            </a:r>
            <a:r>
              <a:rPr lang="en-US" sz="1400" dirty="0"/>
              <a:t> form </a:t>
            </a:r>
            <a:r>
              <a:rPr lang="en-US" sz="1400" dirty="0" err="1"/>
              <a:t>tái</a:t>
            </a:r>
            <a:r>
              <a:rPr lang="en-US" sz="1400" dirty="0"/>
              <a:t> </a:t>
            </a: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endParaRPr lang="en-US" sz="1400" dirty="0"/>
          </a:p>
          <a:p>
            <a:pPr lvl="2"/>
            <a:r>
              <a:rPr lang="en-US" sz="1400" dirty="0" err="1"/>
              <a:t>Tạo</a:t>
            </a:r>
            <a:r>
              <a:rPr lang="en-US" sz="1400" dirty="0"/>
              <a:t> </a:t>
            </a:r>
            <a:r>
              <a:rPr lang="en-US" sz="1400" dirty="0" err="1"/>
              <a:t>hàm</a:t>
            </a:r>
            <a:r>
              <a:rPr lang="en-US" sz="1400" dirty="0"/>
              <a:t> con </a:t>
            </a: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</a:t>
            </a:r>
            <a:r>
              <a:rPr lang="en-US" sz="1400" dirty="0" err="1"/>
              <a:t>chung</a:t>
            </a:r>
            <a:r>
              <a:rPr lang="en-US" sz="1400" dirty="0"/>
              <a:t> </a:t>
            </a:r>
            <a:r>
              <a:rPr lang="en-US" sz="1400" dirty="0" err="1"/>
              <a:t>giữa</a:t>
            </a:r>
            <a:r>
              <a:rPr lang="en-US" sz="1400" dirty="0"/>
              <a:t> Create, Edit </a:t>
            </a:r>
            <a:r>
              <a:rPr lang="en-US" sz="1400" dirty="0" err="1"/>
              <a:t>và</a:t>
            </a:r>
            <a:r>
              <a:rPr lang="en-US" sz="1400" dirty="0"/>
              <a:t> 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D3A2FB-D3D1-826B-3011-DDF02B26A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2971800"/>
            <a:ext cx="3810000" cy="27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6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4904"/>
            <a:ext cx="12039600" cy="839496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3.1. Controller: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System.Linq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;</a:t>
            </a:r>
            <a:r>
              <a:rPr lang="en-US" sz="2400" dirty="0">
                <a:highlight>
                  <a:srgbClr val="FFFF00"/>
                </a:highlight>
              </a:rPr>
              <a:t>;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System.Data.Entity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592032"/>
              </p:ext>
            </p:extLst>
          </p:nvPr>
        </p:nvGraphicFramePr>
        <p:xfrm>
          <a:off x="74612" y="1219200"/>
          <a:ext cx="12039600" cy="1407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73376">
                <a:tc>
                  <a:txBody>
                    <a:bodyPr/>
                    <a:lstStyle/>
                    <a:p>
                      <a:r>
                        <a:rPr lang="en-US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93378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db.Products.</a:t>
                      </a:r>
                      <a:r>
                        <a:rPr lang="en-US" sz="1400" b="1" u="sng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Include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(p =&gt;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p.Category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liên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lớp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model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bằng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mệnh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INCLUDE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lấy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dirty="0" err="1"/>
                        <a:t>toàn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bộ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sách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các</a:t>
                      </a:r>
                      <a:r>
                        <a:rPr lang="en-US" sz="1400" dirty="0"/>
                        <a:t> Product </a:t>
                      </a:r>
                      <a:r>
                        <a:rPr lang="en-US" sz="1400" dirty="0" err="1"/>
                        <a:t>và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thuộc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tính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tham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chiếu</a:t>
                      </a:r>
                      <a:r>
                        <a:rPr lang="en-US" sz="1400" dirty="0"/>
                        <a:t> Category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dirty="0"/>
                        <a:t>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Int? id</a:t>
                      </a:r>
                      <a:r>
                        <a:rPr lang="en-US" sz="1400" dirty="0"/>
                        <a:t>: </a:t>
                      </a:r>
                      <a:r>
                        <a:rPr lang="en-US" sz="1400" dirty="0" err="1"/>
                        <a:t>giá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trị</a:t>
                      </a:r>
                      <a:r>
                        <a:rPr lang="en-US" sz="1400" dirty="0"/>
                        <a:t> id </a:t>
                      </a:r>
                      <a:r>
                        <a:rPr lang="en-US" sz="1400" dirty="0" err="1"/>
                        <a:t>truyền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vào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có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thể</a:t>
                      </a:r>
                      <a:r>
                        <a:rPr lang="en-US" sz="1400" dirty="0"/>
                        <a:t> null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Câu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lệnh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Find() </a:t>
                      </a:r>
                      <a:r>
                        <a:rPr lang="en-US" sz="1400" dirty="0" err="1"/>
                        <a:t>dùng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một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bản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ghi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duy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nhất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theo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trường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mã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ProductID</a:t>
                      </a:r>
                      <a:endParaRPr lang="en-US" sz="14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2B2739B-BB49-9A74-B2D6-B632A74A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3190931"/>
            <a:ext cx="4800600" cy="1217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FD2BA-D733-6614-CEE1-8BCB9A0D1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579" y="3190931"/>
            <a:ext cx="570226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06363"/>
            <a:ext cx="12039600" cy="854074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3.1. Controller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299598"/>
              </p:ext>
            </p:extLst>
          </p:nvPr>
        </p:nvGraphicFramePr>
        <p:xfrm>
          <a:off x="74612" y="1272367"/>
          <a:ext cx="12039600" cy="2316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737062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CREATE (GET):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Create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nhập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CREATE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Lưu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cập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nhật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từ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Create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5794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ViewBag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dùng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chứa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tạm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thời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chia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sẻ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giữa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tất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cả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SelectList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truy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Category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gồm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dưới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dạng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List Box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form 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hiện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tương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Create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Nếu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vào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sai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</a:t>
                      </a:r>
                    </a:p>
                    <a:p>
                      <a:pPr marL="742813" marR="0" lvl="1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SelectList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truy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Category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gồm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dưới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dạng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List Box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form Create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C878651-7D1B-577E-D5E8-FFD9FA5E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" y="4267200"/>
            <a:ext cx="5213371" cy="91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051BC1-E5E6-0257-15A8-0568496B4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157" y="3810000"/>
            <a:ext cx="655305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6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06363"/>
            <a:ext cx="12039600" cy="854074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3.1. Controller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001694"/>
              </p:ext>
            </p:extLst>
          </p:nvPr>
        </p:nvGraphicFramePr>
        <p:xfrm>
          <a:off x="74612" y="1219200"/>
          <a:ext cx="12039600" cy="1981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EDIT (GET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Lấy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id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lên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</a:t>
                      </a:r>
                      <a:endParaRPr lang="en-US" sz="1800" b="1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EDIT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Lưu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cập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nhật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từ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Edit</a:t>
                      </a:r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448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code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này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có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01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phần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giống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nội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dung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action Details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SelectList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truy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Category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gồm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dưới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dạng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List Box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form Edit</a:t>
                      </a:r>
                      <a:endParaRPr lang="en-US" sz="1400" b="1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hiện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tương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Edit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Nếu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vào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sai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:</a:t>
                      </a:r>
                    </a:p>
                    <a:p>
                      <a:pPr marL="742813" marR="0" lvl="1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SelectList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truy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xuất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db.Categories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danh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sách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Category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gồm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2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CategoryName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dưới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dạng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List Box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form Edit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D80CC68-8C9E-7778-CE84-C5A410197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" y="3657601"/>
            <a:ext cx="5960773" cy="220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84C18C-777A-C2F8-3956-99CC9A220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227" y="3657601"/>
            <a:ext cx="602698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2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12039600" cy="838200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3.1. Controller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791516"/>
              </p:ext>
            </p:extLst>
          </p:nvPr>
        </p:nvGraphicFramePr>
        <p:xfrm>
          <a:off x="74612" y="1219200"/>
          <a:ext cx="12039600" cy="1391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44385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295215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881316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DELETE (GET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Lấy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theo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id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hiển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thị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lên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view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DELETE (POST):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Xóa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bản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ghi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chọn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ở view </a:t>
                      </a:r>
                      <a:r>
                        <a:rPr lang="en-US" sz="18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51060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Đoạn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code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này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giống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nội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dung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của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 action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Thực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hiện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tương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hàm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Delete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của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0957C4A-9FF1-BDFB-66AD-C597FCA22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12" y="3039535"/>
            <a:ext cx="5397043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935C16-2534-982B-8598-7FFA39A8C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980" y="3276600"/>
            <a:ext cx="3470031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4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FD0B7E-A500-BABF-028A-C24EC4B50855}"/>
              </a:ext>
            </a:extLst>
          </p:cNvPr>
          <p:cNvSpPr/>
          <p:nvPr/>
        </p:nvSpPr>
        <p:spPr>
          <a:xfrm>
            <a:off x="1065212" y="4038600"/>
            <a:ext cx="4343400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12039600" cy="828040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3.1. View</a:t>
            </a:r>
            <a:endParaRPr lang="en-US" sz="3200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8407255"/>
              </p:ext>
            </p:extLst>
          </p:nvPr>
        </p:nvGraphicFramePr>
        <p:xfrm>
          <a:off x="6624692" y="1219200"/>
          <a:ext cx="5404220" cy="828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0422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dirty="0"/>
                        <a:t>Create.cshtml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truyền vào dưới dạng một bản ghi kiểu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ProjectName.Models.Product</a:t>
                      </a:r>
                      <a:endParaRPr lang="vi-VN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52732103-EC10-9DF0-92BE-DFC3CA5C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42" y="1066800"/>
            <a:ext cx="6400800" cy="556260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B256A-9A24-E915-C737-3C2A0A417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92" y="2209800"/>
            <a:ext cx="5404220" cy="42672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2C243D-C473-2278-0CC9-EC9DD29D3FD2}"/>
              </a:ext>
            </a:extLst>
          </p:cNvPr>
          <p:cNvSpPr/>
          <p:nvPr/>
        </p:nvSpPr>
        <p:spPr>
          <a:xfrm>
            <a:off x="1065212" y="3895935"/>
            <a:ext cx="4343400" cy="152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3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C75983-A966-731C-C0FE-C784484A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7" y="1073998"/>
            <a:ext cx="6401993" cy="53915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76200"/>
            <a:ext cx="12039600" cy="83820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3. </a:t>
            </a:r>
            <a:r>
              <a:rPr lang="en-US" sz="3600" dirty="0" err="1"/>
              <a:t>Quản</a:t>
            </a:r>
            <a:r>
              <a:rPr lang="en-US" sz="3600" dirty="0"/>
              <a:t> </a:t>
            </a:r>
            <a:r>
              <a:rPr lang="en-US" sz="3600" dirty="0" err="1"/>
              <a:t>lý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 (CRUD </a:t>
            </a:r>
            <a:r>
              <a:rPr lang="en-US" sz="3600" dirty="0" err="1"/>
              <a:t>từ</a:t>
            </a:r>
            <a:r>
              <a:rPr lang="en-US" sz="3600" dirty="0"/>
              <a:t> 02 model Category, Product)</a:t>
            </a:r>
            <a:br>
              <a:rPr lang="en-US" sz="3600" dirty="0"/>
            </a:br>
            <a:r>
              <a:rPr lang="en-US" sz="2800" dirty="0"/>
              <a:t>3.1. View</a:t>
            </a:r>
            <a:endParaRPr lang="en-US" dirty="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610996"/>
              </p:ext>
            </p:extLst>
          </p:nvPr>
        </p:nvGraphicFramePr>
        <p:xfrm>
          <a:off x="6624692" y="1085411"/>
          <a:ext cx="5404220" cy="15053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0422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380254">
                <a:tc>
                  <a:txBody>
                    <a:bodyPr/>
                    <a:lstStyle/>
                    <a:p>
                      <a:r>
                        <a:rPr lang="en-US" dirty="0"/>
                        <a:t>Edit</a:t>
                      </a:r>
                      <a:r>
                        <a:rPr lang="vi-VN" dirty="0"/>
                        <a:t>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125135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@model: </a:t>
                      </a:r>
                      <a:r>
                        <a:rPr lang="vi-VN" sz="1200" b="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truyền vào dưới dạng một bản ghi kiểu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ProjectName.Models.Product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Giống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code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fiel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Create.cshtml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ngoại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trừ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01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dòng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Html.HiddenFor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(model =&gt; </a:t>
                      </a: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model.ProductID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ID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đang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sửa</a:t>
                      </a:r>
                      <a:endParaRPr lang="vi-VN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E59084E-FE60-ABB3-1B96-1F8898C7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12" y="2819399"/>
            <a:ext cx="5404220" cy="364618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A03D95-AA49-D482-B94E-2C30F5F5352A}"/>
              </a:ext>
            </a:extLst>
          </p:cNvPr>
          <p:cNvSpPr/>
          <p:nvPr/>
        </p:nvSpPr>
        <p:spPr>
          <a:xfrm>
            <a:off x="1065212" y="3962400"/>
            <a:ext cx="4419600" cy="3048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7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288350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B1AF9-7851-0CC5-4CE2-0D4683C1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10047"/>
            <a:ext cx="330012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000"/>
              <a:t>3. Quản lý Sản phẩm (CRUD từ 02 model Category, Product)</a:t>
            </a:r>
            <a:br>
              <a:rPr lang="en-US" sz="2000"/>
            </a:br>
            <a:r>
              <a:rPr lang="en-US" sz="2000"/>
              <a:t>3.3. Tối ưu hóa code và tùy chỉnh giao diện: Create.cshtml và Edit.cshtml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980964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09733" y="1323865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BC230-ACE9-06F5-187D-9E9F2EF1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9950" y="510047"/>
            <a:ext cx="685621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800" dirty="0"/>
              <a:t>View </a:t>
            </a:r>
            <a:r>
              <a:rPr lang="en-US" sz="1800" dirty="0" err="1"/>
              <a:t>của</a:t>
            </a:r>
            <a:r>
              <a:rPr lang="en-US" sz="1800" dirty="0"/>
              <a:t> 02 </a:t>
            </a:r>
            <a:r>
              <a:rPr lang="en-US" sz="1800" dirty="0" err="1"/>
              <a:t>trang</a:t>
            </a:r>
            <a:r>
              <a:rPr lang="en-US" sz="1800" dirty="0"/>
              <a:t> Create </a:t>
            </a:r>
            <a:r>
              <a:rPr lang="en-US" sz="1800" dirty="0" err="1"/>
              <a:t>và</a:t>
            </a:r>
            <a:r>
              <a:rPr lang="en-US" sz="1800" dirty="0"/>
              <a:t> Edit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đoạn</a:t>
            </a:r>
            <a:r>
              <a:rPr lang="en-US" sz="1800" dirty="0"/>
              <a:t> code </a:t>
            </a:r>
            <a:r>
              <a:rPr lang="en-US" sz="1800" dirty="0" err="1"/>
              <a:t>giống</a:t>
            </a:r>
            <a:r>
              <a:rPr lang="en-US" sz="1800" dirty="0"/>
              <a:t> </a:t>
            </a:r>
            <a:r>
              <a:rPr lang="en-US" sz="1800" dirty="0" err="1"/>
              <a:t>nhau</a:t>
            </a:r>
            <a:endParaRPr lang="en-US" sz="1800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Tạo</a:t>
            </a:r>
            <a:r>
              <a:rPr lang="en-US" sz="1800" dirty="0">
                <a:sym typeface="Wingdings" panose="05000000000000000000" pitchFamily="2" charset="2"/>
              </a:rPr>
              <a:t> 01 Partial View </a:t>
            </a:r>
            <a:r>
              <a:rPr lang="en-US" sz="1800" dirty="0" err="1">
                <a:sym typeface="Wingdings" panose="05000000000000000000" pitchFamily="2" charset="2"/>
              </a:rPr>
              <a:t>chứa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các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phần</a:t>
            </a:r>
            <a:r>
              <a:rPr lang="en-US" sz="1800" dirty="0">
                <a:sym typeface="Wingdings" panose="05000000000000000000" pitchFamily="2" charset="2"/>
              </a:rPr>
              <a:t> code </a:t>
            </a:r>
            <a:r>
              <a:rPr lang="en-US" sz="1800" dirty="0" err="1">
                <a:sym typeface="Wingdings" panose="05000000000000000000" pitchFamily="2" charset="2"/>
              </a:rPr>
              <a:t>giống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nhau</a:t>
            </a:r>
            <a:endParaRPr lang="en-US" sz="1800" dirty="0">
              <a:sym typeface="Wingdings" panose="05000000000000000000" pitchFamily="2" charset="2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800" dirty="0">
                <a:sym typeface="Wingdings" panose="05000000000000000000" pitchFamily="2" charset="2"/>
              </a:rPr>
              <a:t> </a:t>
            </a:r>
            <a:r>
              <a:rPr lang="en-US" sz="1800" dirty="0" err="1">
                <a:sym typeface="Wingdings" panose="05000000000000000000" pitchFamily="2" charset="2"/>
              </a:rPr>
              <a:t>Nhúng</a:t>
            </a:r>
            <a:r>
              <a:rPr lang="en-US" sz="1800" dirty="0">
                <a:sym typeface="Wingdings" panose="05000000000000000000" pitchFamily="2" charset="2"/>
              </a:rPr>
              <a:t> Partial View </a:t>
            </a:r>
            <a:r>
              <a:rPr lang="en-US" sz="1800" dirty="0" err="1">
                <a:sym typeface="Wingdings" panose="05000000000000000000" pitchFamily="2" charset="2"/>
              </a:rPr>
              <a:t>vào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trang</a:t>
            </a:r>
            <a:r>
              <a:rPr lang="en-US" sz="1800" dirty="0">
                <a:sym typeface="Wingdings" panose="05000000000000000000" pitchFamily="2" charset="2"/>
              </a:rPr>
              <a:t> View </a:t>
            </a:r>
            <a:r>
              <a:rPr lang="en-US" sz="1800" dirty="0" err="1">
                <a:sym typeface="Wingdings" panose="05000000000000000000" pitchFamily="2" charset="2"/>
              </a:rPr>
              <a:t>của</a:t>
            </a:r>
            <a:r>
              <a:rPr lang="en-US" sz="1800" dirty="0">
                <a:sym typeface="Wingdings" panose="05000000000000000000" pitchFamily="2" charset="2"/>
              </a:rPr>
              <a:t> Create </a:t>
            </a:r>
            <a:r>
              <a:rPr lang="en-US" sz="1800" dirty="0" err="1">
                <a:sym typeface="Wingdings" panose="05000000000000000000" pitchFamily="2" charset="2"/>
              </a:rPr>
              <a:t>và</a:t>
            </a:r>
            <a:r>
              <a:rPr lang="en-US" sz="1800" dirty="0">
                <a:sym typeface="Wingdings" panose="05000000000000000000" pitchFamily="2" charset="2"/>
              </a:rPr>
              <a:t> Edit </a:t>
            </a:r>
            <a:r>
              <a:rPr lang="en-US" sz="1800" dirty="0" err="1">
                <a:sym typeface="Wingdings" panose="05000000000000000000" pitchFamily="2" charset="2"/>
              </a:rPr>
              <a:t>bằng</a:t>
            </a:r>
            <a:r>
              <a:rPr lang="en-US" sz="1800" dirty="0">
                <a:sym typeface="Wingdings" panose="05000000000000000000" pitchFamily="2" charset="2"/>
              </a:rPr>
              <a:t> </a:t>
            </a:r>
            <a:r>
              <a:rPr lang="en-US" sz="1800" dirty="0" err="1">
                <a:sym typeface="Wingdings" panose="05000000000000000000" pitchFamily="2" charset="2"/>
              </a:rPr>
              <a:t>lệnh</a:t>
            </a:r>
            <a:r>
              <a:rPr lang="en-US" sz="1800" dirty="0">
                <a:sym typeface="Wingdings" panose="05000000000000000000" pitchFamily="2" charset="2"/>
              </a:rPr>
              <a:t>:</a:t>
            </a:r>
          </a:p>
          <a:p>
            <a:pPr algn="ctr" defTabSz="914400"/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@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html.Partial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(“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PartialViewName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”, “</a:t>
            </a:r>
            <a:r>
              <a:rPr lang="en-US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modelName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”)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9BC25FB-D0EF-5545-4F54-B83680460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" y="2099855"/>
            <a:ext cx="4503494" cy="4666835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133477B-A8F1-65A0-C484-A62A793D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901" y="3073598"/>
            <a:ext cx="3999002" cy="2829293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8C47F920-99DF-21EF-1664-6ABA8C8A5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695" y="3429000"/>
            <a:ext cx="3583515" cy="200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7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365125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286" y="586822"/>
            <a:ext cx="3656647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200"/>
              <a:t>3. Quản lý Sản phẩm (CRUD từ 02 model Category, Product)</a:t>
            </a:r>
            <a:br>
              <a:rPr lang="en-US" sz="2200"/>
            </a:br>
            <a:r>
              <a:rPr lang="en-US" sz="2200"/>
              <a:t>3.3. Tùy chỉnh giao diện theo biểu mẫu: Index.cshtml</a:t>
            </a:r>
            <a:endParaRPr lang="en-US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1057739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2245" y="1400640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738" y="586822"/>
            <a:ext cx="61051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 err="1"/>
              <a:t>Chỉnh</a:t>
            </a:r>
            <a:r>
              <a:rPr lang="en-US" sz="1400" dirty="0"/>
              <a:t> </a:t>
            </a:r>
            <a:r>
              <a:rPr lang="en-US" sz="1400" dirty="0" err="1"/>
              <a:t>tên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cột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thân</a:t>
            </a:r>
            <a:r>
              <a:rPr lang="en-US" sz="1400" dirty="0"/>
              <a:t> </a:t>
            </a:r>
            <a:r>
              <a:rPr lang="en-US" sz="1400" dirty="0" err="1"/>
              <a:t>thiện</a:t>
            </a:r>
            <a:r>
              <a:rPr lang="en-US" sz="1400" dirty="0"/>
              <a:t> </a:t>
            </a:r>
            <a:r>
              <a:rPr lang="en-US" sz="1400" dirty="0" err="1"/>
              <a:t>hơn</a:t>
            </a:r>
            <a:endParaRPr lang="en-US" sz="14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 err="1"/>
              <a:t>Đổi</a:t>
            </a:r>
            <a:r>
              <a:rPr lang="en-US" sz="1400" dirty="0"/>
              <a:t> </a:t>
            </a:r>
            <a:r>
              <a:rPr lang="en-US" sz="1400" dirty="0" err="1"/>
              <a:t>tên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link </a:t>
            </a:r>
            <a:r>
              <a:rPr lang="en-US" sz="1400" dirty="0" err="1"/>
              <a:t>ra</a:t>
            </a:r>
            <a:r>
              <a:rPr lang="en-US" sz="1400" dirty="0"/>
              <a:t> </a:t>
            </a:r>
            <a:r>
              <a:rPr lang="en-US" sz="1400" dirty="0" err="1"/>
              <a:t>tiếng</a:t>
            </a:r>
            <a:r>
              <a:rPr lang="en-US" sz="1400" dirty="0"/>
              <a:t> </a:t>
            </a:r>
            <a:r>
              <a:rPr lang="en-US" sz="1400" dirty="0" err="1"/>
              <a:t>việt</a:t>
            </a:r>
            <a:endParaRPr lang="en-US" sz="1400" dirty="0"/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Format </a:t>
            </a:r>
            <a:r>
              <a:rPr lang="en-US" sz="1400" dirty="0" err="1"/>
              <a:t>để</a:t>
            </a:r>
            <a:r>
              <a:rPr lang="en-US" sz="1400" dirty="0"/>
              <a:t> link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dạng</a:t>
            </a:r>
            <a:r>
              <a:rPr lang="en-US" sz="1400" dirty="0"/>
              <a:t> </a:t>
            </a:r>
            <a:r>
              <a:rPr lang="en-US" sz="1400" dirty="0" err="1"/>
              <a:t>btton</a:t>
            </a:r>
            <a:r>
              <a:rPr lang="en-US" sz="1400" dirty="0"/>
              <a:t> </a:t>
            </a:r>
            <a:r>
              <a:rPr lang="en-US" sz="1400" dirty="0" err="1"/>
              <a:t>bằng</a:t>
            </a:r>
            <a:r>
              <a:rPr lang="en-US" sz="1400" dirty="0"/>
              <a:t> </a:t>
            </a:r>
            <a:r>
              <a:rPr lang="en-US" sz="1400" dirty="0" err="1"/>
              <a:t>lệnh</a:t>
            </a:r>
            <a:r>
              <a:rPr lang="en-US" sz="1400" dirty="0"/>
              <a:t>: 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@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Html.ActionLink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(“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linkText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actionName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", 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routeValue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”, new {@class =“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tên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lớp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button </a:t>
            </a:r>
            <a:r>
              <a:rPr lang="en-US" sz="14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của</a:t>
            </a:r>
            <a:r>
              <a:rPr lang="en-US" sz="1400" b="1" dirty="0">
                <a:solidFill>
                  <a:schemeClr val="bg1"/>
                </a:solidFill>
                <a:highlight>
                  <a:srgbClr val="FFFF00"/>
                </a:highlight>
              </a:rPr>
              <a:t> bootstrap”})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Format </a:t>
            </a:r>
            <a:r>
              <a:rPr lang="en-US" sz="1400" dirty="0" err="1"/>
              <a:t>màu</a:t>
            </a:r>
            <a:r>
              <a:rPr lang="en-US" sz="1400" dirty="0"/>
              <a:t> </a:t>
            </a:r>
            <a:r>
              <a:rPr lang="en-US" sz="1400" dirty="0" err="1"/>
              <a:t>nền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</a:t>
            </a:r>
            <a:r>
              <a:rPr lang="en-US" sz="1400" dirty="0" err="1"/>
              <a:t>đề</a:t>
            </a:r>
            <a:r>
              <a:rPr lang="en-US" sz="1400" dirty="0"/>
              <a:t> Form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tiêu</a:t>
            </a:r>
            <a:r>
              <a:rPr lang="en-US" sz="1400" dirty="0"/>
              <a:t> </a:t>
            </a:r>
            <a:r>
              <a:rPr lang="en-US" sz="1400" dirty="0" err="1"/>
              <a:t>đề</a:t>
            </a:r>
            <a:r>
              <a:rPr lang="en-US" sz="1400" dirty="0"/>
              <a:t>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3318D-CB01-3429-4C81-A3E1294F7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2590801"/>
            <a:ext cx="5257800" cy="401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2DFE3B-6DBA-459B-16B6-CC64D4849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115" y="2590801"/>
            <a:ext cx="6150498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9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365125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B1AF9-7851-0CC5-4CE2-0D4683C1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286" y="586822"/>
            <a:ext cx="3656647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200" dirty="0"/>
              <a:t>3. </a:t>
            </a:r>
            <a:r>
              <a:rPr lang="en-US" sz="2200" dirty="0" err="1"/>
              <a:t>Quản</a:t>
            </a:r>
            <a:r>
              <a:rPr lang="en-US" sz="2200" dirty="0"/>
              <a:t> </a:t>
            </a:r>
            <a:r>
              <a:rPr lang="en-US" sz="2200" dirty="0" err="1"/>
              <a:t>lý</a:t>
            </a:r>
            <a:r>
              <a:rPr lang="en-US" sz="2200" dirty="0"/>
              <a:t> </a:t>
            </a:r>
            <a:r>
              <a:rPr lang="en-US" sz="2200" dirty="0" err="1"/>
              <a:t>Sản</a:t>
            </a:r>
            <a:r>
              <a:rPr lang="en-US" sz="2200" dirty="0"/>
              <a:t> </a:t>
            </a:r>
            <a:r>
              <a:rPr lang="en-US" sz="2200" dirty="0" err="1"/>
              <a:t>phẩm</a:t>
            </a:r>
            <a:r>
              <a:rPr lang="en-US" sz="2200" dirty="0"/>
              <a:t> (CRUD </a:t>
            </a:r>
            <a:r>
              <a:rPr lang="en-US" sz="2200" dirty="0" err="1"/>
              <a:t>từ</a:t>
            </a:r>
            <a:r>
              <a:rPr lang="en-US" sz="2200" dirty="0"/>
              <a:t> 02 model Category, Product)</a:t>
            </a:r>
            <a:br>
              <a:rPr lang="en-US" sz="2200" dirty="0"/>
            </a:br>
            <a:r>
              <a:rPr lang="en-US" sz="2200" dirty="0"/>
              <a:t>3.3. </a:t>
            </a:r>
            <a:r>
              <a:rPr lang="en-US" sz="2200" dirty="0" err="1"/>
              <a:t>Tối</a:t>
            </a:r>
            <a:r>
              <a:rPr lang="en-US" sz="2200" dirty="0"/>
              <a:t> </a:t>
            </a:r>
            <a:r>
              <a:rPr lang="en-US" sz="2200" dirty="0" err="1"/>
              <a:t>ưu</a:t>
            </a:r>
            <a:r>
              <a:rPr lang="en-US" sz="2200" dirty="0"/>
              <a:t> </a:t>
            </a:r>
            <a:r>
              <a:rPr lang="en-US" sz="2200" dirty="0" err="1"/>
              <a:t>hóa</a:t>
            </a:r>
            <a:r>
              <a:rPr lang="en-US" sz="2200" dirty="0"/>
              <a:t> code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tùy</a:t>
            </a:r>
            <a:r>
              <a:rPr lang="en-US" sz="2200" dirty="0"/>
              <a:t> </a:t>
            </a:r>
            <a:r>
              <a:rPr lang="en-US" sz="2200" dirty="0" err="1"/>
              <a:t>chỉnh</a:t>
            </a:r>
            <a:r>
              <a:rPr lang="en-US" sz="2200" dirty="0"/>
              <a:t> </a:t>
            </a:r>
            <a:r>
              <a:rPr lang="en-US" sz="2200" dirty="0" err="1"/>
              <a:t>giao</a:t>
            </a:r>
            <a:r>
              <a:rPr lang="en-US" sz="2200" dirty="0"/>
              <a:t> </a:t>
            </a:r>
            <a:r>
              <a:rPr lang="en-US" sz="2200" dirty="0" err="1"/>
              <a:t>diện</a:t>
            </a:r>
            <a:r>
              <a:rPr lang="en-US" sz="2200" dirty="0"/>
              <a:t>: </a:t>
            </a:r>
            <a:r>
              <a:rPr lang="en-US" sz="2200" dirty="0" err="1"/>
              <a:t>Create.cshtml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Edit.cshtml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1057739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2245" y="1400640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BC230-ACE9-06F5-187D-9E9F2EF1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738" y="586822"/>
            <a:ext cx="61051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700" dirty="0"/>
              <a:t>View </a:t>
            </a:r>
            <a:r>
              <a:rPr lang="en-US" sz="1700" dirty="0" err="1"/>
              <a:t>của</a:t>
            </a:r>
            <a:r>
              <a:rPr lang="en-US" sz="1700" dirty="0"/>
              <a:t> 02 </a:t>
            </a:r>
            <a:r>
              <a:rPr lang="en-US" sz="1700" dirty="0" err="1"/>
              <a:t>trang</a:t>
            </a:r>
            <a:r>
              <a:rPr lang="en-US" sz="1700" dirty="0"/>
              <a:t> Create </a:t>
            </a:r>
            <a:r>
              <a:rPr lang="en-US" sz="1700" dirty="0" err="1"/>
              <a:t>và</a:t>
            </a:r>
            <a:r>
              <a:rPr lang="en-US" sz="1700" dirty="0"/>
              <a:t> Edit </a:t>
            </a:r>
            <a:r>
              <a:rPr lang="en-US" sz="1700" dirty="0" err="1"/>
              <a:t>có</a:t>
            </a:r>
            <a:r>
              <a:rPr lang="en-US" sz="1700" dirty="0"/>
              <a:t> </a:t>
            </a:r>
            <a:r>
              <a:rPr lang="en-US" sz="1700" dirty="0" err="1"/>
              <a:t>đoạn</a:t>
            </a:r>
            <a:r>
              <a:rPr lang="en-US" sz="1700" dirty="0"/>
              <a:t> code </a:t>
            </a:r>
            <a:r>
              <a:rPr lang="en-US" sz="1700" dirty="0" err="1"/>
              <a:t>giống</a:t>
            </a:r>
            <a:r>
              <a:rPr lang="en-US" sz="1700" dirty="0"/>
              <a:t> </a:t>
            </a:r>
            <a:r>
              <a:rPr lang="en-US" sz="1700" dirty="0" err="1"/>
              <a:t>nhau</a:t>
            </a:r>
            <a:endParaRPr lang="en-US" sz="1700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700" dirty="0">
                <a:sym typeface="Wingdings" panose="05000000000000000000" pitchFamily="2" charset="2"/>
              </a:rPr>
              <a:t> </a:t>
            </a:r>
            <a:r>
              <a:rPr lang="en-US" sz="1700" dirty="0" err="1">
                <a:sym typeface="Wingdings" panose="05000000000000000000" pitchFamily="2" charset="2"/>
              </a:rPr>
              <a:t>Tạo</a:t>
            </a:r>
            <a:r>
              <a:rPr lang="en-US" sz="1700" dirty="0">
                <a:sym typeface="Wingdings" panose="05000000000000000000" pitchFamily="2" charset="2"/>
              </a:rPr>
              <a:t> 01 Partial View </a:t>
            </a:r>
            <a:r>
              <a:rPr lang="en-US" sz="1700" dirty="0" err="1">
                <a:sym typeface="Wingdings" panose="05000000000000000000" pitchFamily="2" charset="2"/>
              </a:rPr>
              <a:t>chứa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các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phần</a:t>
            </a:r>
            <a:r>
              <a:rPr lang="en-US" sz="1700" dirty="0">
                <a:sym typeface="Wingdings" panose="05000000000000000000" pitchFamily="2" charset="2"/>
              </a:rPr>
              <a:t> code </a:t>
            </a:r>
            <a:r>
              <a:rPr lang="en-US" sz="1700" dirty="0" err="1">
                <a:sym typeface="Wingdings" panose="05000000000000000000" pitchFamily="2" charset="2"/>
              </a:rPr>
              <a:t>giống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nhau</a:t>
            </a:r>
            <a:endParaRPr lang="en-US" sz="1700" dirty="0">
              <a:sym typeface="Wingdings" panose="05000000000000000000" pitchFamily="2" charset="2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700" dirty="0">
                <a:sym typeface="Wingdings" panose="05000000000000000000" pitchFamily="2" charset="2"/>
              </a:rPr>
              <a:t> </a:t>
            </a:r>
            <a:r>
              <a:rPr lang="en-US" sz="1700" dirty="0" err="1">
                <a:sym typeface="Wingdings" panose="05000000000000000000" pitchFamily="2" charset="2"/>
              </a:rPr>
              <a:t>Nhúng</a:t>
            </a:r>
            <a:r>
              <a:rPr lang="en-US" sz="1700" dirty="0">
                <a:sym typeface="Wingdings" panose="05000000000000000000" pitchFamily="2" charset="2"/>
              </a:rPr>
              <a:t> Partial View </a:t>
            </a:r>
            <a:r>
              <a:rPr lang="en-US" sz="1700" dirty="0" err="1">
                <a:sym typeface="Wingdings" panose="05000000000000000000" pitchFamily="2" charset="2"/>
              </a:rPr>
              <a:t>vào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trang</a:t>
            </a:r>
            <a:r>
              <a:rPr lang="en-US" sz="1700" dirty="0">
                <a:sym typeface="Wingdings" panose="05000000000000000000" pitchFamily="2" charset="2"/>
              </a:rPr>
              <a:t> View </a:t>
            </a:r>
            <a:r>
              <a:rPr lang="en-US" sz="1700" dirty="0" err="1">
                <a:sym typeface="Wingdings" panose="05000000000000000000" pitchFamily="2" charset="2"/>
              </a:rPr>
              <a:t>của</a:t>
            </a:r>
            <a:r>
              <a:rPr lang="en-US" sz="1700" dirty="0">
                <a:sym typeface="Wingdings" panose="05000000000000000000" pitchFamily="2" charset="2"/>
              </a:rPr>
              <a:t> Create </a:t>
            </a:r>
            <a:r>
              <a:rPr lang="en-US" sz="1700" dirty="0" err="1">
                <a:sym typeface="Wingdings" panose="05000000000000000000" pitchFamily="2" charset="2"/>
              </a:rPr>
              <a:t>và</a:t>
            </a:r>
            <a:r>
              <a:rPr lang="en-US" sz="1700" dirty="0">
                <a:sym typeface="Wingdings" panose="05000000000000000000" pitchFamily="2" charset="2"/>
              </a:rPr>
              <a:t> Edit </a:t>
            </a:r>
            <a:r>
              <a:rPr lang="en-US" sz="1700" dirty="0" err="1">
                <a:sym typeface="Wingdings" panose="05000000000000000000" pitchFamily="2" charset="2"/>
              </a:rPr>
              <a:t>bằng</a:t>
            </a:r>
            <a:r>
              <a:rPr lang="en-US" sz="1700" dirty="0">
                <a:sym typeface="Wingdings" panose="05000000000000000000" pitchFamily="2" charset="2"/>
              </a:rPr>
              <a:t> </a:t>
            </a:r>
            <a:r>
              <a:rPr lang="en-US" sz="1700" dirty="0" err="1">
                <a:sym typeface="Wingdings" panose="05000000000000000000" pitchFamily="2" charset="2"/>
              </a:rPr>
              <a:t>lệnh</a:t>
            </a:r>
            <a:r>
              <a:rPr lang="en-US" sz="1700" dirty="0">
                <a:sym typeface="Wingdings" panose="05000000000000000000" pitchFamily="2" charset="2"/>
              </a:rPr>
              <a:t>: </a:t>
            </a:r>
            <a:r>
              <a:rPr lang="en-US" sz="1700" b="1" dirty="0">
                <a:solidFill>
                  <a:srgbClr val="FF0000"/>
                </a:solidFill>
                <a:highlight>
                  <a:srgbClr val="FFFF00"/>
                </a:highlight>
              </a:rPr>
              <a:t>@</a:t>
            </a:r>
            <a:r>
              <a:rPr lang="en-US" sz="17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html.Partial</a:t>
            </a:r>
            <a:r>
              <a:rPr lang="en-US" sz="1700" b="1" dirty="0">
                <a:solidFill>
                  <a:srgbClr val="FF0000"/>
                </a:solidFill>
                <a:highlight>
                  <a:srgbClr val="FFFF00"/>
                </a:highlight>
              </a:rPr>
              <a:t>(“</a:t>
            </a:r>
            <a:r>
              <a:rPr lang="en-US" sz="17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PartialViewName</a:t>
            </a:r>
            <a:r>
              <a:rPr lang="en-US" sz="1700" b="1" dirty="0">
                <a:solidFill>
                  <a:srgbClr val="FF0000"/>
                </a:solidFill>
                <a:highlight>
                  <a:srgbClr val="FFFF00"/>
                </a:highlight>
              </a:rPr>
              <a:t>”, “</a:t>
            </a:r>
            <a:r>
              <a:rPr lang="en-US" sz="17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modelName</a:t>
            </a:r>
            <a:r>
              <a:rPr lang="en-US" sz="1700" b="1" dirty="0">
                <a:solidFill>
                  <a:srgbClr val="FF0000"/>
                </a:solidFill>
                <a:highlight>
                  <a:srgbClr val="FFFF00"/>
                </a:highlight>
              </a:rPr>
              <a:t>”)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32365-4415-D5EE-E12A-394319AF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71" y="2729396"/>
            <a:ext cx="5188223" cy="36966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8AC850-67E4-572A-033D-2FEA174E3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166" y="2945975"/>
            <a:ext cx="5521644" cy="305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9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365125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3" y="586822"/>
            <a:ext cx="4232591" cy="164592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2800" dirty="0"/>
              <a:t>3. </a:t>
            </a:r>
            <a:r>
              <a:rPr lang="en-US" sz="2800" dirty="0" err="1"/>
              <a:t>Quản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(CRUD </a:t>
            </a:r>
            <a:r>
              <a:rPr lang="en-US" sz="2800" dirty="0" err="1"/>
              <a:t>từ</a:t>
            </a:r>
            <a:r>
              <a:rPr lang="en-US" sz="2800" dirty="0"/>
              <a:t> 02 model Category, Product)</a:t>
            </a:r>
            <a:br>
              <a:rPr lang="en-US" sz="2800" dirty="0"/>
            </a:br>
            <a:r>
              <a:rPr lang="en-US" sz="2200" dirty="0"/>
              <a:t>3.3. </a:t>
            </a:r>
            <a:r>
              <a:rPr lang="en-US" sz="2200" dirty="0" err="1"/>
              <a:t>Tối</a:t>
            </a:r>
            <a:r>
              <a:rPr lang="en-US" sz="2200" dirty="0"/>
              <a:t> </a:t>
            </a:r>
            <a:r>
              <a:rPr lang="en-US" sz="2200" dirty="0" err="1"/>
              <a:t>ưu</a:t>
            </a:r>
            <a:r>
              <a:rPr lang="en-US" sz="2200" dirty="0"/>
              <a:t> </a:t>
            </a:r>
            <a:r>
              <a:rPr lang="en-US" sz="2200" dirty="0" err="1"/>
              <a:t>hóa</a:t>
            </a:r>
            <a:r>
              <a:rPr lang="en-US" sz="2200" dirty="0"/>
              <a:t> code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tùy</a:t>
            </a:r>
            <a:r>
              <a:rPr lang="en-US" sz="2200" dirty="0"/>
              <a:t> </a:t>
            </a:r>
            <a:r>
              <a:rPr lang="en-US" sz="2200" dirty="0" err="1"/>
              <a:t>chỉnh</a:t>
            </a:r>
            <a:r>
              <a:rPr lang="en-US" sz="2200" dirty="0"/>
              <a:t> </a:t>
            </a:r>
            <a:r>
              <a:rPr lang="en-US" sz="2200" dirty="0" err="1"/>
              <a:t>giao</a:t>
            </a:r>
            <a:r>
              <a:rPr lang="en-US" sz="2200" dirty="0"/>
              <a:t> </a:t>
            </a:r>
            <a:r>
              <a:rPr lang="en-US" sz="2200" dirty="0" err="1"/>
              <a:t>diện</a:t>
            </a:r>
            <a:r>
              <a:rPr lang="en-US" sz="2200" dirty="0"/>
              <a:t>: </a:t>
            </a:r>
            <a:r>
              <a:rPr lang="en-US" sz="2200" dirty="0" err="1"/>
              <a:t>Details.cshtml</a:t>
            </a:r>
            <a:r>
              <a:rPr lang="en-US" sz="2200" dirty="0"/>
              <a:t> </a:t>
            </a:r>
            <a:r>
              <a:rPr lang="en-US" sz="2200" dirty="0" err="1"/>
              <a:t>và</a:t>
            </a:r>
            <a:r>
              <a:rPr lang="en-US" sz="2200" dirty="0"/>
              <a:t> </a:t>
            </a:r>
            <a:r>
              <a:rPr lang="en-US" sz="2200" dirty="0" err="1"/>
              <a:t>Delete.cshtml</a:t>
            </a:r>
            <a:endParaRPr lang="en-US" sz="2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1057739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2245" y="1400640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738" y="586822"/>
            <a:ext cx="61051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 dirty="0"/>
              <a:t>View </a:t>
            </a:r>
            <a:r>
              <a:rPr lang="en-US" sz="1400" dirty="0" err="1"/>
              <a:t>của</a:t>
            </a:r>
            <a:r>
              <a:rPr lang="en-US" sz="1400" dirty="0"/>
              <a:t> 02 </a:t>
            </a:r>
            <a:r>
              <a:rPr lang="en-US" sz="1400" dirty="0" err="1"/>
              <a:t>trang</a:t>
            </a:r>
            <a:r>
              <a:rPr lang="en-US" sz="1400" dirty="0"/>
              <a:t> Details </a:t>
            </a:r>
            <a:r>
              <a:rPr lang="en-US" sz="1400" dirty="0" err="1"/>
              <a:t>và</a:t>
            </a:r>
            <a:r>
              <a:rPr lang="en-US" sz="1400" dirty="0"/>
              <a:t> Delete </a:t>
            </a:r>
            <a:r>
              <a:rPr lang="en-US" sz="1400" dirty="0" err="1"/>
              <a:t>có</a:t>
            </a:r>
            <a:r>
              <a:rPr lang="en-US" sz="1400" dirty="0"/>
              <a:t> </a:t>
            </a:r>
            <a:r>
              <a:rPr lang="en-US" sz="1400" dirty="0" err="1"/>
              <a:t>đoạn</a:t>
            </a:r>
            <a:r>
              <a:rPr lang="en-US" sz="1400" dirty="0"/>
              <a:t> code </a:t>
            </a:r>
            <a:r>
              <a:rPr lang="en-US" sz="1400" dirty="0" err="1"/>
              <a:t>giống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endParaRPr lang="en-US" sz="1400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Tạo</a:t>
            </a:r>
            <a:r>
              <a:rPr lang="en-US" sz="1400" dirty="0">
                <a:sym typeface="Wingdings" panose="05000000000000000000" pitchFamily="2" charset="2"/>
              </a:rPr>
              <a:t> 01 Partial View </a:t>
            </a:r>
            <a:r>
              <a:rPr lang="en-US" sz="1400" dirty="0" err="1">
                <a:sym typeface="Wingdings" panose="05000000000000000000" pitchFamily="2" charset="2"/>
              </a:rPr>
              <a:t>chứa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các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phần</a:t>
            </a:r>
            <a:r>
              <a:rPr lang="en-US" sz="1400" dirty="0">
                <a:sym typeface="Wingdings" panose="05000000000000000000" pitchFamily="2" charset="2"/>
              </a:rPr>
              <a:t> code </a:t>
            </a:r>
            <a:r>
              <a:rPr lang="en-US" sz="1400" dirty="0" err="1">
                <a:sym typeface="Wingdings" panose="05000000000000000000" pitchFamily="2" charset="2"/>
              </a:rPr>
              <a:t>giống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nhau</a:t>
            </a:r>
            <a:r>
              <a:rPr lang="en-US" sz="1400" dirty="0">
                <a:sym typeface="Wingdings" panose="05000000000000000000" pitchFamily="2" charset="2"/>
              </a:rPr>
              <a:t>, </a:t>
            </a:r>
            <a:r>
              <a:rPr lang="en-US" sz="1400" dirty="0" err="1">
                <a:sym typeface="Wingdings" panose="05000000000000000000" pitchFamily="2" charset="2"/>
              </a:rPr>
              <a:t>đặt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tên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PVProductInfo.cshtml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 err="1">
                <a:sym typeface="Wingdings" panose="05000000000000000000" pitchFamily="2" charset="2"/>
              </a:rPr>
              <a:t>Nhúng</a:t>
            </a:r>
            <a:r>
              <a:rPr lang="en-US" sz="1400" dirty="0">
                <a:sym typeface="Wingdings" panose="05000000000000000000" pitchFamily="2" charset="2"/>
              </a:rPr>
              <a:t> Partial View </a:t>
            </a:r>
            <a:r>
              <a:rPr lang="en-US" sz="1400" dirty="0" err="1">
                <a:sym typeface="Wingdings" panose="05000000000000000000" pitchFamily="2" charset="2"/>
              </a:rPr>
              <a:t>vào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trang</a:t>
            </a:r>
            <a:r>
              <a:rPr lang="en-US" sz="1400" dirty="0">
                <a:sym typeface="Wingdings" panose="05000000000000000000" pitchFamily="2" charset="2"/>
              </a:rPr>
              <a:t> View </a:t>
            </a:r>
            <a:r>
              <a:rPr lang="en-US" sz="1400" dirty="0" err="1">
                <a:sym typeface="Wingdings" panose="05000000000000000000" pitchFamily="2" charset="2"/>
              </a:rPr>
              <a:t>của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Detaills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và</a:t>
            </a:r>
            <a:r>
              <a:rPr lang="en-US" sz="1400" dirty="0">
                <a:sym typeface="Wingdings" panose="05000000000000000000" pitchFamily="2" charset="2"/>
              </a:rPr>
              <a:t> Delete </a:t>
            </a:r>
            <a:r>
              <a:rPr lang="en-US" sz="1400" dirty="0" err="1">
                <a:sym typeface="Wingdings" panose="05000000000000000000" pitchFamily="2" charset="2"/>
              </a:rPr>
              <a:t>bằng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 err="1">
                <a:sym typeface="Wingdings" panose="05000000000000000000" pitchFamily="2" charset="2"/>
              </a:rPr>
              <a:t>lệnh</a:t>
            </a:r>
            <a:r>
              <a:rPr lang="en-US" sz="1400" dirty="0">
                <a:sym typeface="Wingdings" panose="05000000000000000000" pitchFamily="2" charset="2"/>
              </a:rPr>
              <a:t>:</a:t>
            </a:r>
          </a:p>
          <a:p>
            <a:pPr algn="ctr" defTabSz="914400"/>
            <a:r>
              <a:rPr 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@</a:t>
            </a:r>
            <a:r>
              <a:rPr lang="en-US" sz="14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html.Partial</a:t>
            </a:r>
            <a:r>
              <a:rPr 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(“</a:t>
            </a:r>
            <a:r>
              <a:rPr lang="en-US" sz="14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PartialViewName</a:t>
            </a:r>
            <a:r>
              <a:rPr 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”, “</a:t>
            </a:r>
            <a:r>
              <a:rPr lang="en-US" sz="14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modelName</a:t>
            </a:r>
            <a:r>
              <a:rPr lang="en-US" sz="1400" b="1" dirty="0">
                <a:solidFill>
                  <a:srgbClr val="FF0000"/>
                </a:solidFill>
                <a:highlight>
                  <a:srgbClr val="FFFF00"/>
                </a:highlight>
              </a:rPr>
              <a:t>”)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E0A0A-B48E-3796-269B-5696393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904" y="2362200"/>
            <a:ext cx="5345649" cy="44580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85A0B8-EF45-8FBE-A425-3C229015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2" y="2189188"/>
            <a:ext cx="5757763" cy="2436071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D0BB24-1A7D-85B2-009D-6A4E4E91C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212" y="4229858"/>
            <a:ext cx="4636859" cy="259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7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271" y="365125"/>
            <a:ext cx="11164539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53" y="586822"/>
            <a:ext cx="4232591" cy="164592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2800"/>
              <a:t>3. Quản lý Sản phẩm (CRUD từ 02 model Category, Product)</a:t>
            </a:r>
            <a:br>
              <a:rPr lang="en-US" sz="2800"/>
            </a:br>
            <a:r>
              <a:rPr lang="en-US" sz="2200"/>
              <a:t>3.3. Tối ưu hóa code và tùy chỉnh giao diện: Details.cshtml và Delete.cshtml</a:t>
            </a:r>
            <a:endParaRPr lang="en-US" sz="2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280" y="1057739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2245" y="1400640"/>
            <a:ext cx="1463040" cy="18283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82D2A6-C5DE-138A-8486-C36B774E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738" y="586822"/>
            <a:ext cx="61051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/>
              <a:t>View của 02 trang Details và Delete có đoạn code giống nhau</a:t>
            </a:r>
            <a:endParaRPr lang="en-US" sz="1400" dirty="0"/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>
                <a:sym typeface="Wingdings" panose="05000000000000000000" pitchFamily="2" charset="2"/>
              </a:rPr>
              <a:t> Tạo 01 Partial View chứa các phần code giống nhau, đặt tên </a:t>
            </a:r>
            <a:r>
              <a:rPr lang="en-US" sz="1400" b="1">
                <a:solidFill>
                  <a:srgbClr val="FF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PVProductInfo.cshtml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400">
                <a:sym typeface="Wingdings" panose="05000000000000000000" pitchFamily="2" charset="2"/>
              </a:rPr>
              <a:t> Nhúng </a:t>
            </a:r>
            <a:r>
              <a:rPr lang="en-US" sz="1400" dirty="0">
                <a:sym typeface="Wingdings" panose="05000000000000000000" pitchFamily="2" charset="2"/>
              </a:rPr>
              <a:t>Partial </a:t>
            </a:r>
            <a:r>
              <a:rPr lang="en-US" sz="1400">
                <a:sym typeface="Wingdings" panose="05000000000000000000" pitchFamily="2" charset="2"/>
              </a:rPr>
              <a:t>View vào trang View của Detaills và Delete bằng lệnh:</a:t>
            </a:r>
            <a:endParaRPr lang="en-US" sz="1400" dirty="0">
              <a:sym typeface="Wingdings" panose="05000000000000000000" pitchFamily="2" charset="2"/>
            </a:endParaRPr>
          </a:p>
          <a:p>
            <a:pPr algn="ctr" defTabSz="914400"/>
            <a:r>
              <a:rPr lang="en-US" sz="1400" b="1">
                <a:solidFill>
                  <a:srgbClr val="FF0000"/>
                </a:solidFill>
                <a:highlight>
                  <a:srgbClr val="FFFF00"/>
                </a:highlight>
              </a:rPr>
              <a:t>@html.Partial(“PartialViewName”, “modelName”)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7B8CD-F80B-DCB9-345D-A12F41E4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8" y="3124200"/>
            <a:ext cx="6639304" cy="297379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6E42AE-16C5-C97B-3AE4-66F563B5C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47" y="2925356"/>
            <a:ext cx="4895238" cy="347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7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12" y="68262"/>
            <a:ext cx="12039600" cy="922337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3.4.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sửa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upload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thư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Content/images</a:t>
            </a:r>
            <a:endParaRPr lang="en-US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C8E774-B754-48B7-AFAE-59B20D15B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920061"/>
              </p:ext>
            </p:extLst>
          </p:nvPr>
        </p:nvGraphicFramePr>
        <p:xfrm>
          <a:off x="88801" y="1203670"/>
          <a:ext cx="4100611" cy="35969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00611">
                  <a:extLst>
                    <a:ext uri="{9D8B030D-6E8A-4147-A177-3AD203B41FA5}">
                      <a16:colId xmlns:a16="http://schemas.microsoft.com/office/drawing/2014/main" val="2157898742"/>
                    </a:ext>
                  </a:extLst>
                </a:gridCol>
              </a:tblGrid>
              <a:tr h="804708">
                <a:tc>
                  <a:txBody>
                    <a:bodyPr/>
                    <a:lstStyle/>
                    <a:p>
                      <a:r>
                        <a:rPr lang="en-US" dirty="0"/>
                        <a:t>Model: </a:t>
                      </a:r>
                      <a:r>
                        <a:rPr lang="en-US" dirty="0" err="1"/>
                        <a:t>Product.cs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042640"/>
                  </a:ext>
                </a:extLst>
              </a:tr>
              <a:tr h="279222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Tạo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mục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Content/images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viện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System.ComponentModel.DataAnnotation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742813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System.Web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Khởi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tạo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giá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trị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mặc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ProductImage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Nếu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link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ảnh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thì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sẽ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ảnh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mặc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Tạo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UploadImg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kiểu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HttpPostedFile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upload file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ảnh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NotMapped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đánh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dấu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thuộc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này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trong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10154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7F4F075-CEA2-1586-6790-5253D4AC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914" y="1203670"/>
            <a:ext cx="7808299" cy="550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4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12" y="68262"/>
            <a:ext cx="5791200" cy="1760538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3.4.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sửa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upload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thư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Content/images</a:t>
            </a:r>
            <a:endParaRPr lang="en-US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C8E774-B754-48B7-AFAE-59B20D15B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457923"/>
              </p:ext>
            </p:extLst>
          </p:nvPr>
        </p:nvGraphicFramePr>
        <p:xfrm>
          <a:off x="150812" y="2057400"/>
          <a:ext cx="5766940" cy="39047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66940">
                  <a:extLst>
                    <a:ext uri="{9D8B030D-6E8A-4147-A177-3AD203B41FA5}">
                      <a16:colId xmlns:a16="http://schemas.microsoft.com/office/drawing/2014/main" val="215789874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Controller: </a:t>
                      </a:r>
                      <a:r>
                        <a:rPr lang="en-US" dirty="0" err="1"/>
                        <a:t>ProductsController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0426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viện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600" b="0" i="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System.IO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101547"/>
                  </a:ext>
                </a:extLst>
              </a:tr>
              <a:tr h="1173190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UploadImg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bind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hàm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POST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action Create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Delete: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[Bind(Include = "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ProductID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CategoryID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ProductName,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ProductDescription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ProductPrice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ProductImage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200" b="1" i="0" kern="1200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UploadImg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")]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219892"/>
                  </a:ext>
                </a:extLst>
              </a:tr>
              <a:tr h="1817136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đoạn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code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hàm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POST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action Create </a:t>
                      </a:r>
                      <a:r>
                        <a:rPr lang="en-US" sz="16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Delete</a:t>
                      </a:r>
                      <a:endParaRPr lang="en-US" sz="1400" kern="1200" baseline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product.UploadImg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!= null){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string filename =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Path.GetFileName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product.UploadImg.FileName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string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savePath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= "~/Content/images/";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product.ProductImage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savePath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+ filename;                    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product.UploadImg.SaveAs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Path.Combine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Server.MapPath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1" i="0" kern="1200" baseline="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savePath</a:t>
                      </a:r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),   filename));</a:t>
                      </a:r>
                    </a:p>
                    <a:p>
                      <a:pPr lvl="1"/>
                      <a:r>
                        <a:rPr lang="en-US" sz="1200" b="1" i="0" kern="1200" baseline="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47815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131DB7F-E409-7B24-6252-649C1150D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548" y="3581402"/>
            <a:ext cx="5982252" cy="3208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3F69E2-0BA6-9D00-30DC-3F1990598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81" y="97024"/>
            <a:ext cx="5988820" cy="333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9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597" y="68263"/>
            <a:ext cx="11047630" cy="777874"/>
          </a:xfrm>
        </p:spPr>
        <p:txBody>
          <a:bodyPr>
            <a:noAutofit/>
          </a:bodyPr>
          <a:lstStyle/>
          <a:p>
            <a:r>
              <a:rPr lang="en-US" sz="3200" dirty="0"/>
              <a:t>3.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(CRUD </a:t>
            </a:r>
            <a:r>
              <a:rPr lang="en-US" sz="3200" dirty="0" err="1"/>
              <a:t>từ</a:t>
            </a:r>
            <a:r>
              <a:rPr lang="en-US" sz="3200" dirty="0"/>
              <a:t> 02 model Category, Product)</a:t>
            </a:r>
            <a:br>
              <a:rPr lang="en-US" sz="3200" dirty="0"/>
            </a:br>
            <a:r>
              <a:rPr lang="en-US" sz="2400" dirty="0"/>
              <a:t>3.4.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sửa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upload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lên</a:t>
            </a:r>
            <a:r>
              <a:rPr lang="en-US" sz="2400" dirty="0"/>
              <a:t> </a:t>
            </a:r>
            <a:r>
              <a:rPr lang="en-US" sz="2400" dirty="0" err="1"/>
              <a:t>thư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Content/images</a:t>
            </a:r>
            <a:endParaRPr lang="en-US" sz="3200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C9F3663-301E-7FC2-C890-BB467830B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981750"/>
              </p:ext>
            </p:extLst>
          </p:nvPr>
        </p:nvGraphicFramePr>
        <p:xfrm>
          <a:off x="74612" y="1143000"/>
          <a:ext cx="12039600" cy="16004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1141172066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3432081207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30558144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 err="1"/>
                        <a:t>Create.cshtml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Edit.cshtml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PVCreateEditProduct.cshtml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1070322"/>
                  </a:ext>
                </a:extLst>
              </a:tr>
              <a:tr h="1143208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sửa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thuộc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Form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như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upload file</a:t>
                      </a:r>
                    </a:p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@using (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Html.BeginForm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("Create", "Products", 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FormMethod.Post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, new {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enctype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="multipart/form-data"}))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sửa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thuộc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Form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như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upload file</a:t>
                      </a:r>
                    </a:p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@using (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Html.BeginForm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(“Edit", "Products", 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FormMethod.Post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, new {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enctype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="multipart/form-data"}))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Trong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code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Hình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ảnh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đổi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đoạn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code </a:t>
                      </a:r>
                      <a:r>
                        <a:rPr lang="en-US" sz="1400" kern="1200" baseline="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thành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</a:t>
                      </a:r>
                      <a:endParaRPr lang="en-US" sz="1799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@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Html.TextBoxFor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(model =&gt; 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model.UploadImg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, new { </a:t>
                      </a:r>
                      <a:r>
                        <a:rPr lang="en-US" sz="1000" kern="12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htmlAttributes</a:t>
                      </a:r>
                      <a:r>
                        <a:rPr lang="en-US" sz="1000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scadia Code SemiLight" panose="020B0609020000020004" pitchFamily="49" charset="0"/>
                          <a:ea typeface="+mn-ea"/>
                          <a:cs typeface="Cascadia Code SemiLight" panose="020B0609020000020004" pitchFamily="49" charset="0"/>
                        </a:rPr>
                        <a:t> = new { @type = "file" } })</a:t>
                      </a:r>
                    </a:p>
                    <a:p>
                      <a:endParaRPr lang="vi-VN" sz="11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scadia Code SemiLight" panose="020B0609020000020004" pitchFamily="49" charset="0"/>
                        <a:ea typeface="+mn-ea"/>
                        <a:cs typeface="Cascadia Code SemiLight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2943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5DD61EE8-7CA0-039B-E152-4850F4623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" y="3047999"/>
            <a:ext cx="3962400" cy="26031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61821B-75D5-8240-02A3-BCF08BDC3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212" y="3048000"/>
            <a:ext cx="3886200" cy="335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3E169B-682A-EEAA-204B-AA3CED2F8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612" y="3047999"/>
            <a:ext cx="4038600" cy="175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8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4110384" cy="249936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4. </a:t>
            </a:r>
            <a:r>
              <a:rPr lang="en-US" sz="4400" dirty="0" err="1"/>
              <a:t>Tìm</a:t>
            </a:r>
            <a:r>
              <a:rPr lang="en-US" sz="4400" dirty="0"/>
              <a:t> </a:t>
            </a:r>
            <a:r>
              <a:rPr lang="en-US" sz="4400" dirty="0" err="1"/>
              <a:t>kiếm</a:t>
            </a:r>
            <a:r>
              <a:rPr lang="en-US" sz="4400" dirty="0"/>
              <a:t> </a:t>
            </a:r>
            <a:r>
              <a:rPr lang="en-US" sz="4400" dirty="0" err="1"/>
              <a:t>sản</a:t>
            </a:r>
            <a:r>
              <a:rPr lang="en-US" sz="4400" dirty="0"/>
              <a:t> </a:t>
            </a:r>
            <a:r>
              <a:rPr lang="en-US" sz="4400" dirty="0" err="1"/>
              <a:t>phẩm</a:t>
            </a:r>
            <a:r>
              <a:rPr lang="en-US" sz="4400" dirty="0"/>
              <a:t>, </a:t>
            </a:r>
            <a:r>
              <a:rPr lang="en-US" sz="4400" dirty="0" err="1"/>
              <a:t>Sắp</a:t>
            </a:r>
            <a:r>
              <a:rPr lang="en-US" sz="4400" dirty="0"/>
              <a:t> </a:t>
            </a:r>
            <a:r>
              <a:rPr lang="en-US" sz="4400" dirty="0" err="1"/>
              <a:t>xếp</a:t>
            </a:r>
            <a:r>
              <a:rPr lang="en-US" sz="4400" dirty="0"/>
              <a:t>, </a:t>
            </a:r>
            <a:r>
              <a:rPr lang="en-US" sz="4400" dirty="0" err="1"/>
              <a:t>phân</a:t>
            </a:r>
            <a:r>
              <a:rPr lang="en-US" sz="4400" dirty="0"/>
              <a:t> </a:t>
            </a:r>
            <a:r>
              <a:rPr lang="en-US" sz="4400" dirty="0" err="1"/>
              <a:t>trang</a:t>
            </a:r>
            <a:r>
              <a:rPr lang="en-US" sz="4400" dirty="0"/>
              <a:t> </a:t>
            </a:r>
            <a:r>
              <a:rPr lang="en-US" sz="4400" dirty="0" err="1"/>
              <a:t>kết</a:t>
            </a:r>
            <a:r>
              <a:rPr lang="en-US" sz="4400" dirty="0"/>
              <a:t> </a:t>
            </a:r>
            <a:r>
              <a:rPr lang="en-US" sz="4400" dirty="0" err="1"/>
              <a:t>quả</a:t>
            </a:r>
            <a:endParaRPr lang="en-US" sz="440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082" y="990600"/>
            <a:ext cx="6684330" cy="4435732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Model: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ViewModel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 </a:t>
            </a:r>
            <a:r>
              <a:rPr lang="en-US" sz="2400" dirty="0" err="1"/>
              <a:t>chí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endParaRPr lang="en-US" sz="2400" dirty="0"/>
          </a:p>
          <a:p>
            <a:r>
              <a:rPr lang="en-US" sz="2400" dirty="0"/>
              <a:t>View:</a:t>
            </a:r>
          </a:p>
          <a:p>
            <a:pPr lvl="1"/>
            <a:r>
              <a:rPr lang="en-US" sz="2000" dirty="0"/>
              <a:t>Partial View </a:t>
            </a:r>
            <a:r>
              <a:rPr lang="en-US" sz="2000" dirty="0" err="1"/>
              <a:t>PVListProduct.cshtml</a:t>
            </a:r>
            <a:r>
              <a:rPr lang="en-US" sz="2000" dirty="0"/>
              <a:t>: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sắp</a:t>
            </a:r>
            <a:r>
              <a:rPr lang="en-US" sz="2000" dirty="0"/>
              <a:t> </a:t>
            </a:r>
            <a:r>
              <a:rPr lang="en-US" sz="2000" dirty="0" err="1"/>
              <a:t>xếp</a:t>
            </a:r>
            <a:endParaRPr lang="en-US" sz="2000" dirty="0"/>
          </a:p>
          <a:p>
            <a:pPr lvl="1"/>
            <a:r>
              <a:rPr lang="en-US" sz="2000" dirty="0"/>
              <a:t>Form </a:t>
            </a:r>
            <a:r>
              <a:rPr lang="en-US" sz="2000" dirty="0" err="1"/>
              <a:t>Index.cshtml</a:t>
            </a:r>
            <a:r>
              <a:rPr lang="en-US" sz="2000" dirty="0"/>
              <a:t>: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tiêu</a:t>
            </a:r>
            <a:r>
              <a:rPr lang="en-US" sz="2000" dirty="0"/>
              <a:t> </a:t>
            </a:r>
            <a:r>
              <a:rPr lang="en-US" sz="2000" dirty="0" err="1"/>
              <a:t>chí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r>
              <a:rPr lang="en-US" sz="2000" dirty="0"/>
              <a:t>, </a:t>
            </a:r>
            <a:r>
              <a:rPr lang="en-US" sz="2000" dirty="0" err="1"/>
              <a:t>sắp</a:t>
            </a:r>
            <a:r>
              <a:rPr lang="en-US" sz="2000" dirty="0"/>
              <a:t> </a:t>
            </a:r>
            <a:r>
              <a:rPr lang="en-US" sz="2000" dirty="0" err="1"/>
              <a:t>xếp</a:t>
            </a:r>
            <a:endParaRPr lang="en-US" sz="2000" dirty="0"/>
          </a:p>
          <a:p>
            <a:r>
              <a:rPr lang="en-US" sz="2400" dirty="0" err="1">
                <a:solidFill>
                  <a:srgbClr val="FFFF00"/>
                </a:solidFill>
              </a:rPr>
              <a:t>ProductsController</a:t>
            </a:r>
            <a:r>
              <a:rPr lang="en-US" sz="2400" dirty="0"/>
              <a:t>: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sửa</a:t>
            </a:r>
            <a:r>
              <a:rPr lang="en-US" sz="2400" dirty="0"/>
              <a:t> action Index </a:t>
            </a:r>
            <a:r>
              <a:rPr lang="en-US" sz="2400" dirty="0" err="1"/>
              <a:t>để</a:t>
            </a:r>
            <a:endParaRPr lang="en-US" sz="2400" dirty="0"/>
          </a:p>
          <a:p>
            <a:pPr lvl="1"/>
            <a:r>
              <a:rPr lang="en-US" sz="2000" dirty="0" err="1">
                <a:solidFill>
                  <a:srgbClr val="FFFF00"/>
                </a:solidFill>
              </a:rPr>
              <a:t>Tìm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kiếm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sản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phẩm</a:t>
            </a:r>
            <a:endParaRPr lang="en-US" sz="2000" dirty="0">
              <a:solidFill>
                <a:srgbClr val="FFFF00"/>
              </a:solidFill>
            </a:endParaRPr>
          </a:p>
          <a:p>
            <a:pPr lvl="1"/>
            <a:r>
              <a:rPr lang="en-US" sz="2000" dirty="0" err="1">
                <a:solidFill>
                  <a:srgbClr val="FFFF00"/>
                </a:solidFill>
              </a:rPr>
              <a:t>Sắp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xếp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kết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quả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tìm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kiếm</a:t>
            </a:r>
            <a:endParaRPr lang="en-US" sz="2000" dirty="0">
              <a:solidFill>
                <a:srgbClr val="FFFF00"/>
              </a:solidFill>
            </a:endParaRPr>
          </a:p>
          <a:p>
            <a:pPr lvl="1"/>
            <a:r>
              <a:rPr lang="en-US" sz="2000" dirty="0" err="1">
                <a:solidFill>
                  <a:srgbClr val="FFFF00"/>
                </a:solidFill>
              </a:rPr>
              <a:t>Phân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trang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kết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quả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tìm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 err="1">
                <a:solidFill>
                  <a:srgbClr val="FFFF00"/>
                </a:solidFill>
              </a:rPr>
              <a:t>kiếm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Video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D3A2FB-D3D1-826B-3011-DDF02B26A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2971800"/>
            <a:ext cx="3352800" cy="245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8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400" dirty="0"/>
              <a:t>4.1.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(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,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31F8DB-0863-7661-29B2-329F4B97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12" y="1219200"/>
            <a:ext cx="9351978" cy="5338973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96112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400" dirty="0"/>
              <a:t>4.1.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(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,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614327"/>
              </p:ext>
            </p:extLst>
          </p:nvPr>
        </p:nvGraphicFramePr>
        <p:xfrm>
          <a:off x="76436" y="1066800"/>
          <a:ext cx="12037776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817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56076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Tạo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một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ViewModel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để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truyền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tìm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kiếm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Trong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tạo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folder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đặt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ViewModel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Add 1 class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vào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thư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mục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ViewModel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đặt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SearchProductVM.cs</a:t>
                      </a:r>
                      <a:endParaRPr lang="en-US" sz="14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Controller: </a:t>
                      </a:r>
                      <a:r>
                        <a:rPr lang="en-US" sz="1400" dirty="0" err="1"/>
                        <a:t>cập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nhật</a:t>
                      </a:r>
                      <a:r>
                        <a:rPr lang="en-US" sz="1400" dirty="0"/>
                        <a:t> action Search (</a:t>
                      </a:r>
                      <a:r>
                        <a:rPr lang="en-US" sz="1400" dirty="0" err="1"/>
                        <a:t>dạng</a:t>
                      </a:r>
                      <a:r>
                        <a:rPr lang="en-US" sz="1400" dirty="0"/>
                        <a:t> GET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hiển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thị</a:t>
                      </a:r>
                      <a:r>
                        <a:rPr lang="en-US" sz="1400" dirty="0"/>
                        <a:t> form Search </a:t>
                      </a:r>
                      <a:r>
                        <a:rPr lang="en-US" sz="1400" dirty="0" err="1"/>
                        <a:t>và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kết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quả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cho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phép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theo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Tên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mô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hoặc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mục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sản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phẩm</a:t>
                      </a:r>
                      <a:r>
                        <a:rPr lang="en-US" sz="1400" dirty="0"/>
                        <a:t>)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Khai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báo</a:t>
                      </a:r>
                      <a:r>
                        <a:rPr lang="en-US" sz="1400" dirty="0"/>
                        <a:t>: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ProjectName.Models.ViewModel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5946C86-BD8B-8A5A-C2E1-ED9C5013D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12" y="2212217"/>
            <a:ext cx="4559745" cy="2608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B4F5EE-1C5D-135D-4AF0-D678D876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17" y="4857912"/>
            <a:ext cx="3786928" cy="1953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0B98C-3608-802D-6942-0C1B63E65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9" y="2212217"/>
            <a:ext cx="4797963" cy="46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" y="152400"/>
            <a:ext cx="11887200" cy="83820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400" dirty="0"/>
              <a:t>4.1.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(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tên</a:t>
            </a:r>
            <a:r>
              <a:rPr lang="en-US" sz="2400" dirty="0"/>
              <a:t>,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456374"/>
              </p:ext>
            </p:extLst>
          </p:nvPr>
        </p:nvGraphicFramePr>
        <p:xfrm>
          <a:off x="74612" y="1025169"/>
          <a:ext cx="12039600" cy="13340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1464468069"/>
                    </a:ext>
                  </a:extLst>
                </a:gridCol>
              </a:tblGrid>
              <a:tr h="389206">
                <a:tc>
                  <a:txBody>
                    <a:bodyPr/>
                    <a:lstStyle/>
                    <a:p>
                      <a:r>
                        <a:rPr lang="en-US" dirty="0"/>
                        <a:t>View: </a:t>
                      </a:r>
                      <a:r>
                        <a:rPr lang="en-US" dirty="0" err="1"/>
                        <a:t>Index.cshtml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 View: </a:t>
                      </a:r>
                      <a:r>
                        <a:rPr lang="en-US" dirty="0" err="1"/>
                        <a:t>ProductListPV.cshtml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643025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@model</a:t>
                      </a:r>
                      <a:r>
                        <a:rPr lang="vi-VN" sz="1400" b="1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</a:rPr>
                        <a:t>: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đổi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sang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dạng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</a:t>
                      </a:r>
                      <a:r>
                        <a:rPr lang="vi-VN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Models.ViewModel.ProductSearchVM</a:t>
                      </a:r>
                      <a:endParaRPr lang="en-US" sz="14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@using (</a:t>
                      </a: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Html.BeginForm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("Index", "Products", </a:t>
                      </a: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FormMethod.Get</a:t>
                      </a:r>
                      <a:r>
                        <a:rPr lang="en-US" sz="1400" b="1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hêm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tiêu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chí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endParaRPr lang="vi-VN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Tạo</a:t>
                      </a:r>
                      <a:r>
                        <a:rPr lang="en-US" sz="1400" dirty="0"/>
                        <a:t> Partial View, </a:t>
                      </a:r>
                      <a:r>
                        <a:rPr lang="en-US" sz="1400" dirty="0" err="1"/>
                        <a:t>đặt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tên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PVListProduct.cshtml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dirty="0" err="1"/>
                        <a:t>chứa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phần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kết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quả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kiếm</a:t>
                      </a:r>
                      <a:r>
                        <a:rPr lang="en-US" sz="1400" dirty="0"/>
                        <a:t>.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Cut </a:t>
                      </a:r>
                      <a:r>
                        <a:rPr lang="en-US" sz="1400" dirty="0" err="1"/>
                        <a:t>phần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hiển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thị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kết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quả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trang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 err="1">
                          <a:highlight>
                            <a:srgbClr val="FFFF00"/>
                          </a:highlight>
                        </a:rPr>
                        <a:t>Index.cshtml</a:t>
                      </a:r>
                      <a:r>
                        <a:rPr lang="en-US" sz="14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US" sz="1400" b="0" dirty="0" err="1"/>
                        <a:t>hiện</a:t>
                      </a:r>
                      <a:r>
                        <a:rPr lang="en-US" sz="1400" b="0" dirty="0"/>
                        <a:t> </a:t>
                      </a:r>
                      <a:r>
                        <a:rPr lang="en-US" sz="1400" b="0" dirty="0" err="1"/>
                        <a:t>tại</a:t>
                      </a:r>
                      <a:r>
                        <a:rPr lang="en-US" sz="1400" b="0" dirty="0"/>
                        <a:t> sang partial 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@model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đổi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sang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dạng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ProjectName.Models.ViewModel.ProductSearchVM</a:t>
                      </a:r>
                      <a:endParaRPr lang="vi-VN" sz="14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BF08A85-003A-00E7-4679-6D64F471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12" y="2133600"/>
            <a:ext cx="6400800" cy="472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42D170-EF2C-F946-195B-7A67A8512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4" y="2393823"/>
            <a:ext cx="4277104" cy="446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4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4.2.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</a:t>
            </a:r>
            <a:r>
              <a:rPr lang="en-US" sz="2800" dirty="0" err="1"/>
              <a:t>nâng</a:t>
            </a:r>
            <a:r>
              <a:rPr lang="en-US" sz="2800" dirty="0"/>
              <a:t> </a:t>
            </a:r>
            <a:r>
              <a:rPr lang="en-US" sz="2800" dirty="0" err="1"/>
              <a:t>cao</a:t>
            </a:r>
            <a:r>
              <a:rPr lang="en-US" sz="2800" dirty="0"/>
              <a:t> (</a:t>
            </a:r>
            <a:r>
              <a:rPr lang="en-US" sz="2800" dirty="0" err="1"/>
              <a:t>bổ</a:t>
            </a:r>
            <a:r>
              <a:rPr lang="en-US" sz="2800" dirty="0"/>
              <a:t> sung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12BC14-93A2-8884-2EDB-0B6783A45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1219199"/>
            <a:ext cx="9372600" cy="531759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7052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4.2.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</a:t>
            </a:r>
            <a:r>
              <a:rPr lang="en-US" sz="2800" dirty="0" err="1"/>
              <a:t>nâng</a:t>
            </a:r>
            <a:r>
              <a:rPr lang="en-US" sz="2800" dirty="0"/>
              <a:t> </a:t>
            </a:r>
            <a:r>
              <a:rPr lang="en-US" sz="2800" dirty="0" err="1"/>
              <a:t>cao</a:t>
            </a:r>
            <a:r>
              <a:rPr lang="en-US" sz="2800" dirty="0"/>
              <a:t> (</a:t>
            </a:r>
            <a:r>
              <a:rPr lang="en-US" sz="2800" dirty="0" err="1"/>
              <a:t>bổ</a:t>
            </a:r>
            <a:r>
              <a:rPr lang="en-US" sz="2800" dirty="0"/>
              <a:t> sung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khoảng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34601"/>
              </p:ext>
            </p:extLst>
          </p:nvPr>
        </p:nvGraphicFramePr>
        <p:xfrm>
          <a:off x="74612" y="1066800"/>
          <a:ext cx="12039600" cy="13131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19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SearchProductVM.cs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err="1"/>
                        <a:t>Cập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nhật</a:t>
                      </a:r>
                      <a:r>
                        <a:rPr lang="en-US" sz="1600" dirty="0"/>
                        <a:t> view model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ProductSearchVM.cs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thêm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các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thuộc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tính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tìm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kiếm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nâng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cao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theo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giá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minPrice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maxPrice</a:t>
                      </a:r>
                      <a:endParaRPr lang="en-US" sz="1600" dirty="0"/>
                    </a:p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Chỉnh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sửa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tham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của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hàm</a:t>
                      </a:r>
                      <a:r>
                        <a:rPr lang="en-US" sz="1600" dirty="0"/>
                        <a:t> Index, </a:t>
                      </a:r>
                      <a:r>
                        <a:rPr lang="en-US" sz="1600" dirty="0" err="1"/>
                        <a:t>thêm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tham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minPrice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maxPrice</a:t>
                      </a:r>
                      <a:r>
                        <a:rPr lang="en-US" sz="1600" dirty="0"/>
                        <a:t> (</a:t>
                      </a:r>
                      <a:r>
                        <a:rPr lang="en-US" sz="1600" dirty="0" err="1"/>
                        <a:t>có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trong</a:t>
                      </a:r>
                      <a:r>
                        <a:rPr lang="en-US" sz="1600" dirty="0"/>
                        <a:t> View Model)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Cập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nhật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lại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câu</a:t>
                      </a:r>
                      <a:r>
                        <a:rPr lang="en-US" sz="1600" dirty="0"/>
                        <a:t> query </a:t>
                      </a:r>
                      <a:r>
                        <a:rPr lang="en-US" sz="1600" dirty="0" err="1"/>
                        <a:t>để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lấy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quả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0FD8EBF-C4DE-C3F2-C705-2EFABCFC2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2588986"/>
            <a:ext cx="4800600" cy="3953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311A1-990C-C1E0-C65E-4541E0D04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568" y="2463382"/>
            <a:ext cx="5937316" cy="431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4.3.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(</a:t>
            </a:r>
            <a:r>
              <a:rPr lang="en-US" sz="2800" dirty="0" err="1"/>
              <a:t>tăng</a:t>
            </a:r>
            <a:r>
              <a:rPr lang="en-US" sz="2800" dirty="0"/>
              <a:t> </a:t>
            </a:r>
            <a:r>
              <a:rPr lang="en-US" sz="2800" dirty="0" err="1"/>
              <a:t>giảm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0FDC2-4942-CCAE-9900-613B9D66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52" y="1219200"/>
            <a:ext cx="9014119" cy="538724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49386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" y="152400"/>
            <a:ext cx="5486400" cy="1752600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4.2.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 </a:t>
            </a:r>
            <a:r>
              <a:rPr lang="en-US" sz="2800" dirty="0" err="1"/>
              <a:t>nâng</a:t>
            </a:r>
            <a:r>
              <a:rPr lang="en-US" sz="2800" dirty="0"/>
              <a:t> </a:t>
            </a:r>
            <a:r>
              <a:rPr lang="en-US" sz="2800" dirty="0" err="1"/>
              <a:t>cao</a:t>
            </a:r>
            <a:r>
              <a:rPr lang="en-US" sz="2800" dirty="0"/>
              <a:t> (</a:t>
            </a:r>
            <a:r>
              <a:rPr lang="en-US" sz="2800" dirty="0" err="1"/>
              <a:t>bổ</a:t>
            </a:r>
            <a:r>
              <a:rPr lang="en-US" sz="2800" dirty="0"/>
              <a:t> sung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khoảng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616816"/>
              </p:ext>
            </p:extLst>
          </p:nvPr>
        </p:nvGraphicFramePr>
        <p:xfrm>
          <a:off x="303212" y="2215842"/>
          <a:ext cx="4953000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404229">
                <a:tc>
                  <a:txBody>
                    <a:bodyPr/>
                    <a:lstStyle/>
                    <a:p>
                      <a:r>
                        <a:rPr lang="en-US" dirty="0"/>
                        <a:t>View: </a:t>
                      </a:r>
                      <a:r>
                        <a:rPr lang="en-US" dirty="0" err="1"/>
                        <a:t>Index.cshtml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814971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Cập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nhật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Index.cshtml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bổ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sung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02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MinPrice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MaxPrice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tiêu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chí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6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endParaRPr lang="vi-VN" sz="16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90BA800-A071-8B02-3015-DA9323C7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895" y="0"/>
            <a:ext cx="576365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4.3.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(</a:t>
            </a:r>
            <a:r>
              <a:rPr lang="en-US" sz="2800" dirty="0" err="1"/>
              <a:t>tăng</a:t>
            </a:r>
            <a:r>
              <a:rPr lang="en-US" sz="2800" dirty="0"/>
              <a:t> </a:t>
            </a:r>
            <a:r>
              <a:rPr lang="en-US" sz="2800" dirty="0" err="1"/>
              <a:t>giảm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672292"/>
              </p:ext>
            </p:extLst>
          </p:nvPr>
        </p:nvGraphicFramePr>
        <p:xfrm>
          <a:off x="74612" y="1066800"/>
          <a:ext cx="12039600" cy="899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SearchProductVM.cs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 err="1"/>
                        <a:t>Cập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nhật</a:t>
                      </a:r>
                      <a:r>
                        <a:rPr lang="en-US" sz="1400" dirty="0"/>
                        <a:t> view model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ProductSearchVM.cs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thêm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thuộc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tính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sortOrder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sắp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xếp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kết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quả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tìm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kiếm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Chỉnh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sửa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tham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số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của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hàm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thêm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tham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số</a:t>
                      </a:r>
                      <a:r>
                        <a:rPr lang="en-US" sz="1400" dirty="0"/>
                        <a:t> 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sortOrder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 err="1"/>
                        <a:t>có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trong</a:t>
                      </a:r>
                      <a:r>
                        <a:rPr lang="en-US" sz="1400" dirty="0"/>
                        <a:t> View Model)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Cập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nhật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lại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câu</a:t>
                      </a:r>
                      <a:r>
                        <a:rPr lang="en-US" sz="1400" dirty="0"/>
                        <a:t> query </a:t>
                      </a:r>
                      <a:r>
                        <a:rPr lang="en-US" sz="1400" dirty="0" err="1"/>
                        <a:t>để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lấy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kết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quả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9DA7361-3BF6-E959-A637-68C6375A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3" y="2350841"/>
            <a:ext cx="5181600" cy="4437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EAFE94-381E-3A23-F6F4-0BA84C842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612" y="2057400"/>
            <a:ext cx="5943600" cy="473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" y="152400"/>
            <a:ext cx="6019800" cy="2209800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4.3. </a:t>
            </a:r>
            <a:r>
              <a:rPr lang="en-US" sz="2800" dirty="0" err="1"/>
              <a:t>Sắp</a:t>
            </a:r>
            <a:r>
              <a:rPr lang="en-US" sz="2800" dirty="0"/>
              <a:t> </a:t>
            </a:r>
            <a:r>
              <a:rPr lang="en-US" sz="2800" dirty="0" err="1"/>
              <a:t>xếp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(</a:t>
            </a:r>
            <a:r>
              <a:rPr lang="en-US" sz="2800" dirty="0" err="1"/>
              <a:t>tăng</a:t>
            </a:r>
            <a:r>
              <a:rPr lang="en-US" sz="2800" dirty="0"/>
              <a:t> </a:t>
            </a:r>
            <a:r>
              <a:rPr lang="en-US" sz="2800" dirty="0" err="1"/>
              <a:t>giảm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tên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phẩm</a:t>
            </a:r>
            <a:r>
              <a:rPr lang="en-US" sz="2800" dirty="0"/>
              <a:t>)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387717"/>
              </p:ext>
            </p:extLst>
          </p:nvPr>
        </p:nvGraphicFramePr>
        <p:xfrm>
          <a:off x="311398" y="2667000"/>
          <a:ext cx="5698628" cy="956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98628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438760">
                <a:tc>
                  <a:txBody>
                    <a:bodyPr/>
                    <a:lstStyle/>
                    <a:p>
                      <a:r>
                        <a:rPr lang="en-US" dirty="0"/>
                        <a:t>View: </a:t>
                      </a:r>
                      <a:r>
                        <a:rPr lang="en-US" dirty="0" err="1"/>
                        <a:t>Search.cshtml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475640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Cập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nhật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Index.cshtml</a:t>
                      </a:r>
                      <a:r>
                        <a:rPr lang="en-US" sz="1400" b="1" kern="1200" dirty="0">
                          <a:solidFill>
                            <a:schemeClr val="bg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bổ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sung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tùy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chọn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sắp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xếp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Tăng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dần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Giảm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dần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theo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tên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hoặc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giá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sản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phẩm</a:t>
                      </a:r>
                      <a:endParaRPr lang="vi-VN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C88D3D2-D0BB-0EE8-2612-C53ABEAD3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12" y="0"/>
            <a:ext cx="5701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6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4.4.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C18BD-8C63-A897-EAAB-8759BBE9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12" y="1219200"/>
            <a:ext cx="7730786" cy="520651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05660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11963400" cy="844551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4.4.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7187660"/>
              </p:ext>
            </p:extLst>
          </p:nvPr>
        </p:nvGraphicFramePr>
        <p:xfrm>
          <a:off x="209476" y="1295400"/>
          <a:ext cx="4876800" cy="46874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 err="1"/>
                        <a:t>Cài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đặt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Mở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NuGet Package Manager Console (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Tools &gt;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Nuget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Package Manager &gt; Package Manager Console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Chạy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lệnh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cài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viện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lvl="1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Install-Package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PagedList.Mvc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viện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này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phương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thức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giúp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dễ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dàng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thị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liên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chuyển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View.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  <a:tr h="420254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  <a:highlight>
                            <a:srgbClr val="000000"/>
                          </a:highlight>
                        </a:rPr>
                        <a:t>ViewModel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000000"/>
                          </a:highlight>
                        </a:rPr>
                        <a:t>: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highlight>
                            <a:srgbClr val="000000"/>
                          </a:highlight>
                        </a:rPr>
                        <a:t>ProductSearchVM.cs</a:t>
                      </a:r>
                      <a:endParaRPr lang="en-US" b="1" dirty="0"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78346"/>
                  </a:ext>
                </a:extLst>
              </a:tr>
              <a:tr h="693873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Khai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báo</a:t>
                      </a:r>
                      <a:r>
                        <a:rPr lang="en-US" sz="1600" dirty="0"/>
                        <a:t>: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PagedList.Mvc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Bổ</a:t>
                      </a:r>
                      <a:r>
                        <a:rPr lang="en-US" sz="1600" dirty="0"/>
                        <a:t> sung </a:t>
                      </a:r>
                      <a:r>
                        <a:rPr lang="en-US" sz="1600" dirty="0" err="1"/>
                        <a:t>thêm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thuộc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tính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PageNumber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PageSize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để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lưu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hiện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tại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lượng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phẩm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trên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mỗi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trang</a:t>
                      </a:r>
                      <a:endParaRPr lang="en-US" sz="1600" dirty="0"/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 err="1"/>
                        <a:t>Thay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thế</a:t>
                      </a:r>
                      <a:r>
                        <a:rPr lang="en-US" sz="1600" dirty="0"/>
                        <a:t> Danh </a:t>
                      </a:r>
                      <a:r>
                        <a:rPr lang="en-US" sz="1600" dirty="0" err="1"/>
                        <a:t>sách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quả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sản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phẩm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dạng</a:t>
                      </a:r>
                      <a:r>
                        <a:rPr lang="en-US" sz="1600" dirty="0"/>
                        <a:t>:</a:t>
                      </a:r>
                    </a:p>
                    <a:p>
                      <a:pPr marL="457063" marR="0" lvl="1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public List&lt;Product&gt; Products { get; set; }</a:t>
                      </a:r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Thành </a:t>
                      </a:r>
                      <a:r>
                        <a:rPr lang="en-US" sz="1600" dirty="0" err="1"/>
                        <a:t>dạng</a:t>
                      </a:r>
                      <a:r>
                        <a:rPr lang="en-US" sz="1600" dirty="0"/>
                        <a:t>:</a:t>
                      </a:r>
                    </a:p>
                    <a:p>
                      <a:pPr marL="457063" marR="0" lvl="1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public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PagedList.IPagedList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&lt;Product&gt; Products { get; set; }</a:t>
                      </a:r>
                      <a:endParaRPr lang="en-US" sz="12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93106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19348D9-43B7-15F7-CD36-47C4EE80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12" y="838200"/>
            <a:ext cx="6553200" cy="583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2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20650"/>
            <a:ext cx="4343400" cy="2851150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4.3.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749168"/>
              </p:ext>
            </p:extLst>
          </p:nvPr>
        </p:nvGraphicFramePr>
        <p:xfrm>
          <a:off x="150812" y="3200400"/>
          <a:ext cx="4267200" cy="1209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3776698516"/>
                    </a:ext>
                  </a:extLst>
                </a:gridCol>
              </a:tblGrid>
              <a:tr h="477864">
                <a:tc>
                  <a:txBody>
                    <a:bodyPr/>
                    <a:lstStyle/>
                    <a:p>
                      <a:r>
                        <a:rPr lang="en-US" dirty="0" err="1"/>
                        <a:t>PartialView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PVListProduct.cshtml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649896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err="1"/>
                        <a:t>Khai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báo</a:t>
                      </a:r>
                      <a:r>
                        <a:rPr lang="en-US" sz="1400" dirty="0"/>
                        <a:t>: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PagedList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Bổ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đoạn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code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hiển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B3DDAF2-22EF-29AA-564A-932E65DEA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878" y="0"/>
            <a:ext cx="7656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1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DB6F-8BF0-7C7A-579E-BD75390F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" y="120650"/>
            <a:ext cx="5715000" cy="1708150"/>
          </a:xfrm>
        </p:spPr>
        <p:txBody>
          <a:bodyPr>
            <a:noAutofit/>
          </a:bodyPr>
          <a:lstStyle/>
          <a:p>
            <a:r>
              <a:rPr lang="en-US" sz="3600" dirty="0"/>
              <a:t>4.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kiếm</a:t>
            </a:r>
            <a:r>
              <a:rPr lang="en-US" sz="3600" dirty="0"/>
              <a:t> </a:t>
            </a:r>
            <a:r>
              <a:rPr lang="en-US" sz="3600" dirty="0" err="1"/>
              <a:t>sản</a:t>
            </a:r>
            <a:r>
              <a:rPr lang="en-US" sz="3600" dirty="0"/>
              <a:t> </a:t>
            </a:r>
            <a:r>
              <a:rPr lang="en-US" sz="3600" dirty="0" err="1"/>
              <a:t>phẩm</a:t>
            </a:r>
            <a:r>
              <a:rPr lang="en-US" sz="3600" dirty="0"/>
              <a:t>, </a:t>
            </a:r>
            <a:r>
              <a:rPr lang="en-US" sz="3600" dirty="0" err="1"/>
              <a:t>Sắp</a:t>
            </a:r>
            <a:r>
              <a:rPr lang="en-US" sz="3600" dirty="0"/>
              <a:t> </a:t>
            </a:r>
            <a:r>
              <a:rPr lang="en-US" sz="3600" dirty="0" err="1"/>
              <a:t>xếp</a:t>
            </a:r>
            <a:r>
              <a:rPr lang="en-US" sz="3600" dirty="0"/>
              <a:t>,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trang</a:t>
            </a:r>
            <a:r>
              <a:rPr lang="en-US" sz="3600" dirty="0"/>
              <a:t> </a:t>
            </a:r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2800" dirty="0"/>
              <a:t>4.3.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endParaRPr lang="en-US" sz="3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F4AE58C5-4E9D-B586-5CAF-A50641754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735284"/>
              </p:ext>
            </p:extLst>
          </p:nvPr>
        </p:nvGraphicFramePr>
        <p:xfrm>
          <a:off x="227012" y="2057400"/>
          <a:ext cx="5257800" cy="167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6387964"/>
                    </a:ext>
                  </a:extLst>
                </a:gridCol>
              </a:tblGrid>
              <a:tr h="604887">
                <a:tc>
                  <a:txBody>
                    <a:bodyPr/>
                    <a:lstStyle/>
                    <a:p>
                      <a:r>
                        <a:rPr lang="en-US" dirty="0"/>
                        <a:t>Controller: </a:t>
                      </a:r>
                      <a:r>
                        <a:rPr lang="en-US" dirty="0" err="1"/>
                        <a:t>cập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nhật</a:t>
                      </a:r>
                      <a:r>
                        <a:rPr lang="en-US" dirty="0"/>
                        <a:t> action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23087"/>
                  </a:ext>
                </a:extLst>
              </a:tr>
              <a:tr h="1071513">
                <a:tc>
                  <a:txBody>
                    <a:bodyPr/>
                    <a:lstStyle/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báo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PagedList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Bổ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sung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thêm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int? page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hàm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Search</a:t>
                      </a:r>
                    </a:p>
                    <a:p>
                      <a:pPr marL="285750" marR="0" lvl="0" indent="-28575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ToPagedList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từ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viện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PagedList.Mvc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chia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tìm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kiếm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thành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nhiều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gán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giá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trị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model.Products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4280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BB52BD2-F174-7FE2-DB83-D5564CC35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23" y="0"/>
            <a:ext cx="6155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275AD-CFF8-8506-94A0-ADBC57B6E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1" b="1"/>
          <a:stretch/>
        </p:blipFill>
        <p:spPr>
          <a:xfrm>
            <a:off x="1523" y="10"/>
            <a:ext cx="1218577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13B1E-85D5-AA04-F3AE-AEBE35B6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502" y="1685677"/>
            <a:ext cx="6659110" cy="23626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CÀI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ĐẶT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PHẦN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KHÁCH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HÀNG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ĐƠN</a:t>
            </a:r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HÀNG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39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76DE-E665-3F90-84C7-CAFC032C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n-US" sz="5300" dirty="0"/>
              <a:t>5. </a:t>
            </a:r>
            <a:r>
              <a:rPr lang="en-US" sz="5300" dirty="0" err="1"/>
              <a:t>Quản</a:t>
            </a:r>
            <a:r>
              <a:rPr lang="en-US" sz="5300" dirty="0"/>
              <a:t> </a:t>
            </a:r>
            <a:r>
              <a:rPr lang="en-US" sz="5300" dirty="0" err="1"/>
              <a:t>ký</a:t>
            </a:r>
            <a:r>
              <a:rPr lang="en-US" sz="5300" dirty="0"/>
              <a:t> </a:t>
            </a:r>
            <a:r>
              <a:rPr lang="en-US" sz="5300" dirty="0" err="1"/>
              <a:t>khách</a:t>
            </a:r>
            <a:r>
              <a:rPr lang="en-US" sz="5300" dirty="0"/>
              <a:t> </a:t>
            </a:r>
            <a:r>
              <a:rPr lang="en-US" sz="5300" dirty="0" err="1"/>
              <a:t>hàng</a:t>
            </a:r>
            <a:r>
              <a:rPr lang="en-US" sz="5300" dirty="0"/>
              <a:t> </a:t>
            </a:r>
            <a:r>
              <a:rPr lang="en-US" sz="5300" dirty="0" err="1"/>
              <a:t>và</a:t>
            </a:r>
            <a:r>
              <a:rPr lang="en-US" sz="5300" dirty="0"/>
              <a:t> </a:t>
            </a:r>
            <a:r>
              <a:rPr lang="en-US" sz="5300" dirty="0" err="1"/>
              <a:t>đơn</a:t>
            </a:r>
            <a:r>
              <a:rPr lang="en-US" sz="5300" dirty="0"/>
              <a:t> </a:t>
            </a:r>
            <a:r>
              <a:rPr lang="en-US" sz="5300" dirty="0" err="1"/>
              <a:t>hàng</a:t>
            </a:r>
            <a:endParaRPr lang="en-US" sz="530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95E72A1-679F-D2B1-EF6D-4B6062F5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082" y="990599"/>
            <a:ext cx="6222715" cy="4648201"/>
          </a:xfrm>
        </p:spPr>
        <p:txBody>
          <a:bodyPr anchor="ctr">
            <a:normAutofit fontScale="92500"/>
          </a:bodyPr>
          <a:lstStyle/>
          <a:p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Controller + View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FFFF00"/>
                </a:solidFill>
              </a:rPr>
              <a:t>Controller with actions using entity framework</a:t>
            </a:r>
            <a:r>
              <a:rPr lang="en-US" sz="2400" i="1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model </a:t>
            </a:r>
            <a:r>
              <a:rPr lang="en-US" sz="2200" dirty="0">
                <a:solidFill>
                  <a:srgbClr val="FFFF00"/>
                </a:solidFill>
              </a:rPr>
              <a:t>Product</a:t>
            </a:r>
          </a:p>
          <a:p>
            <a:pPr lvl="1"/>
            <a:r>
              <a:rPr lang="en-US" sz="2000" dirty="0" err="1"/>
              <a:t>Tạo</a:t>
            </a:r>
            <a:r>
              <a:rPr lang="en-US" sz="2000" dirty="0"/>
              <a:t> controller </a:t>
            </a:r>
            <a:r>
              <a:rPr lang="en-US" sz="2000" dirty="0" err="1">
                <a:solidFill>
                  <a:srgbClr val="FFFF00"/>
                </a:solidFill>
              </a:rPr>
              <a:t>ProductsController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action </a:t>
            </a:r>
            <a:r>
              <a:rPr lang="en-US" sz="2000" dirty="0" err="1"/>
              <a:t>sau</a:t>
            </a:r>
            <a:r>
              <a:rPr lang="en-US" sz="2000" dirty="0"/>
              <a:t>: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Index: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danh</a:t>
            </a:r>
            <a:r>
              <a:rPr lang="en-US" sz="1600" dirty="0"/>
              <a:t> </a:t>
            </a:r>
            <a:r>
              <a:rPr lang="en-US" sz="1600" dirty="0" err="1"/>
              <a:t>sách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1 action </a:t>
            </a:r>
            <a:r>
              <a:rPr lang="en-US" sz="1600" dirty="0" err="1"/>
              <a:t>dạng</a:t>
            </a:r>
            <a:r>
              <a:rPr lang="en-US" sz="1600" dirty="0"/>
              <a:t> GET)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Create: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Edit: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2"/>
            <a:r>
              <a:rPr lang="en-US" sz="1600" dirty="0">
                <a:solidFill>
                  <a:srgbClr val="FFFF00"/>
                </a:solidFill>
              </a:rPr>
              <a:t>Delete</a:t>
            </a:r>
            <a:r>
              <a:rPr lang="en-US" sz="1600" dirty="0"/>
              <a:t>: </a:t>
            </a:r>
            <a:r>
              <a:rPr lang="en-US" sz="1600" dirty="0" err="1"/>
              <a:t>xóa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Danh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(</a:t>
            </a:r>
            <a:r>
              <a:rPr lang="en-US" sz="1600" dirty="0" err="1"/>
              <a:t>gồm</a:t>
            </a:r>
            <a:r>
              <a:rPr lang="en-US" sz="1600" dirty="0"/>
              <a:t> 2 action </a:t>
            </a:r>
            <a:r>
              <a:rPr lang="en-US" sz="1600" dirty="0" err="1"/>
              <a:t>dạng</a:t>
            </a:r>
            <a:r>
              <a:rPr lang="en-US" sz="1600" dirty="0"/>
              <a:t> GET, POST)</a:t>
            </a:r>
          </a:p>
          <a:p>
            <a:pPr lvl="1"/>
            <a:r>
              <a:rPr lang="en-US" sz="1800" dirty="0"/>
              <a:t>Trong </a:t>
            </a:r>
            <a:r>
              <a:rPr lang="en-US" sz="1800" dirty="0">
                <a:solidFill>
                  <a:srgbClr val="FFFF00"/>
                </a:solidFill>
              </a:rPr>
              <a:t>View\Products</a:t>
            </a:r>
            <a:r>
              <a:rPr lang="en-US" sz="1800" dirty="0"/>
              <a:t>, </a:t>
            </a:r>
            <a:r>
              <a:rPr lang="en-US" sz="1800" dirty="0" err="1"/>
              <a:t>tạo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file View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action</a:t>
            </a:r>
          </a:p>
          <a:p>
            <a:pPr lvl="2"/>
            <a:r>
              <a:rPr lang="en-US" sz="1400" dirty="0" err="1"/>
              <a:t>Index.cshtml</a:t>
            </a:r>
            <a:endParaRPr lang="en-US" sz="1400" dirty="0"/>
          </a:p>
          <a:p>
            <a:pPr lvl="2"/>
            <a:r>
              <a:rPr lang="en-US" sz="1400" dirty="0" err="1"/>
              <a:t>Create.cshtml</a:t>
            </a:r>
            <a:endParaRPr lang="en-US" sz="1400" dirty="0"/>
          </a:p>
          <a:p>
            <a:pPr lvl="2"/>
            <a:r>
              <a:rPr lang="en-US" sz="1400" dirty="0" err="1"/>
              <a:t>Edit.cshtml</a:t>
            </a:r>
            <a:endParaRPr lang="en-US" sz="1400" dirty="0"/>
          </a:p>
          <a:p>
            <a:pPr lvl="2"/>
            <a:r>
              <a:rPr lang="en-US" sz="1400" dirty="0" err="1"/>
              <a:t>Delete.cshtml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9FBD-B23B-9F35-CAF4-32ADE6896152}"/>
              </a:ext>
            </a:extLst>
          </p:cNvPr>
          <p:cNvSpPr txBox="1"/>
          <p:nvPr/>
        </p:nvSpPr>
        <p:spPr>
          <a:xfrm>
            <a:off x="1370012" y="6011587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Link Video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hướng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dẫn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4085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367089"/>
              </p:ext>
            </p:extLst>
          </p:nvPr>
        </p:nvGraphicFramePr>
        <p:xfrm>
          <a:off x="5942012" y="2209800"/>
          <a:ext cx="5916084" cy="375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715653665"/>
                    </a:ext>
                  </a:extLst>
                </a:gridCol>
                <a:gridCol w="3325284">
                  <a:extLst>
                    <a:ext uri="{9D8B030D-6E8A-4147-A177-3AD203B41FA5}">
                      <a16:colId xmlns:a16="http://schemas.microsoft.com/office/drawing/2014/main" val="4002744181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13511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ký</a:t>
                      </a:r>
                      <a:r>
                        <a:rPr lang="en-US" dirty="0"/>
                        <a:t> (Register)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tài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khoản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hàng</a:t>
                      </a:r>
                      <a:r>
                        <a:rPr lang="en-US" baseline="0" dirty="0"/>
                        <a:t> (List)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65925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 (Login)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Xam</a:t>
                      </a:r>
                      <a:r>
                        <a:rPr lang="en-US" dirty="0"/>
                        <a:t> chi </a:t>
                      </a:r>
                      <a:r>
                        <a:rPr lang="en-US" dirty="0" err="1"/>
                        <a:t>tiết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thông</a:t>
                      </a:r>
                      <a:r>
                        <a:rPr lang="en-US" baseline="0" dirty="0"/>
                        <a:t> tin </a:t>
                      </a:r>
                      <a:r>
                        <a:rPr lang="en-US" baseline="0" dirty="0" err="1"/>
                        <a:t>tài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khoản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hàng</a:t>
                      </a:r>
                      <a:r>
                        <a:rPr lang="en-US" baseline="0" dirty="0"/>
                        <a:t> (Detail)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51559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cá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(Detail)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 (Login)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89989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Chỉnh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cá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(Edit)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76832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E9D9204-1629-D01D-FAF8-D941D01E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2" y="2514600"/>
            <a:ext cx="5512182" cy="32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Customer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48212"/>
              </p:ext>
            </p:extLst>
          </p:nvPr>
        </p:nvGraphicFramePr>
        <p:xfrm>
          <a:off x="2359014" y="1690689"/>
          <a:ext cx="8964084" cy="375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82042">
                  <a:extLst>
                    <a:ext uri="{9D8B030D-6E8A-4147-A177-3AD203B41FA5}">
                      <a16:colId xmlns:a16="http://schemas.microsoft.com/office/drawing/2014/main" val="1715653665"/>
                    </a:ext>
                  </a:extLst>
                </a:gridCol>
                <a:gridCol w="4482042">
                  <a:extLst>
                    <a:ext uri="{9D8B030D-6E8A-4147-A177-3AD203B41FA5}">
                      <a16:colId xmlns:a16="http://schemas.microsoft.com/office/drawing/2014/main" val="4002744181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13511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ký</a:t>
                      </a:r>
                      <a:r>
                        <a:rPr lang="en-US" dirty="0"/>
                        <a:t> (Register)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hàng</a:t>
                      </a:r>
                      <a:r>
                        <a:rPr lang="en-US" baseline="0" dirty="0"/>
                        <a:t> (List)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65925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 (Login)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Xam</a:t>
                      </a:r>
                      <a:r>
                        <a:rPr lang="en-US" dirty="0"/>
                        <a:t> chi </a:t>
                      </a:r>
                      <a:r>
                        <a:rPr lang="en-US" dirty="0" err="1"/>
                        <a:t>tiết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thông</a:t>
                      </a:r>
                      <a:r>
                        <a:rPr lang="en-US" baseline="0" dirty="0"/>
                        <a:t> tin </a:t>
                      </a:r>
                      <a:r>
                        <a:rPr lang="en-US" baseline="0" dirty="0" err="1"/>
                        <a:t>khách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hàng</a:t>
                      </a:r>
                      <a:r>
                        <a:rPr lang="en-US" baseline="0" dirty="0"/>
                        <a:t> (Detail)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515590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Xem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cá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(Detail)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89989"/>
                  </a:ext>
                </a:extLst>
              </a:tr>
              <a:tr h="751840">
                <a:tc>
                  <a:txBody>
                    <a:bodyPr/>
                    <a:lstStyle/>
                    <a:p>
                      <a:pPr marL="0" marR="0" indent="0" algn="l" defTabSz="9141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Chỉnh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sửa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thông</a:t>
                      </a:r>
                      <a:r>
                        <a:rPr lang="en-US" dirty="0"/>
                        <a:t> tin </a:t>
                      </a:r>
                      <a:r>
                        <a:rPr lang="en-US" dirty="0" err="1"/>
                        <a:t>cá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(Edit)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768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79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79" y="547815"/>
            <a:ext cx="5165840" cy="1680519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4000" kern="1200">
                <a:latin typeface="+mj-lt"/>
                <a:ea typeface="+mj-ea"/>
                <a:cs typeface="+mj-cs"/>
              </a:rPr>
              <a:t>Admin Site –  Customer (khách hàng)</a:t>
            </a:r>
          </a:p>
        </p:txBody>
      </p:sp>
      <p:pic>
        <p:nvPicPr>
          <p:cNvPr id="4" name="Content Placeholder 3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61" b="2"/>
          <a:stretch/>
        </p:blipFill>
        <p:spPr bwMode="auto">
          <a:xfrm>
            <a:off x="837979" y="2519374"/>
            <a:ext cx="5165840" cy="3516245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r="29142" b="-1"/>
          <a:stretch/>
        </p:blipFill>
        <p:spPr bwMode="auto">
          <a:xfrm>
            <a:off x="6196779" y="2502004"/>
            <a:ext cx="5165840" cy="35509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204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04" y="244742"/>
            <a:ext cx="7013671" cy="12352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Admin Site – Trang Home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47" y="1696413"/>
            <a:ext cx="5789165" cy="361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871" y="3429000"/>
            <a:ext cx="5074341" cy="318425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5346172" y="5528978"/>
            <a:ext cx="1491114" cy="38100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306324">
              <a:spcAft>
                <a:spcPts val="600"/>
              </a:spcAft>
            </a:pPr>
            <a:r>
              <a:rPr lang="en-US" sz="1876" b="1" kern="120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n-lt"/>
                <a:ea typeface="+mn-ea"/>
                <a:cs typeface="+mn-cs"/>
              </a:rPr>
              <a:t>Google Chart</a:t>
            </a:r>
            <a:endParaRPr lang="en-US" sz="2800" b="1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8" name="Straight Arrow Connector 7"/>
          <p:cNvCxnSpPr>
            <a:cxnSpLocks/>
            <a:stCxn id="6" idx="3"/>
          </p:cNvCxnSpPr>
          <p:nvPr/>
        </p:nvCxnSpPr>
        <p:spPr>
          <a:xfrm flipV="1">
            <a:off x="6837286" y="5562600"/>
            <a:ext cx="628726" cy="1568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55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1ce3282-2922-43fd-9971-ff5d9ab1c2cc">
      <UserInfo>
        <DisplayName>Đậu Trọng Phương</DisplayName>
        <AccountId>174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AA3EFD5E2AE4BA76F596867CC1D58" ma:contentTypeVersion="6" ma:contentTypeDescription="Create a new document." ma:contentTypeScope="" ma:versionID="a23569f61d28061d1a8cdf8010fc7ed9">
  <xsd:schema xmlns:xsd="http://www.w3.org/2001/XMLSchema" xmlns:xs="http://www.w3.org/2001/XMLSchema" xmlns:p="http://schemas.microsoft.com/office/2006/metadata/properties" xmlns:ns2="452d42b4-13f3-4832-8fd3-4a8c2936bf98" xmlns:ns3="51ce3282-2922-43fd-9971-ff5d9ab1c2cc" targetNamespace="http://schemas.microsoft.com/office/2006/metadata/properties" ma:root="true" ma:fieldsID="be41a64c1aeff76d48391a056af3c3c5" ns2:_="" ns3:_="">
    <xsd:import namespace="452d42b4-13f3-4832-8fd3-4a8c2936bf98"/>
    <xsd:import namespace="51ce3282-2922-43fd-9971-ff5d9ab1c2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d42b4-13f3-4832-8fd3-4a8c2936bf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e3282-2922-43fd-9971-ff5d9ab1c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326FF7-DFDF-4722-BA2C-6089B7BEC1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BC4695-B2F3-4887-B831-04FFE873C1BE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452d42b4-13f3-4832-8fd3-4a8c2936bf98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51ce3282-2922-43fd-9971-ff5d9ab1c2cc"/>
  </ds:schemaRefs>
</ds:datastoreItem>
</file>

<file path=customXml/itemProps3.xml><?xml version="1.0" encoding="utf-8"?>
<ds:datastoreItem xmlns:ds="http://schemas.openxmlformats.org/officeDocument/2006/customXml" ds:itemID="{41EE7047-58DD-4AD2-8D52-6991555A56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d42b4-13f3-4832-8fd3-4a8c2936bf98"/>
    <ds:schemaRef ds:uri="51ce3282-2922-43fd-9971-ff5d9ab1c2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7515</TotalTime>
  <Words>4229</Words>
  <Application>Microsoft Office PowerPoint</Application>
  <PresentationFormat>Custom</PresentationFormat>
  <Paragraphs>401</Paragraphs>
  <Slides>56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Calibri</vt:lpstr>
      <vt:lpstr>Calibri Light</vt:lpstr>
      <vt:lpstr>Cascadia Code SemiLight</vt:lpstr>
      <vt:lpstr>Cascadia Mono</vt:lpstr>
      <vt:lpstr>Euphemia</vt:lpstr>
      <vt:lpstr>Roboto</vt:lpstr>
      <vt:lpstr>Wingdings</vt:lpstr>
      <vt:lpstr>Office Theme</vt:lpstr>
      <vt:lpstr>Xây dựng website bán hàng bằng ASP.NET MVC5 Entity Framework</vt:lpstr>
      <vt:lpstr>DANH SÁCH YÊU CẦU CHỨC NĂNG</vt:lpstr>
      <vt:lpstr>CÀI ĐẶT CÁC KHỐI CHỨC NĂNG</vt:lpstr>
      <vt:lpstr>Phần 2: CÀI ĐẶT CHỨC NĂNG ADMIN</vt:lpstr>
      <vt:lpstr>1. Admin Layout</vt:lpstr>
      <vt:lpstr>CÀI ĐẶT CHỨC NĂNG PHẦN CATEGORY</vt:lpstr>
      <vt:lpstr>2. Quản lý Danh mục sản phẩm (CRUD)</vt:lpstr>
      <vt:lpstr>2. Quản lý Danh mục sản phẩm (CRUD) 2.1. CRUD dữ liệu từ 01 model: Controller</vt:lpstr>
      <vt:lpstr>2. Quản lý Danh mục sản phẩm (CRUD) 2.1. CRUD dữ liệu từ 01 model: Controller</vt:lpstr>
      <vt:lpstr>2. Quản lý Danh mục sản phẩm (CRUD) 2.1. CRUD dữ liệu từ 01 model: Controller</vt:lpstr>
      <vt:lpstr>2. Quản lý Danh mục sản phẩm (CRUD) 2.1.CRUD dữ liệu từ 01 model: Controller</vt:lpstr>
      <vt:lpstr>2. Quản lý Danh mục sản phẩm (CRUD) 2.1. CRUD dữ liệu từ 01 model: Controller</vt:lpstr>
      <vt:lpstr>Tối ưu hóa code của các action GET trong Controller</vt:lpstr>
      <vt:lpstr>2. Quản lý Danh mục sản phẩm (CRUD) 2.2. CRUD dữ liệu từ 01 model: View</vt:lpstr>
      <vt:lpstr>2. Quản lý Danh mục sản phẩm (CRUD) 2.2.CRUD dữ liệu từ 01 model: View</vt:lpstr>
      <vt:lpstr>2. Quản lý Danh mục sản phẩm (CRUD) 2.3. Tối ưu hóa code của view</vt:lpstr>
      <vt:lpstr>2. Quản lý Danh mục sản phẩm (CRUD)  2.4. Tùy chỉnh giao diện theo biểu mẫu: Index.cshtml</vt:lpstr>
      <vt:lpstr>2. Quản lý Danh mục sản phẩm (CRUD)  2.4. Tùy chỉnh giao diện theo biểu mẫu: Delete.cshtml</vt:lpstr>
      <vt:lpstr>2. Quản lý Danh mục sản phẩm (CRUD)  Tùy chỉnh giao diện theo biểu mẫu: Create.cshtml</vt:lpstr>
      <vt:lpstr>2. Quản lý Danh mục sản phẩm (CRUD)  2.4. Tùy chỉnh giao diện theo biểu mẫu: Edit.cshtml</vt:lpstr>
      <vt:lpstr>CÀI ĐẶT CHỨC NĂNG PHẦN PRODUCT</vt:lpstr>
      <vt:lpstr>3. Quản lý Sản phẩm (CRUD)</vt:lpstr>
      <vt:lpstr>3. Quản lý Sản phẩm (CRUD từ 02 model Category, Product) 3.1. Controller: khai báo using System.Linq;; using System.Data.Entity;</vt:lpstr>
      <vt:lpstr>3. Quản lý Sản phẩm (CRUD từ 02 model Category, Product) 3.1. Controller</vt:lpstr>
      <vt:lpstr>3. Quản lý Sản phẩm (CRUD từ 02 model Category, Product) 3.1. Controller</vt:lpstr>
      <vt:lpstr>3. Quản lý Sản phẩm (CRUD từ 02 model Category, Product) 3.1. Controller</vt:lpstr>
      <vt:lpstr>3. Quản lý Sản phẩm (CRUD từ 02 model Category, Product) 3.1. View</vt:lpstr>
      <vt:lpstr>3. Quản lý Sản phẩm (CRUD từ 02 model Category, Product) 3.1. View</vt:lpstr>
      <vt:lpstr>3. Quản lý Sản phẩm (CRUD từ 02 model Category, Product) 3.3. Tối ưu hóa code và tùy chỉnh giao diện: Create.cshtml và Edit.cshtml</vt:lpstr>
      <vt:lpstr>3. Quản lý Sản phẩm (CRUD từ 02 model Category, Product) 3.3. Tùy chỉnh giao diện theo biểu mẫu: Index.cshtml</vt:lpstr>
      <vt:lpstr>3. Quản lý Sản phẩm (CRUD từ 02 model Category, Product) 3.3. Tối ưu hóa code và tùy chỉnh giao diện: Create.cshtml và Edit.cshtml</vt:lpstr>
      <vt:lpstr>3. Quản lý Sản phẩm (CRUD từ 02 model Category, Product) 3.3. Tối ưu hóa code và tùy chỉnh giao diện: Details.cshtml và Delete.cshtml</vt:lpstr>
      <vt:lpstr>3. Quản lý Sản phẩm (CRUD từ 02 model Category, Product) 3.3. Tối ưu hóa code và tùy chỉnh giao diện: Details.cshtml và Delete.cshtml</vt:lpstr>
      <vt:lpstr>3. Quản lý Sản phẩm (CRUD từ 02 model Category, Product) 3.4. Chỉnh sửa chức năng để có thể upload ảnh lên thư mục Content/images</vt:lpstr>
      <vt:lpstr>3. Quản lý Sản phẩm (CRUD từ 02 model Category, Product) 3.4. Chỉnh sửa chức năng để có thể upload ảnh lên thư mục Content/images</vt:lpstr>
      <vt:lpstr>3. Quản lý Sản phẩm (CRUD từ 02 model Category, Product) 3.4. Chỉnh sửa chức năng để có thể upload ảnh lên thư mục Content/images</vt:lpstr>
      <vt:lpstr>4. Tìm kiếm sản phẩm, Sắp xếp, phân trang kết quả</vt:lpstr>
      <vt:lpstr>4. Tìm kiếm sản phẩm, Sắp xếp, phân trang kết quả 4.1. Tìm kiếm sản phẩm theo từ khóa (có trong tên, mô tả hoặc danh mục sản phẩm)</vt:lpstr>
      <vt:lpstr>4. Tìm kiếm sản phẩm, Sắp xếp, phân trang kết quả 4.1. Tìm kiếm sản phẩm theo từ khóa (có trong tên, mô tả hoặc danh mục sản phẩm)</vt:lpstr>
      <vt:lpstr>4. Tìm kiếm sản phẩm, Sắp xếp, phân trang kết quả 4.1. Tìm kiếm sản phẩm theo từ khóa (có trong tên, mô tả hoặc danh mục sản phẩm)</vt:lpstr>
      <vt:lpstr>4. Tìm kiếm sản phẩm, Sắp xếp, phân trang kết quả 4.2. Tìm kiếm sản phẩm nâng cao (bổ sung thêm giá)</vt:lpstr>
      <vt:lpstr>4. Tìm kiếm sản phẩm, Sắp xếp, phân trang kết quả 4.2. Tìm kiếm sản phẩm nâng cao (bổ sung thêm khoảng giá)</vt:lpstr>
      <vt:lpstr>4. Tìm kiếm sản phẩm, Sắp xếp, phân trang kết quả 4.3. Sắp xếp kết quả tìm kiếm (tăng giảm theo tên hoặc giá sản phẩm)</vt:lpstr>
      <vt:lpstr>4. Tìm kiếm sản phẩm, Sắp xếp, phân trang kết quả 4.2. Tìm kiếm sản phẩm nâng cao (bổ sung thêm khoảng giá)</vt:lpstr>
      <vt:lpstr>4. Tìm kiếm sản phẩm, Sắp xếp, phân trang kết quả 4.3. Sắp xếp kết quả tìm kiếm (tăng giảm theo tên hoặc giá sản phẩm)</vt:lpstr>
      <vt:lpstr>4. Tìm kiếm sản phẩm, Sắp xếp, Phân trang kết quả 4.3. Sắp xếp kết quả tìm kiếm (tăng giảm theo tên hoặc giá sản phẩm)</vt:lpstr>
      <vt:lpstr>4. Tìm kiếm sản phẩm, Sắp xếp, phân trang kết quả 4.4. Phân trang kết quả tìm kiếm</vt:lpstr>
      <vt:lpstr>4. Tìm kiếm sản phẩm, Sắp xếp, phân trang kết quả 4.4. Phân trang kết quả tìm kiếm</vt:lpstr>
      <vt:lpstr>4. Tìm kiếm sản phẩm, Sắp xếp, phân trang kết quả 4.3. Phân trang kết quả tìm kiếm</vt:lpstr>
      <vt:lpstr>4. Tìm kiếm sản phẩm, Sắp xếp, phân trang kết quả 4.3. Phân trang kết quả tìm kiếm</vt:lpstr>
      <vt:lpstr>CÀI ĐẶT CHỨC NĂNG PHẦN KHÁCH HÀNG – ĐƠN HÀNG</vt:lpstr>
      <vt:lpstr>5. Quản ký khách hàng và đơn hàng</vt:lpstr>
      <vt:lpstr>Chức năng Quản lý khách hàng</vt:lpstr>
      <vt:lpstr>Chức năng Customer</vt:lpstr>
      <vt:lpstr>Admin Site –  Customer (khách hàng)</vt:lpstr>
      <vt:lpstr>Admin Site – Trang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website bán hàng bằng ASP.NET MVC5 Entity Framework</dc:title>
  <dc:creator>Sophia BUI</dc:creator>
  <cp:lastModifiedBy>SV</cp:lastModifiedBy>
  <cp:revision>132</cp:revision>
  <dcterms:created xsi:type="dcterms:W3CDTF">2023-10-09T13:56:47Z</dcterms:created>
  <dcterms:modified xsi:type="dcterms:W3CDTF">2025-10-21T04:08:36Z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0x010100D14AA3EFD5E2AE4BA76F596867CC1D58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